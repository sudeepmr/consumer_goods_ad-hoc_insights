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33"/>
  </p:notesMasterIdLst>
  <p:sldIdLst>
    <p:sldId id="256" r:id="rId2"/>
    <p:sldId id="258" r:id="rId3"/>
    <p:sldId id="259" r:id="rId4"/>
    <p:sldId id="260" r:id="rId5"/>
    <p:sldId id="311" r:id="rId6"/>
    <p:sldId id="312" r:id="rId7"/>
    <p:sldId id="313" r:id="rId8"/>
    <p:sldId id="314" r:id="rId9"/>
    <p:sldId id="315" r:id="rId10"/>
    <p:sldId id="316" r:id="rId11"/>
    <p:sldId id="262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7" r:id="rId21"/>
    <p:sldId id="326" r:id="rId22"/>
    <p:sldId id="325" r:id="rId23"/>
    <p:sldId id="330" r:id="rId24"/>
    <p:sldId id="329" r:id="rId25"/>
    <p:sldId id="331" r:id="rId26"/>
    <p:sldId id="332" r:id="rId27"/>
    <p:sldId id="333" r:id="rId28"/>
    <p:sldId id="334" r:id="rId29"/>
    <p:sldId id="335" r:id="rId30"/>
    <p:sldId id="336" r:id="rId31"/>
    <p:sldId id="337" r:id="rId32"/>
  </p:sldIdLst>
  <p:sldSz cx="9144000" cy="5143500" type="screen16x9"/>
  <p:notesSz cx="6858000" cy="9144000"/>
  <p:embeddedFontLst>
    <p:embeddedFont>
      <p:font typeface="Barlow Semi Condensed Medium" panose="00000606000000000000" pitchFamily="2" charset="0"/>
      <p:regular r:id="rId34"/>
      <p:italic r:id="rId35"/>
    </p:embeddedFont>
    <p:embeddedFont>
      <p:font typeface="Libre Franklin" pitchFamily="2" charset="0"/>
      <p:regular r:id="rId36"/>
      <p:bold r:id="rId37"/>
      <p:italic r:id="rId38"/>
      <p:boldItalic r:id="rId39"/>
    </p:embeddedFont>
    <p:embeddedFont>
      <p:font typeface="Libre Franklin Medium" pitchFamily="2" charset="0"/>
      <p:regular r:id="rId40"/>
      <p:bold r:id="rId41"/>
      <p:italic r:id="rId42"/>
      <p:boldItalic r:id="rId43"/>
    </p:embeddedFont>
    <p:embeddedFont>
      <p:font typeface="Montserrat Medium" panose="00000600000000000000" pitchFamily="2" charset="0"/>
      <p:regular r:id="rId44"/>
      <p:italic r:id="rId45"/>
    </p:embeddedFont>
    <p:embeddedFont>
      <p:font typeface="Oswald Medium" pitchFamily="2" charset="0"/>
      <p:regular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A0C"/>
    <a:srgbClr val="D48716"/>
    <a:srgbClr val="CC0434"/>
    <a:srgbClr val="4422EE"/>
    <a:srgbClr val="A02091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F18997-4D49-4F40-B6E6-1B5E31BFA995}">
  <a:tblStyle styleId="{90F18997-4D49-4F40-B6E6-1B5E31BFA9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9a0f900027_1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9a0f900027_1_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5fd4b45418938cd5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5fd4b45418938cd5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9a0f900027_1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9a0f900027_1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9a0f900027_1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9a0f900027_1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042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337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9888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9a0f900027_1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9a0f900027_1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403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1694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9a0f900027_1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9a0f900027_1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709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962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334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1516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993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285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972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898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793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505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966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581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7659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4482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82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1686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034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12000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9b620b178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9b620b178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5951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a0f900027_1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a0f900027_1_1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5340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g8b7e7b105a_1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6" name="Google Shape;3306;g8b7e7b105a_1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438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0" y="-75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6420400" y="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16200" y="3913200"/>
            <a:ext cx="2122200" cy="6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90600" y="491400"/>
            <a:ext cx="3666900" cy="30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886216" y="4155000"/>
            <a:ext cx="1726800" cy="988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1833000" y="1832850"/>
            <a:ext cx="8573400" cy="4907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000"/>
              <a:buNone/>
              <a:defRPr sz="7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 flipH="1">
            <a:off x="5312925" y="3960725"/>
            <a:ext cx="30936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>
            <a:off x="4362600" y="-8325"/>
            <a:ext cx="4781400" cy="2736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3933000"/>
            <a:ext cx="2115000" cy="121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543480" y="1998800"/>
            <a:ext cx="1866600" cy="4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1543467" y="2959350"/>
            <a:ext cx="2439300" cy="9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5694620" y="1998800"/>
            <a:ext cx="1866600" cy="4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5694633" y="2959350"/>
            <a:ext cx="2439300" cy="9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7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name="adj" fmla="val 522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 rot="-5400000" flipH="1">
            <a:off x="7422000" y="4683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ubTitle" idx="1"/>
          </p:nvPr>
        </p:nvSpPr>
        <p:spPr>
          <a:xfrm>
            <a:off x="620700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subTitle" idx="2"/>
          </p:nvPr>
        </p:nvSpPr>
        <p:spPr>
          <a:xfrm>
            <a:off x="620700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ubTitle" idx="3"/>
          </p:nvPr>
        </p:nvSpPr>
        <p:spPr>
          <a:xfrm>
            <a:off x="620700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ubTitle" idx="4"/>
          </p:nvPr>
        </p:nvSpPr>
        <p:spPr>
          <a:xfrm>
            <a:off x="3342325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5"/>
          </p:nvPr>
        </p:nvSpPr>
        <p:spPr>
          <a:xfrm>
            <a:off x="6063950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6"/>
          </p:nvPr>
        </p:nvSpPr>
        <p:spPr>
          <a:xfrm>
            <a:off x="620700" y="3428625"/>
            <a:ext cx="21393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7"/>
          </p:nvPr>
        </p:nvSpPr>
        <p:spPr>
          <a:xfrm>
            <a:off x="3342325" y="342862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8"/>
          </p:nvPr>
        </p:nvSpPr>
        <p:spPr>
          <a:xfrm>
            <a:off x="6063950" y="342862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 hasCustomPrompt="1"/>
          </p:nvPr>
        </p:nvSpPr>
        <p:spPr>
          <a:xfrm flipH="1">
            <a:off x="620700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2"/>
          <p:cNvSpPr txBox="1">
            <a:spLocks noGrp="1"/>
          </p:cNvSpPr>
          <p:nvPr>
            <p:ph type="title" idx="9" hasCustomPrompt="1"/>
          </p:nvPr>
        </p:nvSpPr>
        <p:spPr>
          <a:xfrm>
            <a:off x="3342325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13" hasCustomPrompt="1"/>
          </p:nvPr>
        </p:nvSpPr>
        <p:spPr>
          <a:xfrm>
            <a:off x="6063950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2"/>
          <p:cNvSpPr txBox="1">
            <a:spLocks noGrp="1"/>
          </p:cNvSpPr>
          <p:nvPr>
            <p:ph type="title" idx="14" hasCustomPrompt="1"/>
          </p:nvPr>
        </p:nvSpPr>
        <p:spPr>
          <a:xfrm flipH="1">
            <a:off x="620700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 idx="15" hasCustomPrompt="1"/>
          </p:nvPr>
        </p:nvSpPr>
        <p:spPr>
          <a:xfrm>
            <a:off x="3342325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2"/>
          <p:cNvSpPr txBox="1">
            <a:spLocks noGrp="1"/>
          </p:cNvSpPr>
          <p:nvPr>
            <p:ph type="title" idx="16" hasCustomPrompt="1"/>
          </p:nvPr>
        </p:nvSpPr>
        <p:spPr>
          <a:xfrm>
            <a:off x="6063950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2"/>
          <p:cNvSpPr txBox="1">
            <a:spLocks noGrp="1"/>
          </p:cNvSpPr>
          <p:nvPr>
            <p:ph type="title" idx="17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18"/>
          </p:nvPr>
        </p:nvSpPr>
        <p:spPr>
          <a:xfrm>
            <a:off x="3342325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9"/>
          </p:nvPr>
        </p:nvSpPr>
        <p:spPr>
          <a:xfrm>
            <a:off x="6063950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20"/>
          </p:nvPr>
        </p:nvSpPr>
        <p:spPr>
          <a:xfrm>
            <a:off x="3342325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21"/>
          </p:nvPr>
        </p:nvSpPr>
        <p:spPr>
          <a:xfrm>
            <a:off x="6063950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 flipH="1">
            <a:off x="2732800" y="1468200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3"/>
          <p:cNvSpPr/>
          <p:nvPr/>
        </p:nvSpPr>
        <p:spPr>
          <a:xfrm rot="5400000">
            <a:off x="-584250" y="58425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3"/>
          <p:cNvSpPr txBox="1">
            <a:spLocks noGrp="1"/>
          </p:cNvSpPr>
          <p:nvPr>
            <p:ph type="subTitle" idx="1"/>
          </p:nvPr>
        </p:nvSpPr>
        <p:spPr>
          <a:xfrm>
            <a:off x="616200" y="1626750"/>
            <a:ext cx="3369600" cy="15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title"/>
          </p:nvPr>
        </p:nvSpPr>
        <p:spPr>
          <a:xfrm>
            <a:off x="616200" y="491400"/>
            <a:ext cx="40320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3"/>
          <p:cNvSpPr txBox="1"/>
          <p:nvPr/>
        </p:nvSpPr>
        <p:spPr>
          <a:xfrm>
            <a:off x="616200" y="3832375"/>
            <a:ext cx="3579300" cy="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 This presentation template was created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including icons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infographics &amp; images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 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 illustrations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200" b="1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540000" y="1544250"/>
            <a:ext cx="8100000" cy="2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60" r:id="rId5"/>
    <p:sldLayoutId id="2147483668" r:id="rId6"/>
    <p:sldLayoutId id="214748367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ctrTitle"/>
          </p:nvPr>
        </p:nvSpPr>
        <p:spPr>
          <a:xfrm>
            <a:off x="542043" y="1411402"/>
            <a:ext cx="4159769" cy="26213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dirty="0"/>
              <a:t>Consumer Goods Ad-hoc Insights</a:t>
            </a:r>
            <a:endParaRPr sz="5400" dirty="0"/>
          </a:p>
        </p:txBody>
      </p:sp>
      <p:sp>
        <p:nvSpPr>
          <p:cNvPr id="250" name="Google Shape;250;p41"/>
          <p:cNvSpPr txBox="1">
            <a:spLocks noGrp="1"/>
          </p:cNvSpPr>
          <p:nvPr>
            <p:ph type="subTitle" idx="1"/>
          </p:nvPr>
        </p:nvSpPr>
        <p:spPr>
          <a:xfrm>
            <a:off x="260628" y="4516261"/>
            <a:ext cx="2689131" cy="456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by M R Sudeep</a:t>
            </a:r>
          </a:p>
        </p:txBody>
      </p:sp>
      <p:grpSp>
        <p:nvGrpSpPr>
          <p:cNvPr id="251" name="Google Shape;251;p41"/>
          <p:cNvGrpSpPr/>
          <p:nvPr/>
        </p:nvGrpSpPr>
        <p:grpSpPr>
          <a:xfrm>
            <a:off x="5321746" y="1180824"/>
            <a:ext cx="3101802" cy="2900181"/>
            <a:chOff x="1380325" y="456475"/>
            <a:chExt cx="4827625" cy="4811100"/>
          </a:xfrm>
        </p:grpSpPr>
        <p:sp>
          <p:nvSpPr>
            <p:cNvPr id="252" name="Google Shape;252;p41"/>
            <p:cNvSpPr/>
            <p:nvPr/>
          </p:nvSpPr>
          <p:spPr>
            <a:xfrm>
              <a:off x="1380325" y="2480550"/>
              <a:ext cx="4827625" cy="2787025"/>
            </a:xfrm>
            <a:custGeom>
              <a:avLst/>
              <a:gdLst/>
              <a:ahLst/>
              <a:cxnLst/>
              <a:rect l="l" t="t" r="r" b="b"/>
              <a:pathLst>
                <a:path w="193105" h="111481" extrusionOk="0">
                  <a:moveTo>
                    <a:pt x="96569" y="1"/>
                  </a:moveTo>
                  <a:cubicBezTo>
                    <a:pt x="43231" y="1"/>
                    <a:pt x="0" y="24985"/>
                    <a:pt x="0" y="55740"/>
                  </a:cubicBezTo>
                  <a:cubicBezTo>
                    <a:pt x="0" y="86529"/>
                    <a:pt x="43231" y="111480"/>
                    <a:pt x="96569" y="111480"/>
                  </a:cubicBezTo>
                  <a:cubicBezTo>
                    <a:pt x="149874" y="111480"/>
                    <a:pt x="193105" y="86529"/>
                    <a:pt x="193105" y="55740"/>
                  </a:cubicBezTo>
                  <a:cubicBezTo>
                    <a:pt x="193105" y="24985"/>
                    <a:pt x="149874" y="1"/>
                    <a:pt x="9656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1"/>
            <p:cNvSpPr/>
            <p:nvPr/>
          </p:nvSpPr>
          <p:spPr>
            <a:xfrm>
              <a:off x="2849700" y="4121425"/>
              <a:ext cx="1717100" cy="880950"/>
            </a:xfrm>
            <a:custGeom>
              <a:avLst/>
              <a:gdLst/>
              <a:ahLst/>
              <a:cxnLst/>
              <a:rect l="l" t="t" r="r" b="b"/>
              <a:pathLst>
                <a:path w="68684" h="35238" extrusionOk="0">
                  <a:moveTo>
                    <a:pt x="21349" y="13455"/>
                  </a:moveTo>
                  <a:cubicBezTo>
                    <a:pt x="26353" y="13455"/>
                    <a:pt x="31023" y="14556"/>
                    <a:pt x="34492" y="16558"/>
                  </a:cubicBezTo>
                  <a:cubicBezTo>
                    <a:pt x="37461" y="18292"/>
                    <a:pt x="39095" y="20394"/>
                    <a:pt x="39095" y="22529"/>
                  </a:cubicBezTo>
                  <a:cubicBezTo>
                    <a:pt x="39095" y="24630"/>
                    <a:pt x="37461" y="26765"/>
                    <a:pt x="34459" y="28466"/>
                  </a:cubicBezTo>
                  <a:lnTo>
                    <a:pt x="34492" y="28466"/>
                  </a:lnTo>
                  <a:cubicBezTo>
                    <a:pt x="31023" y="30468"/>
                    <a:pt x="26353" y="31568"/>
                    <a:pt x="21349" y="31568"/>
                  </a:cubicBezTo>
                  <a:cubicBezTo>
                    <a:pt x="16346" y="31568"/>
                    <a:pt x="11676" y="30468"/>
                    <a:pt x="8207" y="28466"/>
                  </a:cubicBezTo>
                  <a:cubicBezTo>
                    <a:pt x="5238" y="26765"/>
                    <a:pt x="3603" y="24630"/>
                    <a:pt x="3603" y="22529"/>
                  </a:cubicBezTo>
                  <a:cubicBezTo>
                    <a:pt x="3603" y="20394"/>
                    <a:pt x="5238" y="18292"/>
                    <a:pt x="8207" y="16558"/>
                  </a:cubicBezTo>
                  <a:cubicBezTo>
                    <a:pt x="11676" y="14556"/>
                    <a:pt x="16346" y="13455"/>
                    <a:pt x="21349" y="13455"/>
                  </a:cubicBezTo>
                  <a:close/>
                  <a:moveTo>
                    <a:pt x="65188" y="1"/>
                  </a:moveTo>
                  <a:cubicBezTo>
                    <a:pt x="64976" y="1"/>
                    <a:pt x="64759" y="44"/>
                    <a:pt x="64580" y="146"/>
                  </a:cubicBezTo>
                  <a:cubicBezTo>
                    <a:pt x="62379" y="1247"/>
                    <a:pt x="49670" y="9353"/>
                    <a:pt x="43799" y="12988"/>
                  </a:cubicBezTo>
                  <a:lnTo>
                    <a:pt x="40897" y="14756"/>
                  </a:lnTo>
                  <a:cubicBezTo>
                    <a:pt x="40830" y="14790"/>
                    <a:pt x="40763" y="14856"/>
                    <a:pt x="40696" y="14957"/>
                  </a:cubicBezTo>
                  <a:cubicBezTo>
                    <a:pt x="40696" y="14957"/>
                    <a:pt x="40696" y="14957"/>
                    <a:pt x="40663" y="14990"/>
                  </a:cubicBezTo>
                  <a:cubicBezTo>
                    <a:pt x="40663" y="15023"/>
                    <a:pt x="40630" y="15057"/>
                    <a:pt x="40596" y="15090"/>
                  </a:cubicBezTo>
                  <a:cubicBezTo>
                    <a:pt x="40596" y="15123"/>
                    <a:pt x="40596" y="15157"/>
                    <a:pt x="40563" y="15190"/>
                  </a:cubicBezTo>
                  <a:cubicBezTo>
                    <a:pt x="40563" y="15223"/>
                    <a:pt x="40563" y="15257"/>
                    <a:pt x="40530" y="15290"/>
                  </a:cubicBezTo>
                  <a:lnTo>
                    <a:pt x="40530" y="15390"/>
                  </a:lnTo>
                  <a:lnTo>
                    <a:pt x="40063" y="15657"/>
                  </a:lnTo>
                  <a:lnTo>
                    <a:pt x="39662" y="15891"/>
                  </a:lnTo>
                  <a:cubicBezTo>
                    <a:pt x="38662" y="14923"/>
                    <a:pt x="37561" y="14089"/>
                    <a:pt x="36360" y="13422"/>
                  </a:cubicBezTo>
                  <a:cubicBezTo>
                    <a:pt x="32324" y="11120"/>
                    <a:pt x="27020" y="9820"/>
                    <a:pt x="21383" y="9820"/>
                  </a:cubicBezTo>
                  <a:cubicBezTo>
                    <a:pt x="15745" y="9820"/>
                    <a:pt x="10442" y="11120"/>
                    <a:pt x="6439" y="13422"/>
                  </a:cubicBezTo>
                  <a:cubicBezTo>
                    <a:pt x="2269" y="15824"/>
                    <a:pt x="1" y="19060"/>
                    <a:pt x="1" y="22529"/>
                  </a:cubicBezTo>
                  <a:cubicBezTo>
                    <a:pt x="1" y="26031"/>
                    <a:pt x="2269" y="29267"/>
                    <a:pt x="6439" y="31669"/>
                  </a:cubicBezTo>
                  <a:cubicBezTo>
                    <a:pt x="10442" y="33970"/>
                    <a:pt x="15745" y="35238"/>
                    <a:pt x="21383" y="35238"/>
                  </a:cubicBezTo>
                  <a:cubicBezTo>
                    <a:pt x="27020" y="35238"/>
                    <a:pt x="32324" y="33970"/>
                    <a:pt x="36360" y="31669"/>
                  </a:cubicBezTo>
                  <a:cubicBezTo>
                    <a:pt x="40530" y="29267"/>
                    <a:pt x="42798" y="26031"/>
                    <a:pt x="42798" y="22529"/>
                  </a:cubicBezTo>
                  <a:cubicBezTo>
                    <a:pt x="42765" y="20928"/>
                    <a:pt x="42298" y="19360"/>
                    <a:pt x="41430" y="18025"/>
                  </a:cubicBezTo>
                  <a:lnTo>
                    <a:pt x="41797" y="17825"/>
                  </a:lnTo>
                  <a:cubicBezTo>
                    <a:pt x="41964" y="17930"/>
                    <a:pt x="42144" y="17982"/>
                    <a:pt x="42320" y="17982"/>
                  </a:cubicBezTo>
                  <a:cubicBezTo>
                    <a:pt x="42426" y="17982"/>
                    <a:pt x="42531" y="17963"/>
                    <a:pt x="42631" y="17925"/>
                  </a:cubicBezTo>
                  <a:cubicBezTo>
                    <a:pt x="44633" y="16825"/>
                    <a:pt x="63980" y="8585"/>
                    <a:pt x="67916" y="6450"/>
                  </a:cubicBezTo>
                  <a:cubicBezTo>
                    <a:pt x="68350" y="6184"/>
                    <a:pt x="68650" y="5617"/>
                    <a:pt x="68683" y="4816"/>
                  </a:cubicBezTo>
                  <a:cubicBezTo>
                    <a:pt x="68683" y="3849"/>
                    <a:pt x="68416" y="2915"/>
                    <a:pt x="67916" y="2114"/>
                  </a:cubicBezTo>
                  <a:cubicBezTo>
                    <a:pt x="67782" y="1914"/>
                    <a:pt x="67682" y="1747"/>
                    <a:pt x="67582" y="1614"/>
                  </a:cubicBezTo>
                  <a:lnTo>
                    <a:pt x="67549" y="1580"/>
                  </a:lnTo>
                  <a:cubicBezTo>
                    <a:pt x="67449" y="1414"/>
                    <a:pt x="67315" y="1280"/>
                    <a:pt x="67182" y="1147"/>
                  </a:cubicBezTo>
                  <a:lnTo>
                    <a:pt x="67149" y="1080"/>
                  </a:lnTo>
                  <a:cubicBezTo>
                    <a:pt x="67049" y="947"/>
                    <a:pt x="66915" y="846"/>
                    <a:pt x="66782" y="713"/>
                  </a:cubicBezTo>
                  <a:lnTo>
                    <a:pt x="66715" y="680"/>
                  </a:lnTo>
                  <a:cubicBezTo>
                    <a:pt x="66615" y="580"/>
                    <a:pt x="66448" y="446"/>
                    <a:pt x="66315" y="379"/>
                  </a:cubicBezTo>
                  <a:lnTo>
                    <a:pt x="66048" y="246"/>
                  </a:lnTo>
                  <a:lnTo>
                    <a:pt x="65948" y="179"/>
                  </a:lnTo>
                  <a:lnTo>
                    <a:pt x="65814" y="113"/>
                  </a:lnTo>
                  <a:cubicBezTo>
                    <a:pt x="65748" y="113"/>
                    <a:pt x="65714" y="79"/>
                    <a:pt x="65648" y="79"/>
                  </a:cubicBezTo>
                  <a:lnTo>
                    <a:pt x="65581" y="79"/>
                  </a:lnTo>
                  <a:cubicBezTo>
                    <a:pt x="65514" y="46"/>
                    <a:pt x="65447" y="13"/>
                    <a:pt x="65381" y="13"/>
                  </a:cubicBezTo>
                  <a:cubicBezTo>
                    <a:pt x="65318" y="5"/>
                    <a:pt x="65253" y="1"/>
                    <a:pt x="651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1"/>
            <p:cNvSpPr/>
            <p:nvPr/>
          </p:nvSpPr>
          <p:spPr>
            <a:xfrm>
              <a:off x="1542100" y="2722600"/>
              <a:ext cx="3123100" cy="1795900"/>
            </a:xfrm>
            <a:custGeom>
              <a:avLst/>
              <a:gdLst/>
              <a:ahLst/>
              <a:cxnLst/>
              <a:rect l="l" t="t" r="r" b="b"/>
              <a:pathLst>
                <a:path w="124924" h="71836" extrusionOk="0">
                  <a:moveTo>
                    <a:pt x="102507" y="0"/>
                  </a:moveTo>
                  <a:cubicBezTo>
                    <a:pt x="101890" y="0"/>
                    <a:pt x="101273" y="142"/>
                    <a:pt x="100706" y="426"/>
                  </a:cubicBezTo>
                  <a:lnTo>
                    <a:pt x="1001" y="57967"/>
                  </a:lnTo>
                  <a:cubicBezTo>
                    <a:pt x="1" y="58534"/>
                    <a:pt x="1" y="59468"/>
                    <a:pt x="1001" y="60068"/>
                  </a:cubicBezTo>
                  <a:lnTo>
                    <a:pt x="20649" y="71410"/>
                  </a:lnTo>
                  <a:cubicBezTo>
                    <a:pt x="21216" y="71693"/>
                    <a:pt x="21833" y="71835"/>
                    <a:pt x="22450" y="71835"/>
                  </a:cubicBezTo>
                  <a:cubicBezTo>
                    <a:pt x="23067" y="71835"/>
                    <a:pt x="23684" y="71693"/>
                    <a:pt x="24251" y="71410"/>
                  </a:cubicBezTo>
                  <a:lnTo>
                    <a:pt x="61611" y="49828"/>
                  </a:lnTo>
                  <a:lnTo>
                    <a:pt x="67349" y="53164"/>
                  </a:lnTo>
                  <a:cubicBezTo>
                    <a:pt x="68867" y="54048"/>
                    <a:pt x="70860" y="54489"/>
                    <a:pt x="72853" y="54489"/>
                  </a:cubicBezTo>
                  <a:cubicBezTo>
                    <a:pt x="74846" y="54489"/>
                    <a:pt x="76839" y="54048"/>
                    <a:pt x="78357" y="53164"/>
                  </a:cubicBezTo>
                  <a:lnTo>
                    <a:pt x="95469" y="43357"/>
                  </a:lnTo>
                  <a:cubicBezTo>
                    <a:pt x="98538" y="41622"/>
                    <a:pt x="98538" y="38787"/>
                    <a:pt x="95469" y="37019"/>
                  </a:cubicBezTo>
                  <a:lnTo>
                    <a:pt x="89731" y="33683"/>
                  </a:lnTo>
                  <a:lnTo>
                    <a:pt x="123923" y="13835"/>
                  </a:lnTo>
                  <a:cubicBezTo>
                    <a:pt x="124923" y="13302"/>
                    <a:pt x="124923" y="12368"/>
                    <a:pt x="123956" y="11801"/>
                  </a:cubicBezTo>
                  <a:lnTo>
                    <a:pt x="104309" y="426"/>
                  </a:lnTo>
                  <a:cubicBezTo>
                    <a:pt x="103741" y="142"/>
                    <a:pt x="103124" y="0"/>
                    <a:pt x="10250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1"/>
            <p:cNvSpPr/>
            <p:nvPr/>
          </p:nvSpPr>
          <p:spPr>
            <a:xfrm>
              <a:off x="4982050" y="3805675"/>
              <a:ext cx="962400" cy="555425"/>
            </a:xfrm>
            <a:custGeom>
              <a:avLst/>
              <a:gdLst/>
              <a:ahLst/>
              <a:cxnLst/>
              <a:rect l="l" t="t" r="r" b="b"/>
              <a:pathLst>
                <a:path w="38496" h="22217" extrusionOk="0">
                  <a:moveTo>
                    <a:pt x="19248" y="0"/>
                  </a:moveTo>
                  <a:cubicBezTo>
                    <a:pt x="8640" y="0"/>
                    <a:pt x="1" y="4970"/>
                    <a:pt x="1" y="11108"/>
                  </a:cubicBezTo>
                  <a:cubicBezTo>
                    <a:pt x="1" y="17246"/>
                    <a:pt x="8640" y="22216"/>
                    <a:pt x="19248" y="22216"/>
                  </a:cubicBezTo>
                  <a:cubicBezTo>
                    <a:pt x="29889" y="22216"/>
                    <a:pt x="38495" y="17246"/>
                    <a:pt x="38495" y="11108"/>
                  </a:cubicBezTo>
                  <a:cubicBezTo>
                    <a:pt x="38495" y="4970"/>
                    <a:pt x="29889" y="0"/>
                    <a:pt x="192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1"/>
            <p:cNvSpPr/>
            <p:nvPr/>
          </p:nvSpPr>
          <p:spPr>
            <a:xfrm>
              <a:off x="5724250" y="3318150"/>
              <a:ext cx="299425" cy="574275"/>
            </a:xfrm>
            <a:custGeom>
              <a:avLst/>
              <a:gdLst/>
              <a:ahLst/>
              <a:cxnLst/>
              <a:rect l="l" t="t" r="r" b="b"/>
              <a:pathLst>
                <a:path w="11977" h="22971" extrusionOk="0">
                  <a:moveTo>
                    <a:pt x="8923" y="1"/>
                  </a:moveTo>
                  <a:cubicBezTo>
                    <a:pt x="6388" y="1"/>
                    <a:pt x="3699" y="3034"/>
                    <a:pt x="2169" y="6158"/>
                  </a:cubicBezTo>
                  <a:cubicBezTo>
                    <a:pt x="1" y="10661"/>
                    <a:pt x="501" y="15465"/>
                    <a:pt x="501" y="18067"/>
                  </a:cubicBezTo>
                  <a:lnTo>
                    <a:pt x="1869" y="22970"/>
                  </a:lnTo>
                  <a:lnTo>
                    <a:pt x="3570" y="18701"/>
                  </a:lnTo>
                  <a:cubicBezTo>
                    <a:pt x="4237" y="12930"/>
                    <a:pt x="7239" y="9327"/>
                    <a:pt x="9608" y="6725"/>
                  </a:cubicBezTo>
                  <a:cubicBezTo>
                    <a:pt x="11976" y="4123"/>
                    <a:pt x="11776" y="321"/>
                    <a:pt x="9274" y="21"/>
                  </a:cubicBezTo>
                  <a:cubicBezTo>
                    <a:pt x="9158" y="7"/>
                    <a:pt x="9041" y="1"/>
                    <a:pt x="89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1"/>
            <p:cNvSpPr/>
            <p:nvPr/>
          </p:nvSpPr>
          <p:spPr>
            <a:xfrm>
              <a:off x="5724250" y="3318150"/>
              <a:ext cx="299425" cy="574275"/>
            </a:xfrm>
            <a:custGeom>
              <a:avLst/>
              <a:gdLst/>
              <a:ahLst/>
              <a:cxnLst/>
              <a:rect l="l" t="t" r="r" b="b"/>
              <a:pathLst>
                <a:path w="11977" h="22971" extrusionOk="0">
                  <a:moveTo>
                    <a:pt x="8923" y="1"/>
                  </a:moveTo>
                  <a:cubicBezTo>
                    <a:pt x="6388" y="1"/>
                    <a:pt x="3699" y="3034"/>
                    <a:pt x="2169" y="6158"/>
                  </a:cubicBezTo>
                  <a:cubicBezTo>
                    <a:pt x="1" y="10661"/>
                    <a:pt x="501" y="15465"/>
                    <a:pt x="501" y="18067"/>
                  </a:cubicBezTo>
                  <a:lnTo>
                    <a:pt x="1869" y="22970"/>
                  </a:lnTo>
                  <a:lnTo>
                    <a:pt x="3570" y="18701"/>
                  </a:lnTo>
                  <a:cubicBezTo>
                    <a:pt x="4237" y="12930"/>
                    <a:pt x="7239" y="9327"/>
                    <a:pt x="9608" y="6725"/>
                  </a:cubicBezTo>
                  <a:cubicBezTo>
                    <a:pt x="11976" y="4123"/>
                    <a:pt x="11776" y="321"/>
                    <a:pt x="9274" y="21"/>
                  </a:cubicBezTo>
                  <a:cubicBezTo>
                    <a:pt x="9158" y="7"/>
                    <a:pt x="9041" y="1"/>
                    <a:pt x="89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1"/>
            <p:cNvSpPr/>
            <p:nvPr/>
          </p:nvSpPr>
          <p:spPr>
            <a:xfrm>
              <a:off x="5745950" y="3358200"/>
              <a:ext cx="194225" cy="457500"/>
            </a:xfrm>
            <a:custGeom>
              <a:avLst/>
              <a:gdLst/>
              <a:ahLst/>
              <a:cxnLst/>
              <a:rect l="l" t="t" r="r" b="b"/>
              <a:pathLst>
                <a:path w="7769" h="18300" extrusionOk="0">
                  <a:moveTo>
                    <a:pt x="7522" y="0"/>
                  </a:moveTo>
                  <a:cubicBezTo>
                    <a:pt x="7483" y="0"/>
                    <a:pt x="7443" y="16"/>
                    <a:pt x="7405" y="53"/>
                  </a:cubicBezTo>
                  <a:cubicBezTo>
                    <a:pt x="2469" y="4356"/>
                    <a:pt x="0" y="10594"/>
                    <a:pt x="300" y="18099"/>
                  </a:cubicBezTo>
                  <a:cubicBezTo>
                    <a:pt x="334" y="18199"/>
                    <a:pt x="400" y="18299"/>
                    <a:pt x="500" y="18299"/>
                  </a:cubicBezTo>
                  <a:lnTo>
                    <a:pt x="534" y="18299"/>
                  </a:lnTo>
                  <a:cubicBezTo>
                    <a:pt x="601" y="18266"/>
                    <a:pt x="667" y="18199"/>
                    <a:pt x="667" y="18099"/>
                  </a:cubicBezTo>
                  <a:cubicBezTo>
                    <a:pt x="367" y="10694"/>
                    <a:pt x="2769" y="4556"/>
                    <a:pt x="7639" y="320"/>
                  </a:cubicBezTo>
                  <a:cubicBezTo>
                    <a:pt x="7769" y="190"/>
                    <a:pt x="7656" y="0"/>
                    <a:pt x="75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1"/>
            <p:cNvSpPr/>
            <p:nvPr/>
          </p:nvSpPr>
          <p:spPr>
            <a:xfrm>
              <a:off x="5659200" y="3669025"/>
              <a:ext cx="404500" cy="365225"/>
            </a:xfrm>
            <a:custGeom>
              <a:avLst/>
              <a:gdLst/>
              <a:ahLst/>
              <a:cxnLst/>
              <a:rect l="l" t="t" r="r" b="b"/>
              <a:pathLst>
                <a:path w="16180" h="14609" extrusionOk="0">
                  <a:moveTo>
                    <a:pt x="13652" y="0"/>
                  </a:moveTo>
                  <a:cubicBezTo>
                    <a:pt x="12007" y="0"/>
                    <a:pt x="8949" y="335"/>
                    <a:pt x="8407" y="963"/>
                  </a:cubicBezTo>
                  <a:cubicBezTo>
                    <a:pt x="7740" y="1730"/>
                    <a:pt x="7673" y="3998"/>
                    <a:pt x="7673" y="3998"/>
                  </a:cubicBezTo>
                  <a:cubicBezTo>
                    <a:pt x="7673" y="3998"/>
                    <a:pt x="6806" y="2831"/>
                    <a:pt x="6806" y="1697"/>
                  </a:cubicBezTo>
                  <a:cubicBezTo>
                    <a:pt x="6589" y="1663"/>
                    <a:pt x="6372" y="1647"/>
                    <a:pt x="6157" y="1647"/>
                  </a:cubicBezTo>
                  <a:cubicBezTo>
                    <a:pt x="5511" y="1647"/>
                    <a:pt x="4879" y="1797"/>
                    <a:pt x="4304" y="2097"/>
                  </a:cubicBezTo>
                  <a:cubicBezTo>
                    <a:pt x="3070" y="2731"/>
                    <a:pt x="2636" y="3265"/>
                    <a:pt x="2569" y="4232"/>
                  </a:cubicBezTo>
                  <a:cubicBezTo>
                    <a:pt x="2503" y="5199"/>
                    <a:pt x="2436" y="6667"/>
                    <a:pt x="2803" y="7801"/>
                  </a:cubicBezTo>
                  <a:cubicBezTo>
                    <a:pt x="2803" y="7801"/>
                    <a:pt x="1669" y="5933"/>
                    <a:pt x="1736" y="4299"/>
                  </a:cubicBezTo>
                  <a:lnTo>
                    <a:pt x="1736" y="4299"/>
                  </a:lnTo>
                  <a:cubicBezTo>
                    <a:pt x="1269" y="5099"/>
                    <a:pt x="868" y="5900"/>
                    <a:pt x="535" y="6734"/>
                  </a:cubicBezTo>
                  <a:cubicBezTo>
                    <a:pt x="1" y="8168"/>
                    <a:pt x="635" y="11604"/>
                    <a:pt x="2636" y="13338"/>
                  </a:cubicBezTo>
                  <a:cubicBezTo>
                    <a:pt x="4004" y="14139"/>
                    <a:pt x="5605" y="14606"/>
                    <a:pt x="7206" y="14606"/>
                  </a:cubicBezTo>
                  <a:cubicBezTo>
                    <a:pt x="7268" y="14608"/>
                    <a:pt x="7330" y="14608"/>
                    <a:pt x="7390" y="14608"/>
                  </a:cubicBezTo>
                  <a:cubicBezTo>
                    <a:pt x="10054" y="14608"/>
                    <a:pt x="11042" y="13205"/>
                    <a:pt x="11042" y="13205"/>
                  </a:cubicBezTo>
                  <a:cubicBezTo>
                    <a:pt x="11042" y="13205"/>
                    <a:pt x="9608" y="10803"/>
                    <a:pt x="7973" y="10303"/>
                  </a:cubicBezTo>
                  <a:lnTo>
                    <a:pt x="7973" y="10303"/>
                  </a:lnTo>
                  <a:cubicBezTo>
                    <a:pt x="9675" y="10436"/>
                    <a:pt x="11376" y="10870"/>
                    <a:pt x="12977" y="11604"/>
                  </a:cubicBezTo>
                  <a:cubicBezTo>
                    <a:pt x="12977" y="11604"/>
                    <a:pt x="14645" y="11404"/>
                    <a:pt x="14945" y="8769"/>
                  </a:cubicBezTo>
                  <a:cubicBezTo>
                    <a:pt x="14945" y="8769"/>
                    <a:pt x="13778" y="7368"/>
                    <a:pt x="10342" y="6967"/>
                  </a:cubicBezTo>
                  <a:cubicBezTo>
                    <a:pt x="11433" y="6626"/>
                    <a:pt x="12572" y="6456"/>
                    <a:pt x="13703" y="6456"/>
                  </a:cubicBezTo>
                  <a:cubicBezTo>
                    <a:pt x="14232" y="6456"/>
                    <a:pt x="14759" y="6493"/>
                    <a:pt x="15279" y="6567"/>
                  </a:cubicBezTo>
                  <a:cubicBezTo>
                    <a:pt x="15281" y="6568"/>
                    <a:pt x="15283" y="6568"/>
                    <a:pt x="15285" y="6568"/>
                  </a:cubicBezTo>
                  <a:cubicBezTo>
                    <a:pt x="15522" y="6568"/>
                    <a:pt x="16013" y="3216"/>
                    <a:pt x="16079" y="1663"/>
                  </a:cubicBezTo>
                  <a:cubicBezTo>
                    <a:pt x="16179" y="62"/>
                    <a:pt x="15545" y="196"/>
                    <a:pt x="14345" y="29"/>
                  </a:cubicBezTo>
                  <a:cubicBezTo>
                    <a:pt x="14166" y="10"/>
                    <a:pt x="13929" y="0"/>
                    <a:pt x="136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1"/>
            <p:cNvSpPr/>
            <p:nvPr/>
          </p:nvSpPr>
          <p:spPr>
            <a:xfrm>
              <a:off x="5720100" y="3689075"/>
              <a:ext cx="310225" cy="317600"/>
            </a:xfrm>
            <a:custGeom>
              <a:avLst/>
              <a:gdLst/>
              <a:ahLst/>
              <a:cxnLst/>
              <a:rect l="l" t="t" r="r" b="b"/>
              <a:pathLst>
                <a:path w="12409" h="12704" extrusionOk="0">
                  <a:moveTo>
                    <a:pt x="12224" y="1"/>
                  </a:moveTo>
                  <a:cubicBezTo>
                    <a:pt x="12198" y="1"/>
                    <a:pt x="12170" y="9"/>
                    <a:pt x="12142" y="28"/>
                  </a:cubicBezTo>
                  <a:cubicBezTo>
                    <a:pt x="9240" y="995"/>
                    <a:pt x="1635" y="7533"/>
                    <a:pt x="33" y="12470"/>
                  </a:cubicBezTo>
                  <a:cubicBezTo>
                    <a:pt x="0" y="12570"/>
                    <a:pt x="33" y="12670"/>
                    <a:pt x="133" y="12703"/>
                  </a:cubicBezTo>
                  <a:lnTo>
                    <a:pt x="234" y="12703"/>
                  </a:lnTo>
                  <a:cubicBezTo>
                    <a:pt x="300" y="12703"/>
                    <a:pt x="334" y="12637"/>
                    <a:pt x="367" y="12603"/>
                  </a:cubicBezTo>
                  <a:cubicBezTo>
                    <a:pt x="1968" y="7733"/>
                    <a:pt x="9407" y="1328"/>
                    <a:pt x="12276" y="361"/>
                  </a:cubicBezTo>
                  <a:cubicBezTo>
                    <a:pt x="12376" y="328"/>
                    <a:pt x="12409" y="228"/>
                    <a:pt x="12376" y="128"/>
                  </a:cubicBezTo>
                  <a:cubicBezTo>
                    <a:pt x="12352" y="55"/>
                    <a:pt x="12293" y="1"/>
                    <a:pt x="122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1"/>
            <p:cNvSpPr/>
            <p:nvPr/>
          </p:nvSpPr>
          <p:spPr>
            <a:xfrm>
              <a:off x="2899750" y="2951725"/>
              <a:ext cx="1027425" cy="1092475"/>
            </a:xfrm>
            <a:custGeom>
              <a:avLst/>
              <a:gdLst/>
              <a:ahLst/>
              <a:cxnLst/>
              <a:rect l="l" t="t" r="r" b="b"/>
              <a:pathLst>
                <a:path w="41097" h="43699" extrusionOk="0">
                  <a:moveTo>
                    <a:pt x="25719" y="0"/>
                  </a:moveTo>
                  <a:lnTo>
                    <a:pt x="0" y="14911"/>
                  </a:lnTo>
                  <a:lnTo>
                    <a:pt x="0" y="33091"/>
                  </a:lnTo>
                  <a:cubicBezTo>
                    <a:pt x="67" y="34125"/>
                    <a:pt x="601" y="35059"/>
                    <a:pt x="1468" y="35626"/>
                  </a:cubicBezTo>
                  <a:lnTo>
                    <a:pt x="13043" y="42397"/>
                  </a:lnTo>
                  <a:cubicBezTo>
                    <a:pt x="14561" y="43265"/>
                    <a:pt x="16554" y="43698"/>
                    <a:pt x="18547" y="43698"/>
                  </a:cubicBezTo>
                  <a:cubicBezTo>
                    <a:pt x="20540" y="43698"/>
                    <a:pt x="22533" y="43265"/>
                    <a:pt x="24051" y="42397"/>
                  </a:cubicBezTo>
                  <a:lnTo>
                    <a:pt x="38795" y="33858"/>
                  </a:lnTo>
                  <a:cubicBezTo>
                    <a:pt x="40329" y="32991"/>
                    <a:pt x="41096" y="31857"/>
                    <a:pt x="41096" y="30689"/>
                  </a:cubicBezTo>
                  <a:lnTo>
                    <a:pt x="41096" y="28654"/>
                  </a:lnTo>
                  <a:lnTo>
                    <a:pt x="27186" y="20749"/>
                  </a:lnTo>
                  <a:cubicBezTo>
                    <a:pt x="26319" y="20181"/>
                    <a:pt x="25785" y="19247"/>
                    <a:pt x="25719" y="18213"/>
                  </a:cubicBezTo>
                  <a:lnTo>
                    <a:pt x="2571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1"/>
            <p:cNvSpPr/>
            <p:nvPr/>
          </p:nvSpPr>
          <p:spPr>
            <a:xfrm>
              <a:off x="2898900" y="3253600"/>
              <a:ext cx="155150" cy="657175"/>
            </a:xfrm>
            <a:custGeom>
              <a:avLst/>
              <a:gdLst/>
              <a:ahLst/>
              <a:cxnLst/>
              <a:rect l="l" t="t" r="r" b="b"/>
              <a:pathLst>
                <a:path w="6206" h="26287" extrusionOk="0">
                  <a:moveTo>
                    <a:pt x="4904" y="1"/>
                  </a:moveTo>
                  <a:lnTo>
                    <a:pt x="1" y="2836"/>
                  </a:lnTo>
                  <a:lnTo>
                    <a:pt x="1" y="21016"/>
                  </a:lnTo>
                  <a:cubicBezTo>
                    <a:pt x="68" y="22050"/>
                    <a:pt x="601" y="22984"/>
                    <a:pt x="1469" y="23551"/>
                  </a:cubicBezTo>
                  <a:lnTo>
                    <a:pt x="6205" y="26286"/>
                  </a:lnTo>
                  <a:lnTo>
                    <a:pt x="6205" y="24218"/>
                  </a:lnTo>
                  <a:lnTo>
                    <a:pt x="3270" y="22517"/>
                  </a:lnTo>
                  <a:cubicBezTo>
                    <a:pt x="2403" y="21950"/>
                    <a:pt x="1835" y="21016"/>
                    <a:pt x="1802" y="19982"/>
                  </a:cubicBezTo>
                  <a:lnTo>
                    <a:pt x="1802" y="5771"/>
                  </a:lnTo>
                  <a:lnTo>
                    <a:pt x="5238" y="3770"/>
                  </a:lnTo>
                  <a:cubicBezTo>
                    <a:pt x="5138" y="2536"/>
                    <a:pt x="5004" y="1235"/>
                    <a:pt x="49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1"/>
            <p:cNvSpPr/>
            <p:nvPr/>
          </p:nvSpPr>
          <p:spPr>
            <a:xfrm>
              <a:off x="2943950" y="3025950"/>
              <a:ext cx="1002400" cy="966550"/>
            </a:xfrm>
            <a:custGeom>
              <a:avLst/>
              <a:gdLst/>
              <a:ahLst/>
              <a:cxnLst/>
              <a:rect l="l" t="t" r="r" b="b"/>
              <a:pathLst>
                <a:path w="40096" h="38662" extrusionOk="0">
                  <a:moveTo>
                    <a:pt x="25752" y="0"/>
                  </a:moveTo>
                  <a:lnTo>
                    <a:pt x="0" y="14877"/>
                  </a:lnTo>
                  <a:lnTo>
                    <a:pt x="0" y="29088"/>
                  </a:lnTo>
                  <a:cubicBezTo>
                    <a:pt x="33" y="30122"/>
                    <a:pt x="601" y="31056"/>
                    <a:pt x="1468" y="31623"/>
                  </a:cubicBezTo>
                  <a:lnTo>
                    <a:pt x="11275" y="37360"/>
                  </a:lnTo>
                  <a:cubicBezTo>
                    <a:pt x="12793" y="38228"/>
                    <a:pt x="14786" y="38661"/>
                    <a:pt x="16779" y="38661"/>
                  </a:cubicBezTo>
                  <a:cubicBezTo>
                    <a:pt x="18772" y="38661"/>
                    <a:pt x="20765" y="38228"/>
                    <a:pt x="22283" y="37360"/>
                  </a:cubicBezTo>
                  <a:lnTo>
                    <a:pt x="37027" y="28821"/>
                  </a:lnTo>
                  <a:cubicBezTo>
                    <a:pt x="40095" y="27053"/>
                    <a:pt x="40095" y="24217"/>
                    <a:pt x="37027" y="22450"/>
                  </a:cubicBezTo>
                  <a:lnTo>
                    <a:pt x="27220" y="16745"/>
                  </a:lnTo>
                  <a:cubicBezTo>
                    <a:pt x="26352" y="16178"/>
                    <a:pt x="25819" y="15244"/>
                    <a:pt x="25752" y="14210"/>
                  </a:cubicBezTo>
                  <a:lnTo>
                    <a:pt x="2575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1"/>
            <p:cNvSpPr/>
            <p:nvPr/>
          </p:nvSpPr>
          <p:spPr>
            <a:xfrm>
              <a:off x="2943950" y="3025950"/>
              <a:ext cx="755550" cy="833125"/>
            </a:xfrm>
            <a:custGeom>
              <a:avLst/>
              <a:gdLst/>
              <a:ahLst/>
              <a:cxnLst/>
              <a:rect l="l" t="t" r="r" b="b"/>
              <a:pathLst>
                <a:path w="30222" h="33325" extrusionOk="0">
                  <a:moveTo>
                    <a:pt x="25752" y="0"/>
                  </a:moveTo>
                  <a:lnTo>
                    <a:pt x="0" y="14877"/>
                  </a:lnTo>
                  <a:lnTo>
                    <a:pt x="0" y="29088"/>
                  </a:lnTo>
                  <a:cubicBezTo>
                    <a:pt x="33" y="30122"/>
                    <a:pt x="601" y="31056"/>
                    <a:pt x="1468" y="31623"/>
                  </a:cubicBezTo>
                  <a:lnTo>
                    <a:pt x="4403" y="33324"/>
                  </a:lnTo>
                  <a:lnTo>
                    <a:pt x="30222" y="18480"/>
                  </a:lnTo>
                  <a:lnTo>
                    <a:pt x="27220" y="16745"/>
                  </a:lnTo>
                  <a:cubicBezTo>
                    <a:pt x="26352" y="16178"/>
                    <a:pt x="25819" y="15244"/>
                    <a:pt x="25752" y="14210"/>
                  </a:cubicBezTo>
                  <a:lnTo>
                    <a:pt x="257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1"/>
            <p:cNvSpPr/>
            <p:nvPr/>
          </p:nvSpPr>
          <p:spPr>
            <a:xfrm>
              <a:off x="3369250" y="3668075"/>
              <a:ext cx="557925" cy="376125"/>
            </a:xfrm>
            <a:custGeom>
              <a:avLst/>
              <a:gdLst/>
              <a:ahLst/>
              <a:cxnLst/>
              <a:rect l="l" t="t" r="r" b="b"/>
              <a:pathLst>
                <a:path w="22317" h="15045" extrusionOk="0">
                  <a:moveTo>
                    <a:pt x="22316" y="0"/>
                  </a:moveTo>
                  <a:cubicBezTo>
                    <a:pt x="22316" y="1134"/>
                    <a:pt x="21549" y="2269"/>
                    <a:pt x="20015" y="3169"/>
                  </a:cubicBezTo>
                  <a:lnTo>
                    <a:pt x="5271" y="11709"/>
                  </a:lnTo>
                  <a:cubicBezTo>
                    <a:pt x="3670" y="12576"/>
                    <a:pt x="1835" y="13010"/>
                    <a:pt x="0" y="13010"/>
                  </a:cubicBezTo>
                  <a:lnTo>
                    <a:pt x="0" y="15044"/>
                  </a:lnTo>
                  <a:cubicBezTo>
                    <a:pt x="1835" y="15044"/>
                    <a:pt x="3670" y="14611"/>
                    <a:pt x="5271" y="13743"/>
                  </a:cubicBezTo>
                  <a:lnTo>
                    <a:pt x="20015" y="5204"/>
                  </a:lnTo>
                  <a:cubicBezTo>
                    <a:pt x="21549" y="4337"/>
                    <a:pt x="22316" y="3203"/>
                    <a:pt x="22316" y="2035"/>
                  </a:cubicBezTo>
                  <a:lnTo>
                    <a:pt x="22316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1"/>
            <p:cNvSpPr/>
            <p:nvPr/>
          </p:nvSpPr>
          <p:spPr>
            <a:xfrm>
              <a:off x="1866500" y="456475"/>
              <a:ext cx="2669425" cy="3797150"/>
            </a:xfrm>
            <a:custGeom>
              <a:avLst/>
              <a:gdLst/>
              <a:ahLst/>
              <a:cxnLst/>
              <a:rect l="l" t="t" r="r" b="b"/>
              <a:pathLst>
                <a:path w="106777" h="151886" extrusionOk="0">
                  <a:moveTo>
                    <a:pt x="103336" y="1"/>
                  </a:moveTo>
                  <a:cubicBezTo>
                    <a:pt x="102701" y="1"/>
                    <a:pt x="102064" y="160"/>
                    <a:pt x="101473" y="473"/>
                  </a:cubicBezTo>
                  <a:lnTo>
                    <a:pt x="1835" y="58014"/>
                  </a:lnTo>
                  <a:cubicBezTo>
                    <a:pt x="735" y="58714"/>
                    <a:pt x="67" y="59882"/>
                    <a:pt x="1" y="61183"/>
                  </a:cubicBezTo>
                  <a:lnTo>
                    <a:pt x="1" y="148378"/>
                  </a:lnTo>
                  <a:cubicBezTo>
                    <a:pt x="34" y="149613"/>
                    <a:pt x="668" y="150780"/>
                    <a:pt x="1735" y="151481"/>
                  </a:cubicBezTo>
                  <a:cubicBezTo>
                    <a:pt x="2262" y="151752"/>
                    <a:pt x="2842" y="151886"/>
                    <a:pt x="3425" y="151886"/>
                  </a:cubicBezTo>
                  <a:cubicBezTo>
                    <a:pt x="4060" y="151886"/>
                    <a:pt x="4697" y="151727"/>
                    <a:pt x="5271" y="151414"/>
                  </a:cubicBezTo>
                  <a:lnTo>
                    <a:pt x="104942" y="93873"/>
                  </a:lnTo>
                  <a:cubicBezTo>
                    <a:pt x="106010" y="93172"/>
                    <a:pt x="106710" y="92005"/>
                    <a:pt x="106777" y="90704"/>
                  </a:cubicBezTo>
                  <a:lnTo>
                    <a:pt x="106777" y="3508"/>
                  </a:lnTo>
                  <a:cubicBezTo>
                    <a:pt x="106710" y="2274"/>
                    <a:pt x="106076" y="1106"/>
                    <a:pt x="105042" y="406"/>
                  </a:cubicBezTo>
                  <a:cubicBezTo>
                    <a:pt x="104500" y="134"/>
                    <a:pt x="103919" y="1"/>
                    <a:pt x="10333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1"/>
            <p:cNvSpPr/>
            <p:nvPr/>
          </p:nvSpPr>
          <p:spPr>
            <a:xfrm>
              <a:off x="1952650" y="511475"/>
              <a:ext cx="2583275" cy="3736900"/>
            </a:xfrm>
            <a:custGeom>
              <a:avLst/>
              <a:gdLst/>
              <a:ahLst/>
              <a:cxnLst/>
              <a:rect l="l" t="t" r="r" b="b"/>
              <a:pathLst>
                <a:path w="103331" h="149476" extrusionOk="0">
                  <a:moveTo>
                    <a:pt x="102302" y="0"/>
                  </a:moveTo>
                  <a:cubicBezTo>
                    <a:pt x="102058" y="0"/>
                    <a:pt x="101784" y="78"/>
                    <a:pt x="101496" y="241"/>
                  </a:cubicBezTo>
                  <a:lnTo>
                    <a:pt x="1858" y="57782"/>
                  </a:lnTo>
                  <a:cubicBezTo>
                    <a:pt x="758" y="58516"/>
                    <a:pt x="91" y="59683"/>
                    <a:pt x="24" y="60984"/>
                  </a:cubicBezTo>
                  <a:lnTo>
                    <a:pt x="24" y="148147"/>
                  </a:lnTo>
                  <a:cubicBezTo>
                    <a:pt x="0" y="148993"/>
                    <a:pt x="408" y="149475"/>
                    <a:pt x="1001" y="149475"/>
                  </a:cubicBezTo>
                  <a:cubicBezTo>
                    <a:pt x="1249" y="149475"/>
                    <a:pt x="1530" y="149391"/>
                    <a:pt x="1825" y="149214"/>
                  </a:cubicBezTo>
                  <a:lnTo>
                    <a:pt x="101496" y="91706"/>
                  </a:lnTo>
                  <a:cubicBezTo>
                    <a:pt x="102564" y="91006"/>
                    <a:pt x="103264" y="89805"/>
                    <a:pt x="103331" y="88537"/>
                  </a:cubicBezTo>
                  <a:lnTo>
                    <a:pt x="103331" y="1308"/>
                  </a:lnTo>
                  <a:cubicBezTo>
                    <a:pt x="103331" y="476"/>
                    <a:pt x="102908" y="0"/>
                    <a:pt x="10230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1"/>
            <p:cNvSpPr/>
            <p:nvPr/>
          </p:nvSpPr>
          <p:spPr>
            <a:xfrm>
              <a:off x="2038300" y="652500"/>
              <a:ext cx="2410900" cy="3294725"/>
            </a:xfrm>
            <a:custGeom>
              <a:avLst/>
              <a:gdLst/>
              <a:ahLst/>
              <a:cxnLst/>
              <a:rect l="l" t="t" r="r" b="b"/>
              <a:pathLst>
                <a:path w="96436" h="131789" extrusionOk="0">
                  <a:moveTo>
                    <a:pt x="95803" y="1"/>
                  </a:moveTo>
                  <a:cubicBezTo>
                    <a:pt x="95660" y="1"/>
                    <a:pt x="95501" y="44"/>
                    <a:pt x="95335" y="137"/>
                  </a:cubicBezTo>
                  <a:lnTo>
                    <a:pt x="1101" y="54543"/>
                  </a:lnTo>
                  <a:cubicBezTo>
                    <a:pt x="467" y="54976"/>
                    <a:pt x="67" y="55677"/>
                    <a:pt x="0" y="56444"/>
                  </a:cubicBezTo>
                  <a:lnTo>
                    <a:pt x="0" y="130997"/>
                  </a:lnTo>
                  <a:cubicBezTo>
                    <a:pt x="0" y="131493"/>
                    <a:pt x="251" y="131789"/>
                    <a:pt x="611" y="131789"/>
                  </a:cubicBezTo>
                  <a:cubicBezTo>
                    <a:pt x="759" y="131789"/>
                    <a:pt x="926" y="131738"/>
                    <a:pt x="1101" y="131631"/>
                  </a:cubicBezTo>
                  <a:lnTo>
                    <a:pt x="95335" y="77259"/>
                  </a:lnTo>
                  <a:cubicBezTo>
                    <a:pt x="96002" y="76825"/>
                    <a:pt x="96402" y="76125"/>
                    <a:pt x="96436" y="75324"/>
                  </a:cubicBezTo>
                  <a:lnTo>
                    <a:pt x="96436" y="804"/>
                  </a:lnTo>
                  <a:cubicBezTo>
                    <a:pt x="96436" y="298"/>
                    <a:pt x="96174" y="1"/>
                    <a:pt x="958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1"/>
            <p:cNvSpPr/>
            <p:nvPr/>
          </p:nvSpPr>
          <p:spPr>
            <a:xfrm>
              <a:off x="2038300" y="652500"/>
              <a:ext cx="2410900" cy="3294725"/>
            </a:xfrm>
            <a:custGeom>
              <a:avLst/>
              <a:gdLst/>
              <a:ahLst/>
              <a:cxnLst/>
              <a:rect l="l" t="t" r="r" b="b"/>
              <a:pathLst>
                <a:path w="96436" h="131789" extrusionOk="0">
                  <a:moveTo>
                    <a:pt x="95803" y="1"/>
                  </a:moveTo>
                  <a:cubicBezTo>
                    <a:pt x="95660" y="1"/>
                    <a:pt x="95501" y="44"/>
                    <a:pt x="95335" y="137"/>
                  </a:cubicBezTo>
                  <a:lnTo>
                    <a:pt x="1101" y="54543"/>
                  </a:lnTo>
                  <a:cubicBezTo>
                    <a:pt x="467" y="54976"/>
                    <a:pt x="67" y="55677"/>
                    <a:pt x="0" y="56444"/>
                  </a:cubicBezTo>
                  <a:lnTo>
                    <a:pt x="0" y="130997"/>
                  </a:lnTo>
                  <a:cubicBezTo>
                    <a:pt x="0" y="131493"/>
                    <a:pt x="251" y="131789"/>
                    <a:pt x="611" y="131789"/>
                  </a:cubicBezTo>
                  <a:cubicBezTo>
                    <a:pt x="759" y="131789"/>
                    <a:pt x="926" y="131738"/>
                    <a:pt x="1101" y="131631"/>
                  </a:cubicBezTo>
                  <a:lnTo>
                    <a:pt x="95335" y="77259"/>
                  </a:lnTo>
                  <a:cubicBezTo>
                    <a:pt x="96002" y="76825"/>
                    <a:pt x="96402" y="76125"/>
                    <a:pt x="96436" y="75324"/>
                  </a:cubicBezTo>
                  <a:lnTo>
                    <a:pt x="96436" y="804"/>
                  </a:lnTo>
                  <a:cubicBezTo>
                    <a:pt x="96436" y="298"/>
                    <a:pt x="96174" y="1"/>
                    <a:pt x="95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1"/>
            <p:cNvSpPr/>
            <p:nvPr/>
          </p:nvSpPr>
          <p:spPr>
            <a:xfrm>
              <a:off x="3209125" y="3312275"/>
              <a:ext cx="101250" cy="122325"/>
            </a:xfrm>
            <a:custGeom>
              <a:avLst/>
              <a:gdLst/>
              <a:ahLst/>
              <a:cxnLst/>
              <a:rect l="l" t="t" r="r" b="b"/>
              <a:pathLst>
                <a:path w="4050" h="4893" extrusionOk="0">
                  <a:moveTo>
                    <a:pt x="2736" y="456"/>
                  </a:moveTo>
                  <a:cubicBezTo>
                    <a:pt x="2836" y="456"/>
                    <a:pt x="2969" y="489"/>
                    <a:pt x="3070" y="556"/>
                  </a:cubicBezTo>
                  <a:cubicBezTo>
                    <a:pt x="3370" y="756"/>
                    <a:pt x="3537" y="1123"/>
                    <a:pt x="3470" y="1490"/>
                  </a:cubicBezTo>
                  <a:cubicBezTo>
                    <a:pt x="3436" y="2624"/>
                    <a:pt x="2836" y="3658"/>
                    <a:pt x="1869" y="4292"/>
                  </a:cubicBezTo>
                  <a:cubicBezTo>
                    <a:pt x="1695" y="4475"/>
                    <a:pt x="1482" y="4555"/>
                    <a:pt x="1273" y="4555"/>
                  </a:cubicBezTo>
                  <a:cubicBezTo>
                    <a:pt x="762" y="4555"/>
                    <a:pt x="278" y="4074"/>
                    <a:pt x="468" y="3458"/>
                  </a:cubicBezTo>
                  <a:cubicBezTo>
                    <a:pt x="534" y="2324"/>
                    <a:pt x="1135" y="1290"/>
                    <a:pt x="2069" y="656"/>
                  </a:cubicBezTo>
                  <a:cubicBezTo>
                    <a:pt x="2269" y="522"/>
                    <a:pt x="2502" y="456"/>
                    <a:pt x="2736" y="456"/>
                  </a:cubicBezTo>
                  <a:close/>
                  <a:moveTo>
                    <a:pt x="2662" y="0"/>
                  </a:moveTo>
                  <a:cubicBezTo>
                    <a:pt x="2392" y="0"/>
                    <a:pt x="2114" y="89"/>
                    <a:pt x="1869" y="289"/>
                  </a:cubicBezTo>
                  <a:cubicBezTo>
                    <a:pt x="768" y="989"/>
                    <a:pt x="101" y="2157"/>
                    <a:pt x="34" y="3458"/>
                  </a:cubicBezTo>
                  <a:cubicBezTo>
                    <a:pt x="1" y="3958"/>
                    <a:pt x="234" y="4459"/>
                    <a:pt x="634" y="4759"/>
                  </a:cubicBezTo>
                  <a:cubicBezTo>
                    <a:pt x="801" y="4859"/>
                    <a:pt x="1001" y="4892"/>
                    <a:pt x="1202" y="4892"/>
                  </a:cubicBezTo>
                  <a:cubicBezTo>
                    <a:pt x="1502" y="4892"/>
                    <a:pt x="1802" y="4792"/>
                    <a:pt x="2069" y="4625"/>
                  </a:cubicBezTo>
                  <a:cubicBezTo>
                    <a:pt x="3170" y="3925"/>
                    <a:pt x="3837" y="2757"/>
                    <a:pt x="3903" y="1456"/>
                  </a:cubicBezTo>
                  <a:cubicBezTo>
                    <a:pt x="4049" y="631"/>
                    <a:pt x="3383" y="0"/>
                    <a:pt x="26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1"/>
            <p:cNvSpPr/>
            <p:nvPr/>
          </p:nvSpPr>
          <p:spPr>
            <a:xfrm>
              <a:off x="2432750" y="1007000"/>
              <a:ext cx="2425075" cy="3217675"/>
            </a:xfrm>
            <a:custGeom>
              <a:avLst/>
              <a:gdLst/>
              <a:ahLst/>
              <a:cxnLst/>
              <a:rect l="l" t="t" r="r" b="b"/>
              <a:pathLst>
                <a:path w="97003" h="128707" extrusionOk="0">
                  <a:moveTo>
                    <a:pt x="97003" y="0"/>
                  </a:moveTo>
                  <a:lnTo>
                    <a:pt x="0" y="55974"/>
                  </a:lnTo>
                  <a:lnTo>
                    <a:pt x="0" y="127458"/>
                  </a:lnTo>
                  <a:cubicBezTo>
                    <a:pt x="0" y="128200"/>
                    <a:pt x="589" y="128707"/>
                    <a:pt x="1240" y="128707"/>
                  </a:cubicBezTo>
                  <a:cubicBezTo>
                    <a:pt x="1437" y="128707"/>
                    <a:pt x="1641" y="128660"/>
                    <a:pt x="1835" y="128559"/>
                  </a:cubicBezTo>
                  <a:lnTo>
                    <a:pt x="3569" y="127558"/>
                  </a:lnTo>
                  <a:lnTo>
                    <a:pt x="95201" y="74721"/>
                  </a:lnTo>
                  <a:cubicBezTo>
                    <a:pt x="96269" y="74020"/>
                    <a:pt x="96936" y="72853"/>
                    <a:pt x="97003" y="71585"/>
                  </a:cubicBezTo>
                  <a:lnTo>
                    <a:pt x="9700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1"/>
            <p:cNvSpPr/>
            <p:nvPr/>
          </p:nvSpPr>
          <p:spPr>
            <a:xfrm>
              <a:off x="2432750" y="1007825"/>
              <a:ext cx="2425075" cy="3217325"/>
            </a:xfrm>
            <a:custGeom>
              <a:avLst/>
              <a:gdLst/>
              <a:ahLst/>
              <a:cxnLst/>
              <a:rect l="l" t="t" r="r" b="b"/>
              <a:pathLst>
                <a:path w="97003" h="128693" extrusionOk="0">
                  <a:moveTo>
                    <a:pt x="96602" y="701"/>
                  </a:moveTo>
                  <a:lnTo>
                    <a:pt x="96602" y="71552"/>
                  </a:lnTo>
                  <a:cubicBezTo>
                    <a:pt x="96536" y="72653"/>
                    <a:pt x="95935" y="73687"/>
                    <a:pt x="95001" y="74321"/>
                  </a:cubicBezTo>
                  <a:lnTo>
                    <a:pt x="3369" y="127158"/>
                  </a:lnTo>
                  <a:lnTo>
                    <a:pt x="1635" y="128159"/>
                  </a:lnTo>
                  <a:cubicBezTo>
                    <a:pt x="1501" y="128226"/>
                    <a:pt x="1368" y="128259"/>
                    <a:pt x="1201" y="128259"/>
                  </a:cubicBezTo>
                  <a:cubicBezTo>
                    <a:pt x="1001" y="128259"/>
                    <a:pt x="801" y="128192"/>
                    <a:pt x="634" y="128026"/>
                  </a:cubicBezTo>
                  <a:cubicBezTo>
                    <a:pt x="467" y="127892"/>
                    <a:pt x="400" y="127659"/>
                    <a:pt x="400" y="127425"/>
                  </a:cubicBezTo>
                  <a:lnTo>
                    <a:pt x="400" y="56174"/>
                  </a:lnTo>
                  <a:lnTo>
                    <a:pt x="96602" y="701"/>
                  </a:lnTo>
                  <a:close/>
                  <a:moveTo>
                    <a:pt x="97003" y="1"/>
                  </a:moveTo>
                  <a:lnTo>
                    <a:pt x="0" y="55941"/>
                  </a:lnTo>
                  <a:lnTo>
                    <a:pt x="0" y="127425"/>
                  </a:lnTo>
                  <a:cubicBezTo>
                    <a:pt x="0" y="128126"/>
                    <a:pt x="534" y="128693"/>
                    <a:pt x="1234" y="128693"/>
                  </a:cubicBezTo>
                  <a:cubicBezTo>
                    <a:pt x="1468" y="128693"/>
                    <a:pt x="1668" y="128626"/>
                    <a:pt x="1868" y="128526"/>
                  </a:cubicBezTo>
                  <a:lnTo>
                    <a:pt x="3569" y="127525"/>
                  </a:lnTo>
                  <a:lnTo>
                    <a:pt x="95201" y="74688"/>
                  </a:lnTo>
                  <a:cubicBezTo>
                    <a:pt x="96269" y="73987"/>
                    <a:pt x="96936" y="72820"/>
                    <a:pt x="97003" y="71552"/>
                  </a:cubicBezTo>
                  <a:lnTo>
                    <a:pt x="9700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1"/>
            <p:cNvSpPr/>
            <p:nvPr/>
          </p:nvSpPr>
          <p:spPr>
            <a:xfrm>
              <a:off x="2374375" y="973650"/>
              <a:ext cx="2483450" cy="1432700"/>
            </a:xfrm>
            <a:custGeom>
              <a:avLst/>
              <a:gdLst/>
              <a:ahLst/>
              <a:cxnLst/>
              <a:rect l="l" t="t" r="r" b="b"/>
              <a:pathLst>
                <a:path w="99338" h="57308" extrusionOk="0">
                  <a:moveTo>
                    <a:pt x="97036" y="0"/>
                  </a:moveTo>
                  <a:lnTo>
                    <a:pt x="0" y="55973"/>
                  </a:lnTo>
                  <a:lnTo>
                    <a:pt x="2335" y="57308"/>
                  </a:lnTo>
                  <a:lnTo>
                    <a:pt x="99338" y="1334"/>
                  </a:lnTo>
                  <a:lnTo>
                    <a:pt x="97036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1"/>
            <p:cNvSpPr/>
            <p:nvPr/>
          </p:nvSpPr>
          <p:spPr>
            <a:xfrm>
              <a:off x="2374375" y="2372975"/>
              <a:ext cx="74225" cy="1848025"/>
            </a:xfrm>
            <a:custGeom>
              <a:avLst/>
              <a:gdLst/>
              <a:ahLst/>
              <a:cxnLst/>
              <a:rect l="l" t="t" r="r" b="b"/>
              <a:pathLst>
                <a:path w="2969" h="73921" extrusionOk="0">
                  <a:moveTo>
                    <a:pt x="0" y="0"/>
                  </a:moveTo>
                  <a:lnTo>
                    <a:pt x="0" y="71118"/>
                  </a:lnTo>
                  <a:cubicBezTo>
                    <a:pt x="0" y="71185"/>
                    <a:pt x="0" y="71285"/>
                    <a:pt x="0" y="71385"/>
                  </a:cubicBezTo>
                  <a:cubicBezTo>
                    <a:pt x="100" y="71952"/>
                    <a:pt x="434" y="72486"/>
                    <a:pt x="968" y="72786"/>
                  </a:cubicBezTo>
                  <a:lnTo>
                    <a:pt x="2869" y="73887"/>
                  </a:lnTo>
                  <a:lnTo>
                    <a:pt x="2969" y="73920"/>
                  </a:lnTo>
                  <a:cubicBezTo>
                    <a:pt x="2569" y="73720"/>
                    <a:pt x="2335" y="73286"/>
                    <a:pt x="2335" y="72819"/>
                  </a:cubicBezTo>
                  <a:lnTo>
                    <a:pt x="2335" y="1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1"/>
            <p:cNvSpPr/>
            <p:nvPr/>
          </p:nvSpPr>
          <p:spPr>
            <a:xfrm>
              <a:off x="2374375" y="835425"/>
              <a:ext cx="2483450" cy="1570925"/>
            </a:xfrm>
            <a:custGeom>
              <a:avLst/>
              <a:gdLst/>
              <a:ahLst/>
              <a:cxnLst/>
              <a:rect l="l" t="t" r="r" b="b"/>
              <a:pathLst>
                <a:path w="99338" h="62837" extrusionOk="0">
                  <a:moveTo>
                    <a:pt x="97036" y="0"/>
                  </a:moveTo>
                  <a:cubicBezTo>
                    <a:pt x="96728" y="0"/>
                    <a:pt x="96419" y="75"/>
                    <a:pt x="96135" y="225"/>
                  </a:cubicBezTo>
                  <a:lnTo>
                    <a:pt x="901" y="55131"/>
                  </a:lnTo>
                  <a:cubicBezTo>
                    <a:pt x="367" y="55465"/>
                    <a:pt x="34" y="56065"/>
                    <a:pt x="0" y="56699"/>
                  </a:cubicBezTo>
                  <a:lnTo>
                    <a:pt x="0" y="61536"/>
                  </a:lnTo>
                  <a:lnTo>
                    <a:pt x="2335" y="62837"/>
                  </a:lnTo>
                  <a:lnTo>
                    <a:pt x="99338" y="6897"/>
                  </a:lnTo>
                  <a:lnTo>
                    <a:pt x="99338" y="2060"/>
                  </a:lnTo>
                  <a:cubicBezTo>
                    <a:pt x="99304" y="1426"/>
                    <a:pt x="98971" y="859"/>
                    <a:pt x="98437" y="525"/>
                  </a:cubicBezTo>
                  <a:lnTo>
                    <a:pt x="97937" y="225"/>
                  </a:lnTo>
                  <a:cubicBezTo>
                    <a:pt x="97653" y="75"/>
                    <a:pt x="97345" y="0"/>
                    <a:pt x="970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1"/>
            <p:cNvSpPr/>
            <p:nvPr/>
          </p:nvSpPr>
          <p:spPr>
            <a:xfrm>
              <a:off x="2374375" y="835425"/>
              <a:ext cx="2483450" cy="1570925"/>
            </a:xfrm>
            <a:custGeom>
              <a:avLst/>
              <a:gdLst/>
              <a:ahLst/>
              <a:cxnLst/>
              <a:rect l="l" t="t" r="r" b="b"/>
              <a:pathLst>
                <a:path w="99338" h="62837" extrusionOk="0">
                  <a:moveTo>
                    <a:pt x="97036" y="0"/>
                  </a:moveTo>
                  <a:cubicBezTo>
                    <a:pt x="96728" y="0"/>
                    <a:pt x="96419" y="75"/>
                    <a:pt x="96135" y="225"/>
                  </a:cubicBezTo>
                  <a:lnTo>
                    <a:pt x="901" y="55131"/>
                  </a:lnTo>
                  <a:cubicBezTo>
                    <a:pt x="367" y="55465"/>
                    <a:pt x="34" y="56065"/>
                    <a:pt x="0" y="56699"/>
                  </a:cubicBezTo>
                  <a:lnTo>
                    <a:pt x="0" y="61536"/>
                  </a:lnTo>
                  <a:lnTo>
                    <a:pt x="2335" y="62837"/>
                  </a:lnTo>
                  <a:lnTo>
                    <a:pt x="99338" y="6897"/>
                  </a:lnTo>
                  <a:lnTo>
                    <a:pt x="99338" y="2060"/>
                  </a:lnTo>
                  <a:cubicBezTo>
                    <a:pt x="99304" y="1426"/>
                    <a:pt x="98971" y="859"/>
                    <a:pt x="98437" y="525"/>
                  </a:cubicBezTo>
                  <a:lnTo>
                    <a:pt x="97937" y="225"/>
                  </a:lnTo>
                  <a:cubicBezTo>
                    <a:pt x="97653" y="75"/>
                    <a:pt x="97345" y="0"/>
                    <a:pt x="970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1"/>
            <p:cNvSpPr/>
            <p:nvPr/>
          </p:nvSpPr>
          <p:spPr>
            <a:xfrm>
              <a:off x="2432750" y="871125"/>
              <a:ext cx="2425075" cy="1535225"/>
            </a:xfrm>
            <a:custGeom>
              <a:avLst/>
              <a:gdLst/>
              <a:ahLst/>
              <a:cxnLst/>
              <a:rect l="l" t="t" r="r" b="b"/>
              <a:pathLst>
                <a:path w="97003" h="61409" extrusionOk="0">
                  <a:moveTo>
                    <a:pt x="96515" y="0"/>
                  </a:moveTo>
                  <a:cubicBezTo>
                    <a:pt x="96391" y="0"/>
                    <a:pt x="96251" y="42"/>
                    <a:pt x="96102" y="132"/>
                  </a:cubicBezTo>
                  <a:lnTo>
                    <a:pt x="901" y="55038"/>
                  </a:lnTo>
                  <a:cubicBezTo>
                    <a:pt x="367" y="55371"/>
                    <a:pt x="34" y="55972"/>
                    <a:pt x="0" y="56605"/>
                  </a:cubicBezTo>
                  <a:lnTo>
                    <a:pt x="0" y="61409"/>
                  </a:lnTo>
                  <a:lnTo>
                    <a:pt x="97003" y="5469"/>
                  </a:lnTo>
                  <a:lnTo>
                    <a:pt x="97003" y="632"/>
                  </a:lnTo>
                  <a:cubicBezTo>
                    <a:pt x="97003" y="234"/>
                    <a:pt x="96805" y="0"/>
                    <a:pt x="9651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1"/>
            <p:cNvSpPr/>
            <p:nvPr/>
          </p:nvSpPr>
          <p:spPr>
            <a:xfrm>
              <a:off x="2432750" y="871125"/>
              <a:ext cx="2425075" cy="1535225"/>
            </a:xfrm>
            <a:custGeom>
              <a:avLst/>
              <a:gdLst/>
              <a:ahLst/>
              <a:cxnLst/>
              <a:rect l="l" t="t" r="r" b="b"/>
              <a:pathLst>
                <a:path w="97003" h="61409" extrusionOk="0">
                  <a:moveTo>
                    <a:pt x="96515" y="0"/>
                  </a:moveTo>
                  <a:cubicBezTo>
                    <a:pt x="96391" y="0"/>
                    <a:pt x="96251" y="42"/>
                    <a:pt x="96102" y="132"/>
                  </a:cubicBezTo>
                  <a:lnTo>
                    <a:pt x="901" y="55038"/>
                  </a:lnTo>
                  <a:cubicBezTo>
                    <a:pt x="367" y="55371"/>
                    <a:pt x="34" y="55972"/>
                    <a:pt x="0" y="56605"/>
                  </a:cubicBezTo>
                  <a:lnTo>
                    <a:pt x="0" y="61409"/>
                  </a:lnTo>
                  <a:lnTo>
                    <a:pt x="97003" y="5469"/>
                  </a:lnTo>
                  <a:lnTo>
                    <a:pt x="97003" y="632"/>
                  </a:lnTo>
                  <a:cubicBezTo>
                    <a:pt x="97003" y="234"/>
                    <a:pt x="96805" y="0"/>
                    <a:pt x="965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1"/>
            <p:cNvSpPr/>
            <p:nvPr/>
          </p:nvSpPr>
          <p:spPr>
            <a:xfrm>
              <a:off x="2374375" y="2230375"/>
              <a:ext cx="64225" cy="175975"/>
            </a:xfrm>
            <a:custGeom>
              <a:avLst/>
              <a:gdLst/>
              <a:ahLst/>
              <a:cxnLst/>
              <a:rect l="l" t="t" r="r" b="b"/>
              <a:pathLst>
                <a:path w="2569" h="7039" extrusionOk="0">
                  <a:moveTo>
                    <a:pt x="267" y="0"/>
                  </a:moveTo>
                  <a:cubicBezTo>
                    <a:pt x="100" y="267"/>
                    <a:pt x="34" y="567"/>
                    <a:pt x="0" y="901"/>
                  </a:cubicBezTo>
                  <a:lnTo>
                    <a:pt x="0" y="5704"/>
                  </a:lnTo>
                  <a:lnTo>
                    <a:pt x="2335" y="7039"/>
                  </a:lnTo>
                  <a:lnTo>
                    <a:pt x="2335" y="2235"/>
                  </a:lnTo>
                  <a:cubicBezTo>
                    <a:pt x="2335" y="1902"/>
                    <a:pt x="2435" y="1602"/>
                    <a:pt x="2569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1"/>
            <p:cNvSpPr/>
            <p:nvPr/>
          </p:nvSpPr>
          <p:spPr>
            <a:xfrm>
              <a:off x="2374375" y="2230375"/>
              <a:ext cx="64225" cy="175975"/>
            </a:xfrm>
            <a:custGeom>
              <a:avLst/>
              <a:gdLst/>
              <a:ahLst/>
              <a:cxnLst/>
              <a:rect l="l" t="t" r="r" b="b"/>
              <a:pathLst>
                <a:path w="2569" h="7039" extrusionOk="0">
                  <a:moveTo>
                    <a:pt x="267" y="0"/>
                  </a:moveTo>
                  <a:cubicBezTo>
                    <a:pt x="100" y="267"/>
                    <a:pt x="34" y="567"/>
                    <a:pt x="0" y="901"/>
                  </a:cubicBezTo>
                  <a:lnTo>
                    <a:pt x="0" y="5704"/>
                  </a:lnTo>
                  <a:lnTo>
                    <a:pt x="2335" y="7039"/>
                  </a:lnTo>
                  <a:lnTo>
                    <a:pt x="2335" y="2235"/>
                  </a:lnTo>
                  <a:cubicBezTo>
                    <a:pt x="2335" y="1902"/>
                    <a:pt x="2435" y="1602"/>
                    <a:pt x="2569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1"/>
            <p:cNvSpPr/>
            <p:nvPr/>
          </p:nvSpPr>
          <p:spPr>
            <a:xfrm>
              <a:off x="4751900" y="963200"/>
              <a:ext cx="41725" cy="54275"/>
            </a:xfrm>
            <a:custGeom>
              <a:avLst/>
              <a:gdLst/>
              <a:ahLst/>
              <a:cxnLst/>
              <a:rect l="l" t="t" r="r" b="b"/>
              <a:pathLst>
                <a:path w="1669" h="2171" extrusionOk="0">
                  <a:moveTo>
                    <a:pt x="1219" y="0"/>
                  </a:moveTo>
                  <a:cubicBezTo>
                    <a:pt x="1104" y="0"/>
                    <a:pt x="974" y="38"/>
                    <a:pt x="834" y="118"/>
                  </a:cubicBezTo>
                  <a:cubicBezTo>
                    <a:pt x="367" y="418"/>
                    <a:pt x="34" y="985"/>
                    <a:pt x="0" y="1586"/>
                  </a:cubicBezTo>
                  <a:cubicBezTo>
                    <a:pt x="0" y="1960"/>
                    <a:pt x="197" y="2170"/>
                    <a:pt x="465" y="2170"/>
                  </a:cubicBezTo>
                  <a:cubicBezTo>
                    <a:pt x="578" y="2170"/>
                    <a:pt x="705" y="2132"/>
                    <a:pt x="834" y="2053"/>
                  </a:cubicBezTo>
                  <a:cubicBezTo>
                    <a:pt x="1335" y="1719"/>
                    <a:pt x="1668" y="1185"/>
                    <a:pt x="1668" y="585"/>
                  </a:cubicBezTo>
                  <a:cubicBezTo>
                    <a:pt x="1668" y="210"/>
                    <a:pt x="1488" y="0"/>
                    <a:pt x="12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1"/>
            <p:cNvSpPr/>
            <p:nvPr/>
          </p:nvSpPr>
          <p:spPr>
            <a:xfrm>
              <a:off x="4667675" y="1011725"/>
              <a:ext cx="41725" cy="54775"/>
            </a:xfrm>
            <a:custGeom>
              <a:avLst/>
              <a:gdLst/>
              <a:ahLst/>
              <a:cxnLst/>
              <a:rect l="l" t="t" r="r" b="b"/>
              <a:pathLst>
                <a:path w="1669" h="2191" extrusionOk="0">
                  <a:moveTo>
                    <a:pt x="1186" y="1"/>
                  </a:moveTo>
                  <a:cubicBezTo>
                    <a:pt x="1077" y="1"/>
                    <a:pt x="957" y="36"/>
                    <a:pt x="834" y="112"/>
                  </a:cubicBezTo>
                  <a:cubicBezTo>
                    <a:pt x="334" y="445"/>
                    <a:pt x="34" y="979"/>
                    <a:pt x="0" y="1579"/>
                  </a:cubicBezTo>
                  <a:cubicBezTo>
                    <a:pt x="0" y="1962"/>
                    <a:pt x="189" y="2191"/>
                    <a:pt x="468" y="2191"/>
                  </a:cubicBezTo>
                  <a:cubicBezTo>
                    <a:pt x="578" y="2191"/>
                    <a:pt x="702" y="2155"/>
                    <a:pt x="834" y="2080"/>
                  </a:cubicBezTo>
                  <a:cubicBezTo>
                    <a:pt x="1335" y="1746"/>
                    <a:pt x="1635" y="1179"/>
                    <a:pt x="1668" y="612"/>
                  </a:cubicBezTo>
                  <a:cubicBezTo>
                    <a:pt x="1668" y="229"/>
                    <a:pt x="1462" y="1"/>
                    <a:pt x="118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1"/>
            <p:cNvSpPr/>
            <p:nvPr/>
          </p:nvSpPr>
          <p:spPr>
            <a:xfrm>
              <a:off x="4582600" y="1060775"/>
              <a:ext cx="41725" cy="54925"/>
            </a:xfrm>
            <a:custGeom>
              <a:avLst/>
              <a:gdLst/>
              <a:ahLst/>
              <a:cxnLst/>
              <a:rect l="l" t="t" r="r" b="b"/>
              <a:pathLst>
                <a:path w="1669" h="2197" extrusionOk="0">
                  <a:moveTo>
                    <a:pt x="1215" y="1"/>
                  </a:moveTo>
                  <a:cubicBezTo>
                    <a:pt x="1102" y="1"/>
                    <a:pt x="973" y="39"/>
                    <a:pt x="835" y="118"/>
                  </a:cubicBezTo>
                  <a:cubicBezTo>
                    <a:pt x="334" y="451"/>
                    <a:pt x="34" y="985"/>
                    <a:pt x="1" y="1585"/>
                  </a:cubicBezTo>
                  <a:cubicBezTo>
                    <a:pt x="1" y="1968"/>
                    <a:pt x="207" y="2197"/>
                    <a:pt x="483" y="2197"/>
                  </a:cubicBezTo>
                  <a:cubicBezTo>
                    <a:pt x="592" y="2197"/>
                    <a:pt x="712" y="2161"/>
                    <a:pt x="835" y="2086"/>
                  </a:cubicBezTo>
                  <a:cubicBezTo>
                    <a:pt x="1335" y="1752"/>
                    <a:pt x="1635" y="1185"/>
                    <a:pt x="1669" y="618"/>
                  </a:cubicBezTo>
                  <a:cubicBezTo>
                    <a:pt x="1669" y="218"/>
                    <a:pt x="1486" y="1"/>
                    <a:pt x="121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1"/>
            <p:cNvSpPr/>
            <p:nvPr/>
          </p:nvSpPr>
          <p:spPr>
            <a:xfrm>
              <a:off x="2432750" y="2049400"/>
              <a:ext cx="619625" cy="2175275"/>
            </a:xfrm>
            <a:custGeom>
              <a:avLst/>
              <a:gdLst/>
              <a:ahLst/>
              <a:cxnLst/>
              <a:rect l="l" t="t" r="r" b="b"/>
              <a:pathLst>
                <a:path w="24785" h="87011" extrusionOk="0">
                  <a:moveTo>
                    <a:pt x="24785" y="1"/>
                  </a:moveTo>
                  <a:lnTo>
                    <a:pt x="0" y="14278"/>
                  </a:lnTo>
                  <a:lnTo>
                    <a:pt x="0" y="85762"/>
                  </a:lnTo>
                  <a:cubicBezTo>
                    <a:pt x="0" y="86504"/>
                    <a:pt x="589" y="87011"/>
                    <a:pt x="1240" y="87011"/>
                  </a:cubicBezTo>
                  <a:cubicBezTo>
                    <a:pt x="1437" y="87011"/>
                    <a:pt x="1641" y="86964"/>
                    <a:pt x="1835" y="86863"/>
                  </a:cubicBezTo>
                  <a:lnTo>
                    <a:pt x="3569" y="85862"/>
                  </a:lnTo>
                  <a:lnTo>
                    <a:pt x="24785" y="73620"/>
                  </a:lnTo>
                  <a:lnTo>
                    <a:pt x="2478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1"/>
            <p:cNvSpPr/>
            <p:nvPr/>
          </p:nvSpPr>
          <p:spPr>
            <a:xfrm>
              <a:off x="3094050" y="1090400"/>
              <a:ext cx="1712900" cy="2725300"/>
            </a:xfrm>
            <a:custGeom>
              <a:avLst/>
              <a:gdLst/>
              <a:ahLst/>
              <a:cxnLst/>
              <a:rect l="l" t="t" r="r" b="b"/>
              <a:pathLst>
                <a:path w="68516" h="109012" extrusionOk="0">
                  <a:moveTo>
                    <a:pt x="68516" y="0"/>
                  </a:moveTo>
                  <a:lnTo>
                    <a:pt x="0" y="39562"/>
                  </a:lnTo>
                  <a:lnTo>
                    <a:pt x="0" y="109011"/>
                  </a:lnTo>
                  <a:lnTo>
                    <a:pt x="68516" y="69450"/>
                  </a:lnTo>
                  <a:lnTo>
                    <a:pt x="6851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1"/>
            <p:cNvSpPr/>
            <p:nvPr/>
          </p:nvSpPr>
          <p:spPr>
            <a:xfrm>
              <a:off x="2501950" y="2257100"/>
              <a:ext cx="421175" cy="303650"/>
            </a:xfrm>
            <a:custGeom>
              <a:avLst/>
              <a:gdLst/>
              <a:ahLst/>
              <a:cxnLst/>
              <a:rect l="l" t="t" r="r" b="b"/>
              <a:pathLst>
                <a:path w="16847" h="12146" extrusionOk="0">
                  <a:moveTo>
                    <a:pt x="16549" y="0"/>
                  </a:moveTo>
                  <a:cubicBezTo>
                    <a:pt x="16486" y="0"/>
                    <a:pt x="16417" y="21"/>
                    <a:pt x="16346" y="66"/>
                  </a:cubicBezTo>
                  <a:lnTo>
                    <a:pt x="501" y="9205"/>
                  </a:lnTo>
                  <a:cubicBezTo>
                    <a:pt x="201" y="9406"/>
                    <a:pt x="1" y="9772"/>
                    <a:pt x="1" y="10139"/>
                  </a:cubicBezTo>
                  <a:lnTo>
                    <a:pt x="1" y="11774"/>
                  </a:lnTo>
                  <a:cubicBezTo>
                    <a:pt x="1" y="12010"/>
                    <a:pt x="118" y="12146"/>
                    <a:pt x="281" y="12146"/>
                  </a:cubicBezTo>
                  <a:cubicBezTo>
                    <a:pt x="348" y="12146"/>
                    <a:pt x="423" y="12123"/>
                    <a:pt x="501" y="12074"/>
                  </a:cubicBezTo>
                  <a:lnTo>
                    <a:pt x="16346" y="2934"/>
                  </a:lnTo>
                  <a:cubicBezTo>
                    <a:pt x="16646" y="2734"/>
                    <a:pt x="16846" y="2401"/>
                    <a:pt x="16846" y="2034"/>
                  </a:cubicBezTo>
                  <a:lnTo>
                    <a:pt x="16846" y="399"/>
                  </a:lnTo>
                  <a:cubicBezTo>
                    <a:pt x="16846" y="155"/>
                    <a:pt x="16721" y="0"/>
                    <a:pt x="1654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1"/>
            <p:cNvSpPr/>
            <p:nvPr/>
          </p:nvSpPr>
          <p:spPr>
            <a:xfrm>
              <a:off x="2501950" y="2257100"/>
              <a:ext cx="421175" cy="303650"/>
            </a:xfrm>
            <a:custGeom>
              <a:avLst/>
              <a:gdLst/>
              <a:ahLst/>
              <a:cxnLst/>
              <a:rect l="l" t="t" r="r" b="b"/>
              <a:pathLst>
                <a:path w="16847" h="12146" extrusionOk="0">
                  <a:moveTo>
                    <a:pt x="16549" y="0"/>
                  </a:moveTo>
                  <a:cubicBezTo>
                    <a:pt x="16486" y="0"/>
                    <a:pt x="16417" y="21"/>
                    <a:pt x="16346" y="66"/>
                  </a:cubicBezTo>
                  <a:lnTo>
                    <a:pt x="501" y="9205"/>
                  </a:lnTo>
                  <a:cubicBezTo>
                    <a:pt x="201" y="9406"/>
                    <a:pt x="1" y="9772"/>
                    <a:pt x="1" y="10139"/>
                  </a:cubicBezTo>
                  <a:lnTo>
                    <a:pt x="1" y="11774"/>
                  </a:lnTo>
                  <a:cubicBezTo>
                    <a:pt x="1" y="12010"/>
                    <a:pt x="118" y="12146"/>
                    <a:pt x="281" y="12146"/>
                  </a:cubicBezTo>
                  <a:cubicBezTo>
                    <a:pt x="348" y="12146"/>
                    <a:pt x="423" y="12123"/>
                    <a:pt x="501" y="12074"/>
                  </a:cubicBezTo>
                  <a:lnTo>
                    <a:pt x="16346" y="2934"/>
                  </a:lnTo>
                  <a:cubicBezTo>
                    <a:pt x="16646" y="2734"/>
                    <a:pt x="16846" y="2401"/>
                    <a:pt x="16846" y="2034"/>
                  </a:cubicBezTo>
                  <a:lnTo>
                    <a:pt x="16846" y="399"/>
                  </a:lnTo>
                  <a:cubicBezTo>
                    <a:pt x="16846" y="155"/>
                    <a:pt x="16721" y="0"/>
                    <a:pt x="1654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1"/>
            <p:cNvSpPr/>
            <p:nvPr/>
          </p:nvSpPr>
          <p:spPr>
            <a:xfrm>
              <a:off x="2948100" y="2223850"/>
              <a:ext cx="52575" cy="61575"/>
            </a:xfrm>
            <a:custGeom>
              <a:avLst/>
              <a:gdLst/>
              <a:ahLst/>
              <a:cxnLst/>
              <a:rect l="l" t="t" r="r" b="b"/>
              <a:pathLst>
                <a:path w="2103" h="2463" extrusionOk="0">
                  <a:moveTo>
                    <a:pt x="1168" y="361"/>
                  </a:moveTo>
                  <a:cubicBezTo>
                    <a:pt x="1235" y="428"/>
                    <a:pt x="1335" y="562"/>
                    <a:pt x="1335" y="862"/>
                  </a:cubicBezTo>
                  <a:cubicBezTo>
                    <a:pt x="1335" y="1329"/>
                    <a:pt x="1135" y="1762"/>
                    <a:pt x="768" y="2063"/>
                  </a:cubicBezTo>
                  <a:cubicBezTo>
                    <a:pt x="721" y="2086"/>
                    <a:pt x="674" y="2110"/>
                    <a:pt x="627" y="2110"/>
                  </a:cubicBezTo>
                  <a:cubicBezTo>
                    <a:pt x="607" y="2110"/>
                    <a:pt x="587" y="2106"/>
                    <a:pt x="568" y="2096"/>
                  </a:cubicBezTo>
                  <a:cubicBezTo>
                    <a:pt x="501" y="2029"/>
                    <a:pt x="401" y="1896"/>
                    <a:pt x="401" y="1596"/>
                  </a:cubicBezTo>
                  <a:cubicBezTo>
                    <a:pt x="401" y="1129"/>
                    <a:pt x="601" y="695"/>
                    <a:pt x="968" y="395"/>
                  </a:cubicBezTo>
                  <a:cubicBezTo>
                    <a:pt x="1002" y="395"/>
                    <a:pt x="1035" y="361"/>
                    <a:pt x="1102" y="361"/>
                  </a:cubicBezTo>
                  <a:close/>
                  <a:moveTo>
                    <a:pt x="1100" y="1"/>
                  </a:moveTo>
                  <a:cubicBezTo>
                    <a:pt x="984" y="1"/>
                    <a:pt x="865" y="36"/>
                    <a:pt x="768" y="95"/>
                  </a:cubicBezTo>
                  <a:cubicBezTo>
                    <a:pt x="301" y="462"/>
                    <a:pt x="34" y="1029"/>
                    <a:pt x="34" y="1596"/>
                  </a:cubicBezTo>
                  <a:cubicBezTo>
                    <a:pt x="1" y="1929"/>
                    <a:pt x="134" y="2229"/>
                    <a:pt x="401" y="2396"/>
                  </a:cubicBezTo>
                  <a:cubicBezTo>
                    <a:pt x="468" y="2463"/>
                    <a:pt x="535" y="2463"/>
                    <a:pt x="635" y="2463"/>
                  </a:cubicBezTo>
                  <a:cubicBezTo>
                    <a:pt x="735" y="2463"/>
                    <a:pt x="868" y="2430"/>
                    <a:pt x="968" y="2396"/>
                  </a:cubicBezTo>
                  <a:cubicBezTo>
                    <a:pt x="1135" y="2263"/>
                    <a:pt x="1268" y="2129"/>
                    <a:pt x="1369" y="1963"/>
                  </a:cubicBezTo>
                  <a:lnTo>
                    <a:pt x="1769" y="2330"/>
                  </a:lnTo>
                  <a:cubicBezTo>
                    <a:pt x="1802" y="2363"/>
                    <a:pt x="1836" y="2396"/>
                    <a:pt x="1869" y="2396"/>
                  </a:cubicBezTo>
                  <a:cubicBezTo>
                    <a:pt x="1936" y="2396"/>
                    <a:pt x="1969" y="2363"/>
                    <a:pt x="2002" y="2330"/>
                  </a:cubicBezTo>
                  <a:cubicBezTo>
                    <a:pt x="2102" y="2263"/>
                    <a:pt x="2069" y="2129"/>
                    <a:pt x="2002" y="2063"/>
                  </a:cubicBezTo>
                  <a:lnTo>
                    <a:pt x="1535" y="1629"/>
                  </a:lnTo>
                  <a:cubicBezTo>
                    <a:pt x="1635" y="1362"/>
                    <a:pt x="1669" y="1129"/>
                    <a:pt x="1669" y="862"/>
                  </a:cubicBezTo>
                  <a:cubicBezTo>
                    <a:pt x="1735" y="562"/>
                    <a:pt x="1602" y="261"/>
                    <a:pt x="1335" y="61"/>
                  </a:cubicBezTo>
                  <a:cubicBezTo>
                    <a:pt x="1265" y="19"/>
                    <a:pt x="1184" y="1"/>
                    <a:pt x="11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1"/>
            <p:cNvSpPr/>
            <p:nvPr/>
          </p:nvSpPr>
          <p:spPr>
            <a:xfrm>
              <a:off x="2501125" y="2653175"/>
              <a:ext cx="10875" cy="31725"/>
            </a:xfrm>
            <a:custGeom>
              <a:avLst/>
              <a:gdLst/>
              <a:ahLst/>
              <a:cxnLst/>
              <a:rect l="l" t="t" r="r" b="b"/>
              <a:pathLst>
                <a:path w="435" h="1269" extrusionOk="0">
                  <a:moveTo>
                    <a:pt x="401" y="0"/>
                  </a:moveTo>
                  <a:lnTo>
                    <a:pt x="67" y="234"/>
                  </a:lnTo>
                  <a:cubicBezTo>
                    <a:pt x="34" y="234"/>
                    <a:pt x="0" y="267"/>
                    <a:pt x="0" y="301"/>
                  </a:cubicBezTo>
                  <a:lnTo>
                    <a:pt x="0" y="1268"/>
                  </a:lnTo>
                  <a:lnTo>
                    <a:pt x="67" y="1268"/>
                  </a:lnTo>
                  <a:lnTo>
                    <a:pt x="401" y="1068"/>
                  </a:lnTo>
                  <a:cubicBezTo>
                    <a:pt x="434" y="1068"/>
                    <a:pt x="434" y="1035"/>
                    <a:pt x="434" y="1001"/>
                  </a:cubicBezTo>
                  <a:lnTo>
                    <a:pt x="434" y="34"/>
                  </a:lnTo>
                  <a:cubicBezTo>
                    <a:pt x="434" y="0"/>
                    <a:pt x="401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1"/>
            <p:cNvSpPr/>
            <p:nvPr/>
          </p:nvSpPr>
          <p:spPr>
            <a:xfrm>
              <a:off x="2514475" y="2646500"/>
              <a:ext cx="10850" cy="30875"/>
            </a:xfrm>
            <a:custGeom>
              <a:avLst/>
              <a:gdLst/>
              <a:ahLst/>
              <a:cxnLst/>
              <a:rect l="l" t="t" r="r" b="b"/>
              <a:pathLst>
                <a:path w="434" h="1235" extrusionOk="0">
                  <a:moveTo>
                    <a:pt x="400" y="1"/>
                  </a:moveTo>
                  <a:lnTo>
                    <a:pt x="34" y="167"/>
                  </a:lnTo>
                  <a:cubicBezTo>
                    <a:pt x="34" y="201"/>
                    <a:pt x="0" y="234"/>
                    <a:pt x="0" y="267"/>
                  </a:cubicBezTo>
                  <a:lnTo>
                    <a:pt x="0" y="1201"/>
                  </a:lnTo>
                  <a:cubicBezTo>
                    <a:pt x="0" y="1235"/>
                    <a:pt x="34" y="1235"/>
                    <a:pt x="34" y="1235"/>
                  </a:cubicBezTo>
                  <a:lnTo>
                    <a:pt x="400" y="1035"/>
                  </a:lnTo>
                  <a:cubicBezTo>
                    <a:pt x="434" y="1035"/>
                    <a:pt x="434" y="1001"/>
                    <a:pt x="434" y="968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1"/>
            <p:cNvSpPr/>
            <p:nvPr/>
          </p:nvSpPr>
          <p:spPr>
            <a:xfrm>
              <a:off x="2527800" y="2638175"/>
              <a:ext cx="10875" cy="31700"/>
            </a:xfrm>
            <a:custGeom>
              <a:avLst/>
              <a:gdLst/>
              <a:ahLst/>
              <a:cxnLst/>
              <a:rect l="l" t="t" r="r" b="b"/>
              <a:pathLst>
                <a:path w="435" h="1268" extrusionOk="0">
                  <a:moveTo>
                    <a:pt x="401" y="0"/>
                  </a:moveTo>
                  <a:lnTo>
                    <a:pt x="34" y="200"/>
                  </a:lnTo>
                  <a:cubicBezTo>
                    <a:pt x="34" y="234"/>
                    <a:pt x="1" y="234"/>
                    <a:pt x="1" y="267"/>
                  </a:cubicBezTo>
                  <a:lnTo>
                    <a:pt x="1" y="1234"/>
                  </a:lnTo>
                  <a:cubicBezTo>
                    <a:pt x="1" y="1268"/>
                    <a:pt x="34" y="1268"/>
                    <a:pt x="34" y="1268"/>
                  </a:cubicBezTo>
                  <a:lnTo>
                    <a:pt x="401" y="1067"/>
                  </a:lnTo>
                  <a:cubicBezTo>
                    <a:pt x="435" y="1034"/>
                    <a:pt x="435" y="1001"/>
                    <a:pt x="435" y="1001"/>
                  </a:cubicBezTo>
                  <a:lnTo>
                    <a:pt x="435" y="33"/>
                  </a:lnTo>
                  <a:cubicBezTo>
                    <a:pt x="435" y="0"/>
                    <a:pt x="435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1"/>
            <p:cNvSpPr/>
            <p:nvPr/>
          </p:nvSpPr>
          <p:spPr>
            <a:xfrm>
              <a:off x="2501125" y="2684025"/>
              <a:ext cx="10875" cy="32550"/>
            </a:xfrm>
            <a:custGeom>
              <a:avLst/>
              <a:gdLst/>
              <a:ahLst/>
              <a:cxnLst/>
              <a:rect l="l" t="t" r="r" b="b"/>
              <a:pathLst>
                <a:path w="435" h="1302" extrusionOk="0">
                  <a:moveTo>
                    <a:pt x="401" y="1"/>
                  </a:moveTo>
                  <a:lnTo>
                    <a:pt x="67" y="234"/>
                  </a:lnTo>
                  <a:cubicBezTo>
                    <a:pt x="34" y="234"/>
                    <a:pt x="0" y="268"/>
                    <a:pt x="0" y="301"/>
                  </a:cubicBezTo>
                  <a:lnTo>
                    <a:pt x="0" y="1268"/>
                  </a:lnTo>
                  <a:cubicBezTo>
                    <a:pt x="0" y="1302"/>
                    <a:pt x="67" y="1302"/>
                    <a:pt x="67" y="1302"/>
                  </a:cubicBezTo>
                  <a:lnTo>
                    <a:pt x="401" y="1068"/>
                  </a:lnTo>
                  <a:cubicBezTo>
                    <a:pt x="434" y="1068"/>
                    <a:pt x="434" y="1035"/>
                    <a:pt x="434" y="1001"/>
                  </a:cubicBezTo>
                  <a:lnTo>
                    <a:pt x="434" y="34"/>
                  </a:lnTo>
                  <a:cubicBezTo>
                    <a:pt x="434" y="1"/>
                    <a:pt x="401" y="1"/>
                    <a:pt x="4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1"/>
            <p:cNvSpPr/>
            <p:nvPr/>
          </p:nvSpPr>
          <p:spPr>
            <a:xfrm>
              <a:off x="2514475" y="2677350"/>
              <a:ext cx="10850" cy="30900"/>
            </a:xfrm>
            <a:custGeom>
              <a:avLst/>
              <a:gdLst/>
              <a:ahLst/>
              <a:cxnLst/>
              <a:rect l="l" t="t" r="r" b="b"/>
              <a:pathLst>
                <a:path w="434" h="1236" extrusionOk="0">
                  <a:moveTo>
                    <a:pt x="400" y="1"/>
                  </a:moveTo>
                  <a:lnTo>
                    <a:pt x="34" y="201"/>
                  </a:lnTo>
                  <a:cubicBezTo>
                    <a:pt x="34" y="201"/>
                    <a:pt x="0" y="234"/>
                    <a:pt x="0" y="268"/>
                  </a:cubicBezTo>
                  <a:lnTo>
                    <a:pt x="0" y="1202"/>
                  </a:lnTo>
                  <a:cubicBezTo>
                    <a:pt x="0" y="1235"/>
                    <a:pt x="34" y="1235"/>
                    <a:pt x="34" y="1235"/>
                  </a:cubicBezTo>
                  <a:lnTo>
                    <a:pt x="400" y="1035"/>
                  </a:lnTo>
                  <a:cubicBezTo>
                    <a:pt x="434" y="1035"/>
                    <a:pt x="434" y="1002"/>
                    <a:pt x="434" y="1002"/>
                  </a:cubicBezTo>
                  <a:lnTo>
                    <a:pt x="434" y="34"/>
                  </a:lnTo>
                  <a:cubicBezTo>
                    <a:pt x="434" y="1"/>
                    <a:pt x="434" y="1"/>
                    <a:pt x="4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1"/>
            <p:cNvSpPr/>
            <p:nvPr/>
          </p:nvSpPr>
          <p:spPr>
            <a:xfrm>
              <a:off x="2527800" y="2669025"/>
              <a:ext cx="10875" cy="31700"/>
            </a:xfrm>
            <a:custGeom>
              <a:avLst/>
              <a:gdLst/>
              <a:ahLst/>
              <a:cxnLst/>
              <a:rect l="l" t="t" r="r" b="b"/>
              <a:pathLst>
                <a:path w="435" h="1268" extrusionOk="0">
                  <a:moveTo>
                    <a:pt x="401" y="0"/>
                  </a:moveTo>
                  <a:lnTo>
                    <a:pt x="34" y="200"/>
                  </a:lnTo>
                  <a:cubicBezTo>
                    <a:pt x="34" y="234"/>
                    <a:pt x="1" y="267"/>
                    <a:pt x="1" y="267"/>
                  </a:cubicBezTo>
                  <a:lnTo>
                    <a:pt x="1" y="1234"/>
                  </a:lnTo>
                  <a:cubicBezTo>
                    <a:pt x="1" y="1268"/>
                    <a:pt x="34" y="1268"/>
                    <a:pt x="34" y="1268"/>
                  </a:cubicBezTo>
                  <a:lnTo>
                    <a:pt x="401" y="1068"/>
                  </a:lnTo>
                  <a:cubicBezTo>
                    <a:pt x="435" y="1034"/>
                    <a:pt x="435" y="1034"/>
                    <a:pt x="435" y="1001"/>
                  </a:cubicBezTo>
                  <a:lnTo>
                    <a:pt x="435" y="34"/>
                  </a:lnTo>
                  <a:cubicBezTo>
                    <a:pt x="435" y="0"/>
                    <a:pt x="435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1"/>
            <p:cNvSpPr/>
            <p:nvPr/>
          </p:nvSpPr>
          <p:spPr>
            <a:xfrm>
              <a:off x="2501950" y="2764300"/>
              <a:ext cx="12325" cy="28500"/>
            </a:xfrm>
            <a:custGeom>
              <a:avLst/>
              <a:gdLst/>
              <a:ahLst/>
              <a:cxnLst/>
              <a:rect l="l" t="t" r="r" b="b"/>
              <a:pathLst>
                <a:path w="493" h="1140" extrusionOk="0">
                  <a:moveTo>
                    <a:pt x="451" y="0"/>
                  </a:moveTo>
                  <a:cubicBezTo>
                    <a:pt x="443" y="0"/>
                    <a:pt x="434" y="9"/>
                    <a:pt x="434" y="25"/>
                  </a:cubicBezTo>
                  <a:lnTo>
                    <a:pt x="1" y="793"/>
                  </a:lnTo>
                  <a:lnTo>
                    <a:pt x="1" y="893"/>
                  </a:lnTo>
                  <a:lnTo>
                    <a:pt x="434" y="1126"/>
                  </a:lnTo>
                  <a:cubicBezTo>
                    <a:pt x="434" y="1135"/>
                    <a:pt x="439" y="1139"/>
                    <a:pt x="446" y="1139"/>
                  </a:cubicBezTo>
                  <a:cubicBezTo>
                    <a:pt x="463" y="1139"/>
                    <a:pt x="492" y="1108"/>
                    <a:pt x="468" y="1059"/>
                  </a:cubicBezTo>
                  <a:lnTo>
                    <a:pt x="468" y="25"/>
                  </a:lnTo>
                  <a:cubicBezTo>
                    <a:pt x="468" y="9"/>
                    <a:pt x="459" y="0"/>
                    <a:pt x="4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1"/>
            <p:cNvSpPr/>
            <p:nvPr/>
          </p:nvSpPr>
          <p:spPr>
            <a:xfrm>
              <a:off x="2506125" y="2769925"/>
              <a:ext cx="16700" cy="15350"/>
            </a:xfrm>
            <a:custGeom>
              <a:avLst/>
              <a:gdLst/>
              <a:ahLst/>
              <a:cxnLst/>
              <a:rect l="l" t="t" r="r" b="b"/>
              <a:pathLst>
                <a:path w="668" h="614" extrusionOk="0">
                  <a:moveTo>
                    <a:pt x="668" y="0"/>
                  </a:moveTo>
                  <a:lnTo>
                    <a:pt x="67" y="334"/>
                  </a:lnTo>
                  <a:cubicBezTo>
                    <a:pt x="34" y="367"/>
                    <a:pt x="1" y="434"/>
                    <a:pt x="1" y="501"/>
                  </a:cubicBezTo>
                  <a:cubicBezTo>
                    <a:pt x="1" y="576"/>
                    <a:pt x="19" y="613"/>
                    <a:pt x="43" y="613"/>
                  </a:cubicBezTo>
                  <a:cubicBezTo>
                    <a:pt x="51" y="613"/>
                    <a:pt x="59" y="609"/>
                    <a:pt x="67" y="601"/>
                  </a:cubicBezTo>
                  <a:lnTo>
                    <a:pt x="668" y="267"/>
                  </a:lnTo>
                  <a:lnTo>
                    <a:pt x="6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1"/>
            <p:cNvSpPr/>
            <p:nvPr/>
          </p:nvSpPr>
          <p:spPr>
            <a:xfrm>
              <a:off x="2525300" y="2765750"/>
              <a:ext cx="5025" cy="9200"/>
            </a:xfrm>
            <a:custGeom>
              <a:avLst/>
              <a:gdLst/>
              <a:ahLst/>
              <a:cxnLst/>
              <a:rect l="l" t="t" r="r" b="b"/>
              <a:pathLst>
                <a:path w="201" h="368" extrusionOk="0">
                  <a:moveTo>
                    <a:pt x="201" y="1"/>
                  </a:moveTo>
                  <a:lnTo>
                    <a:pt x="1" y="101"/>
                  </a:lnTo>
                  <a:lnTo>
                    <a:pt x="1" y="368"/>
                  </a:lnTo>
                  <a:lnTo>
                    <a:pt x="201" y="268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1"/>
            <p:cNvSpPr/>
            <p:nvPr/>
          </p:nvSpPr>
          <p:spPr>
            <a:xfrm>
              <a:off x="2532825" y="2758750"/>
              <a:ext cx="10850" cy="32350"/>
            </a:xfrm>
            <a:custGeom>
              <a:avLst/>
              <a:gdLst/>
              <a:ahLst/>
              <a:cxnLst/>
              <a:rect l="l" t="t" r="r" b="b"/>
              <a:pathLst>
                <a:path w="434" h="1294" extrusionOk="0">
                  <a:moveTo>
                    <a:pt x="366" y="1"/>
                  </a:moveTo>
                  <a:cubicBezTo>
                    <a:pt x="354" y="1"/>
                    <a:pt x="343" y="5"/>
                    <a:pt x="334" y="14"/>
                  </a:cubicBezTo>
                  <a:lnTo>
                    <a:pt x="0" y="181"/>
                  </a:lnTo>
                  <a:lnTo>
                    <a:pt x="0" y="447"/>
                  </a:lnTo>
                  <a:lnTo>
                    <a:pt x="234" y="314"/>
                  </a:lnTo>
                  <a:lnTo>
                    <a:pt x="234" y="1181"/>
                  </a:lnTo>
                  <a:cubicBezTo>
                    <a:pt x="234" y="1256"/>
                    <a:pt x="252" y="1294"/>
                    <a:pt x="290" y="1294"/>
                  </a:cubicBezTo>
                  <a:cubicBezTo>
                    <a:pt x="302" y="1294"/>
                    <a:pt x="317" y="1290"/>
                    <a:pt x="334" y="1281"/>
                  </a:cubicBezTo>
                  <a:cubicBezTo>
                    <a:pt x="400" y="1215"/>
                    <a:pt x="434" y="1148"/>
                    <a:pt x="434" y="1081"/>
                  </a:cubicBezTo>
                  <a:lnTo>
                    <a:pt x="434" y="81"/>
                  </a:lnTo>
                  <a:cubicBezTo>
                    <a:pt x="434" y="32"/>
                    <a:pt x="398" y="1"/>
                    <a:pt x="3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1"/>
            <p:cNvSpPr/>
            <p:nvPr/>
          </p:nvSpPr>
          <p:spPr>
            <a:xfrm>
              <a:off x="2500300" y="2846675"/>
              <a:ext cx="34825" cy="62550"/>
            </a:xfrm>
            <a:custGeom>
              <a:avLst/>
              <a:gdLst/>
              <a:ahLst/>
              <a:cxnLst/>
              <a:rect l="l" t="t" r="r" b="b"/>
              <a:pathLst>
                <a:path w="1393" h="2502" extrusionOk="0">
                  <a:moveTo>
                    <a:pt x="952" y="1"/>
                  </a:moveTo>
                  <a:cubicBezTo>
                    <a:pt x="865" y="1"/>
                    <a:pt x="768" y="32"/>
                    <a:pt x="667" y="99"/>
                  </a:cubicBezTo>
                  <a:cubicBezTo>
                    <a:pt x="200" y="500"/>
                    <a:pt x="0" y="1134"/>
                    <a:pt x="67" y="1734"/>
                  </a:cubicBezTo>
                  <a:cubicBezTo>
                    <a:pt x="134" y="2234"/>
                    <a:pt x="434" y="2234"/>
                    <a:pt x="467" y="2468"/>
                  </a:cubicBezTo>
                  <a:cubicBezTo>
                    <a:pt x="467" y="2501"/>
                    <a:pt x="500" y="2501"/>
                    <a:pt x="500" y="2501"/>
                  </a:cubicBezTo>
                  <a:lnTo>
                    <a:pt x="901" y="2268"/>
                  </a:lnTo>
                  <a:cubicBezTo>
                    <a:pt x="934" y="2268"/>
                    <a:pt x="934" y="2234"/>
                    <a:pt x="934" y="2201"/>
                  </a:cubicBezTo>
                  <a:cubicBezTo>
                    <a:pt x="1001" y="1867"/>
                    <a:pt x="1368" y="1500"/>
                    <a:pt x="1368" y="700"/>
                  </a:cubicBezTo>
                  <a:cubicBezTo>
                    <a:pt x="1393" y="276"/>
                    <a:pt x="1212" y="1"/>
                    <a:pt x="9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1"/>
            <p:cNvSpPr/>
            <p:nvPr/>
          </p:nvSpPr>
          <p:spPr>
            <a:xfrm>
              <a:off x="2511975" y="2907525"/>
              <a:ext cx="11700" cy="16700"/>
            </a:xfrm>
            <a:custGeom>
              <a:avLst/>
              <a:gdLst/>
              <a:ahLst/>
              <a:cxnLst/>
              <a:rect l="l" t="t" r="r" b="b"/>
              <a:pathLst>
                <a:path w="468" h="668" extrusionOk="0">
                  <a:moveTo>
                    <a:pt x="434" y="0"/>
                  </a:moveTo>
                  <a:lnTo>
                    <a:pt x="67" y="201"/>
                  </a:lnTo>
                  <a:cubicBezTo>
                    <a:pt x="33" y="234"/>
                    <a:pt x="0" y="267"/>
                    <a:pt x="0" y="301"/>
                  </a:cubicBezTo>
                  <a:lnTo>
                    <a:pt x="0" y="634"/>
                  </a:lnTo>
                  <a:cubicBezTo>
                    <a:pt x="0" y="668"/>
                    <a:pt x="33" y="668"/>
                    <a:pt x="67" y="668"/>
                  </a:cubicBezTo>
                  <a:lnTo>
                    <a:pt x="434" y="467"/>
                  </a:lnTo>
                  <a:cubicBezTo>
                    <a:pt x="467" y="434"/>
                    <a:pt x="467" y="401"/>
                    <a:pt x="467" y="401"/>
                  </a:cubicBezTo>
                  <a:lnTo>
                    <a:pt x="467" y="34"/>
                  </a:lnTo>
                  <a:cubicBezTo>
                    <a:pt x="467" y="0"/>
                    <a:pt x="467" y="0"/>
                    <a:pt x="4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1"/>
            <p:cNvSpPr/>
            <p:nvPr/>
          </p:nvSpPr>
          <p:spPr>
            <a:xfrm>
              <a:off x="2501125" y="2641900"/>
              <a:ext cx="43550" cy="77725"/>
            </a:xfrm>
            <a:custGeom>
              <a:avLst/>
              <a:gdLst/>
              <a:ahLst/>
              <a:cxnLst/>
              <a:rect l="l" t="t" r="r" b="b"/>
              <a:pathLst>
                <a:path w="1742" h="3109" extrusionOk="0">
                  <a:moveTo>
                    <a:pt x="1085" y="318"/>
                  </a:moveTo>
                  <a:cubicBezTo>
                    <a:pt x="1321" y="318"/>
                    <a:pt x="1502" y="572"/>
                    <a:pt x="1502" y="985"/>
                  </a:cubicBezTo>
                  <a:cubicBezTo>
                    <a:pt x="1502" y="1519"/>
                    <a:pt x="1268" y="2019"/>
                    <a:pt x="868" y="2319"/>
                  </a:cubicBezTo>
                  <a:cubicBezTo>
                    <a:pt x="785" y="2365"/>
                    <a:pt x="708" y="2386"/>
                    <a:pt x="637" y="2386"/>
                  </a:cubicBezTo>
                  <a:cubicBezTo>
                    <a:pt x="394" y="2386"/>
                    <a:pt x="234" y="2133"/>
                    <a:pt x="234" y="1719"/>
                  </a:cubicBezTo>
                  <a:cubicBezTo>
                    <a:pt x="201" y="1185"/>
                    <a:pt x="434" y="685"/>
                    <a:pt x="868" y="385"/>
                  </a:cubicBezTo>
                  <a:cubicBezTo>
                    <a:pt x="943" y="340"/>
                    <a:pt x="1016" y="318"/>
                    <a:pt x="1085" y="318"/>
                  </a:cubicBezTo>
                  <a:close/>
                  <a:moveTo>
                    <a:pt x="1162" y="1"/>
                  </a:moveTo>
                  <a:cubicBezTo>
                    <a:pt x="1033" y="1"/>
                    <a:pt x="887" y="59"/>
                    <a:pt x="734" y="185"/>
                  </a:cubicBezTo>
                  <a:cubicBezTo>
                    <a:pt x="334" y="552"/>
                    <a:pt x="101" y="1052"/>
                    <a:pt x="34" y="1619"/>
                  </a:cubicBezTo>
                  <a:cubicBezTo>
                    <a:pt x="0" y="1886"/>
                    <a:pt x="34" y="2153"/>
                    <a:pt x="134" y="2386"/>
                  </a:cubicBezTo>
                  <a:lnTo>
                    <a:pt x="0" y="3053"/>
                  </a:lnTo>
                  <a:cubicBezTo>
                    <a:pt x="0" y="3092"/>
                    <a:pt x="0" y="3109"/>
                    <a:pt x="14" y="3109"/>
                  </a:cubicBezTo>
                  <a:cubicBezTo>
                    <a:pt x="23" y="3109"/>
                    <a:pt x="40" y="3101"/>
                    <a:pt x="67" y="3087"/>
                  </a:cubicBezTo>
                  <a:lnTo>
                    <a:pt x="434" y="2686"/>
                  </a:lnTo>
                  <a:cubicBezTo>
                    <a:pt x="468" y="2692"/>
                    <a:pt x="503" y="2695"/>
                    <a:pt x="537" y="2695"/>
                  </a:cubicBezTo>
                  <a:cubicBezTo>
                    <a:pt x="702" y="2695"/>
                    <a:pt x="863" y="2630"/>
                    <a:pt x="1001" y="2520"/>
                  </a:cubicBezTo>
                  <a:cubicBezTo>
                    <a:pt x="1401" y="2153"/>
                    <a:pt x="1635" y="1619"/>
                    <a:pt x="1668" y="1085"/>
                  </a:cubicBezTo>
                  <a:cubicBezTo>
                    <a:pt x="1741" y="427"/>
                    <a:pt x="1512" y="1"/>
                    <a:pt x="11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1"/>
            <p:cNvSpPr/>
            <p:nvPr/>
          </p:nvSpPr>
          <p:spPr>
            <a:xfrm>
              <a:off x="2501125" y="2957975"/>
              <a:ext cx="43550" cy="78325"/>
            </a:xfrm>
            <a:custGeom>
              <a:avLst/>
              <a:gdLst/>
              <a:ahLst/>
              <a:cxnLst/>
              <a:rect l="l" t="t" r="r" b="b"/>
              <a:pathLst>
                <a:path w="1742" h="3133" extrusionOk="0">
                  <a:moveTo>
                    <a:pt x="1073" y="322"/>
                  </a:moveTo>
                  <a:cubicBezTo>
                    <a:pt x="1315" y="322"/>
                    <a:pt x="1502" y="597"/>
                    <a:pt x="1502" y="1018"/>
                  </a:cubicBezTo>
                  <a:cubicBezTo>
                    <a:pt x="1502" y="1518"/>
                    <a:pt x="1268" y="2019"/>
                    <a:pt x="868" y="2352"/>
                  </a:cubicBezTo>
                  <a:cubicBezTo>
                    <a:pt x="786" y="2397"/>
                    <a:pt x="709" y="2418"/>
                    <a:pt x="639" y="2418"/>
                  </a:cubicBezTo>
                  <a:cubicBezTo>
                    <a:pt x="395" y="2418"/>
                    <a:pt x="234" y="2159"/>
                    <a:pt x="234" y="1718"/>
                  </a:cubicBezTo>
                  <a:cubicBezTo>
                    <a:pt x="201" y="1218"/>
                    <a:pt x="434" y="718"/>
                    <a:pt x="868" y="384"/>
                  </a:cubicBezTo>
                  <a:cubicBezTo>
                    <a:pt x="938" y="342"/>
                    <a:pt x="1008" y="322"/>
                    <a:pt x="1073" y="322"/>
                  </a:cubicBezTo>
                  <a:close/>
                  <a:moveTo>
                    <a:pt x="1160" y="1"/>
                  </a:moveTo>
                  <a:cubicBezTo>
                    <a:pt x="1031" y="1"/>
                    <a:pt x="886" y="59"/>
                    <a:pt x="734" y="184"/>
                  </a:cubicBezTo>
                  <a:cubicBezTo>
                    <a:pt x="334" y="584"/>
                    <a:pt x="101" y="1085"/>
                    <a:pt x="34" y="1618"/>
                  </a:cubicBezTo>
                  <a:cubicBezTo>
                    <a:pt x="0" y="1885"/>
                    <a:pt x="34" y="2152"/>
                    <a:pt x="134" y="2419"/>
                  </a:cubicBezTo>
                  <a:lnTo>
                    <a:pt x="0" y="3053"/>
                  </a:lnTo>
                  <a:cubicBezTo>
                    <a:pt x="0" y="3102"/>
                    <a:pt x="0" y="3133"/>
                    <a:pt x="27" y="3133"/>
                  </a:cubicBezTo>
                  <a:cubicBezTo>
                    <a:pt x="36" y="3133"/>
                    <a:pt x="49" y="3128"/>
                    <a:pt x="67" y="3119"/>
                  </a:cubicBezTo>
                  <a:lnTo>
                    <a:pt x="434" y="2686"/>
                  </a:lnTo>
                  <a:cubicBezTo>
                    <a:pt x="488" y="2704"/>
                    <a:pt x="541" y="2712"/>
                    <a:pt x="594" y="2712"/>
                  </a:cubicBezTo>
                  <a:cubicBezTo>
                    <a:pt x="739" y="2712"/>
                    <a:pt x="879" y="2650"/>
                    <a:pt x="1001" y="2552"/>
                  </a:cubicBezTo>
                  <a:cubicBezTo>
                    <a:pt x="1401" y="2152"/>
                    <a:pt x="1635" y="1652"/>
                    <a:pt x="1668" y="1118"/>
                  </a:cubicBezTo>
                  <a:cubicBezTo>
                    <a:pt x="1742" y="434"/>
                    <a:pt x="1511" y="1"/>
                    <a:pt x="116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1"/>
            <p:cNvSpPr/>
            <p:nvPr/>
          </p:nvSpPr>
          <p:spPr>
            <a:xfrm>
              <a:off x="2516125" y="3069800"/>
              <a:ext cx="16725" cy="27400"/>
            </a:xfrm>
            <a:custGeom>
              <a:avLst/>
              <a:gdLst/>
              <a:ahLst/>
              <a:cxnLst/>
              <a:rect l="l" t="t" r="r" b="b"/>
              <a:pathLst>
                <a:path w="669" h="1096" extrusionOk="0">
                  <a:moveTo>
                    <a:pt x="453" y="0"/>
                  </a:moveTo>
                  <a:cubicBezTo>
                    <a:pt x="415" y="0"/>
                    <a:pt x="375" y="15"/>
                    <a:pt x="334" y="47"/>
                  </a:cubicBezTo>
                  <a:cubicBezTo>
                    <a:pt x="101" y="214"/>
                    <a:pt x="1" y="448"/>
                    <a:pt x="1" y="748"/>
                  </a:cubicBezTo>
                  <a:cubicBezTo>
                    <a:pt x="1" y="950"/>
                    <a:pt x="78" y="1095"/>
                    <a:pt x="202" y="1095"/>
                  </a:cubicBezTo>
                  <a:cubicBezTo>
                    <a:pt x="242" y="1095"/>
                    <a:pt x="286" y="1080"/>
                    <a:pt x="334" y="1048"/>
                  </a:cubicBezTo>
                  <a:cubicBezTo>
                    <a:pt x="535" y="881"/>
                    <a:pt x="668" y="615"/>
                    <a:pt x="668" y="348"/>
                  </a:cubicBezTo>
                  <a:cubicBezTo>
                    <a:pt x="668" y="145"/>
                    <a:pt x="572" y="0"/>
                    <a:pt x="45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1"/>
            <p:cNvSpPr/>
            <p:nvPr/>
          </p:nvSpPr>
          <p:spPr>
            <a:xfrm>
              <a:off x="2535325" y="3075350"/>
              <a:ext cx="11700" cy="17950"/>
            </a:xfrm>
            <a:custGeom>
              <a:avLst/>
              <a:gdLst/>
              <a:ahLst/>
              <a:cxnLst/>
              <a:rect l="l" t="t" r="r" b="b"/>
              <a:pathLst>
                <a:path w="468" h="718" extrusionOk="0">
                  <a:moveTo>
                    <a:pt x="326" y="1"/>
                  </a:moveTo>
                  <a:cubicBezTo>
                    <a:pt x="298" y="1"/>
                    <a:pt x="267" y="9"/>
                    <a:pt x="234" y="26"/>
                  </a:cubicBezTo>
                  <a:cubicBezTo>
                    <a:pt x="100" y="126"/>
                    <a:pt x="0" y="292"/>
                    <a:pt x="0" y="493"/>
                  </a:cubicBezTo>
                  <a:cubicBezTo>
                    <a:pt x="0" y="643"/>
                    <a:pt x="56" y="718"/>
                    <a:pt x="141" y="718"/>
                  </a:cubicBezTo>
                  <a:cubicBezTo>
                    <a:pt x="169" y="718"/>
                    <a:pt x="200" y="709"/>
                    <a:pt x="234" y="693"/>
                  </a:cubicBezTo>
                  <a:cubicBezTo>
                    <a:pt x="367" y="593"/>
                    <a:pt x="467" y="426"/>
                    <a:pt x="467" y="226"/>
                  </a:cubicBezTo>
                  <a:cubicBezTo>
                    <a:pt x="467" y="76"/>
                    <a:pt x="411" y="1"/>
                    <a:pt x="3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1"/>
            <p:cNvSpPr/>
            <p:nvPr/>
          </p:nvSpPr>
          <p:spPr>
            <a:xfrm>
              <a:off x="2514475" y="3097500"/>
              <a:ext cx="19200" cy="42725"/>
            </a:xfrm>
            <a:custGeom>
              <a:avLst/>
              <a:gdLst/>
              <a:ahLst/>
              <a:cxnLst/>
              <a:rect l="l" t="t" r="r" b="b"/>
              <a:pathLst>
                <a:path w="768" h="1709" extrusionOk="0">
                  <a:moveTo>
                    <a:pt x="605" y="1"/>
                  </a:moveTo>
                  <a:cubicBezTo>
                    <a:pt x="572" y="1"/>
                    <a:pt x="536" y="13"/>
                    <a:pt x="501" y="40"/>
                  </a:cubicBezTo>
                  <a:lnTo>
                    <a:pt x="267" y="174"/>
                  </a:lnTo>
                  <a:cubicBezTo>
                    <a:pt x="100" y="274"/>
                    <a:pt x="0" y="474"/>
                    <a:pt x="0" y="707"/>
                  </a:cubicBezTo>
                  <a:lnTo>
                    <a:pt x="0" y="1708"/>
                  </a:lnTo>
                  <a:lnTo>
                    <a:pt x="767" y="1274"/>
                  </a:lnTo>
                  <a:lnTo>
                    <a:pt x="767" y="240"/>
                  </a:lnTo>
                  <a:cubicBezTo>
                    <a:pt x="767" y="94"/>
                    <a:pt x="696" y="1"/>
                    <a:pt x="60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1"/>
            <p:cNvSpPr/>
            <p:nvPr/>
          </p:nvSpPr>
          <p:spPr>
            <a:xfrm>
              <a:off x="2536975" y="3095325"/>
              <a:ext cx="10050" cy="32375"/>
            </a:xfrm>
            <a:custGeom>
              <a:avLst/>
              <a:gdLst/>
              <a:ahLst/>
              <a:cxnLst/>
              <a:rect l="l" t="t" r="r" b="b"/>
              <a:pathLst>
                <a:path w="402" h="1295" extrusionOk="0">
                  <a:moveTo>
                    <a:pt x="279" y="1"/>
                  </a:moveTo>
                  <a:cubicBezTo>
                    <a:pt x="255" y="1"/>
                    <a:pt x="228" y="9"/>
                    <a:pt x="201" y="27"/>
                  </a:cubicBezTo>
                  <a:lnTo>
                    <a:pt x="1" y="161"/>
                  </a:lnTo>
                  <a:lnTo>
                    <a:pt x="1" y="1295"/>
                  </a:lnTo>
                  <a:lnTo>
                    <a:pt x="401" y="1061"/>
                  </a:lnTo>
                  <a:lnTo>
                    <a:pt x="401" y="161"/>
                  </a:lnTo>
                  <a:cubicBezTo>
                    <a:pt x="401" y="63"/>
                    <a:pt x="347" y="1"/>
                    <a:pt x="27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1"/>
            <p:cNvSpPr/>
            <p:nvPr/>
          </p:nvSpPr>
          <p:spPr>
            <a:xfrm>
              <a:off x="2501125" y="3094650"/>
              <a:ext cx="11700" cy="18575"/>
            </a:xfrm>
            <a:custGeom>
              <a:avLst/>
              <a:gdLst/>
              <a:ahLst/>
              <a:cxnLst/>
              <a:rect l="l" t="t" r="r" b="b"/>
              <a:pathLst>
                <a:path w="468" h="743" extrusionOk="0">
                  <a:moveTo>
                    <a:pt x="313" y="0"/>
                  </a:moveTo>
                  <a:cubicBezTo>
                    <a:pt x="288" y="0"/>
                    <a:pt x="262" y="7"/>
                    <a:pt x="234" y="21"/>
                  </a:cubicBezTo>
                  <a:cubicBezTo>
                    <a:pt x="101" y="154"/>
                    <a:pt x="0" y="321"/>
                    <a:pt x="34" y="521"/>
                  </a:cubicBezTo>
                  <a:cubicBezTo>
                    <a:pt x="34" y="652"/>
                    <a:pt x="96" y="742"/>
                    <a:pt x="171" y="742"/>
                  </a:cubicBezTo>
                  <a:cubicBezTo>
                    <a:pt x="191" y="742"/>
                    <a:pt x="213" y="736"/>
                    <a:pt x="234" y="721"/>
                  </a:cubicBezTo>
                  <a:cubicBezTo>
                    <a:pt x="367" y="588"/>
                    <a:pt x="467" y="421"/>
                    <a:pt x="467" y="254"/>
                  </a:cubicBezTo>
                  <a:cubicBezTo>
                    <a:pt x="467" y="96"/>
                    <a:pt x="405" y="0"/>
                    <a:pt x="3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1"/>
            <p:cNvSpPr/>
            <p:nvPr/>
          </p:nvSpPr>
          <p:spPr>
            <a:xfrm>
              <a:off x="2501125" y="3113500"/>
              <a:ext cx="10875" cy="34225"/>
            </a:xfrm>
            <a:custGeom>
              <a:avLst/>
              <a:gdLst/>
              <a:ahLst/>
              <a:cxnLst/>
              <a:rect l="l" t="t" r="r" b="b"/>
              <a:pathLst>
                <a:path w="435" h="1369" extrusionOk="0">
                  <a:moveTo>
                    <a:pt x="434" y="1"/>
                  </a:moveTo>
                  <a:lnTo>
                    <a:pt x="201" y="134"/>
                  </a:lnTo>
                  <a:cubicBezTo>
                    <a:pt x="67" y="201"/>
                    <a:pt x="0" y="334"/>
                    <a:pt x="0" y="501"/>
                  </a:cubicBezTo>
                  <a:lnTo>
                    <a:pt x="0" y="1368"/>
                  </a:lnTo>
                  <a:lnTo>
                    <a:pt x="434" y="1135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1"/>
            <p:cNvSpPr/>
            <p:nvPr/>
          </p:nvSpPr>
          <p:spPr>
            <a:xfrm>
              <a:off x="2586175" y="248825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8" y="59"/>
                  </a:cubicBezTo>
                  <a:lnTo>
                    <a:pt x="468" y="5430"/>
                  </a:lnTo>
                  <a:cubicBezTo>
                    <a:pt x="201" y="5597"/>
                    <a:pt x="34" y="5864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27"/>
                  </a:lnTo>
                  <a:cubicBezTo>
                    <a:pt x="9975" y="860"/>
                    <a:pt x="10141" y="593"/>
                    <a:pt x="10175" y="293"/>
                  </a:cubicBezTo>
                  <a:cubicBezTo>
                    <a:pt x="10175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1"/>
            <p:cNvSpPr/>
            <p:nvPr/>
          </p:nvSpPr>
          <p:spPr>
            <a:xfrm>
              <a:off x="2586175" y="2597500"/>
              <a:ext cx="254375" cy="161400"/>
            </a:xfrm>
            <a:custGeom>
              <a:avLst/>
              <a:gdLst/>
              <a:ahLst/>
              <a:cxnLst/>
              <a:rect l="l" t="t" r="r" b="b"/>
              <a:pathLst>
                <a:path w="10175" h="6456" extrusionOk="0">
                  <a:moveTo>
                    <a:pt x="9925" y="0"/>
                  </a:moveTo>
                  <a:cubicBezTo>
                    <a:pt x="9861" y="0"/>
                    <a:pt x="9787" y="19"/>
                    <a:pt x="9708" y="59"/>
                  </a:cubicBezTo>
                  <a:lnTo>
                    <a:pt x="468" y="5396"/>
                  </a:lnTo>
                  <a:cubicBezTo>
                    <a:pt x="201" y="5563"/>
                    <a:pt x="34" y="5863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60"/>
                  </a:lnTo>
                  <a:cubicBezTo>
                    <a:pt x="9975" y="893"/>
                    <a:pt x="10141" y="593"/>
                    <a:pt x="10175" y="293"/>
                  </a:cubicBezTo>
                  <a:cubicBezTo>
                    <a:pt x="10175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1"/>
            <p:cNvSpPr/>
            <p:nvPr/>
          </p:nvSpPr>
          <p:spPr>
            <a:xfrm>
              <a:off x="2586175" y="2707000"/>
              <a:ext cx="254375" cy="160900"/>
            </a:xfrm>
            <a:custGeom>
              <a:avLst/>
              <a:gdLst/>
              <a:ahLst/>
              <a:cxnLst/>
              <a:rect l="l" t="t" r="r" b="b"/>
              <a:pathLst>
                <a:path w="10175" h="6436" extrusionOk="0">
                  <a:moveTo>
                    <a:pt x="9947" y="1"/>
                  </a:moveTo>
                  <a:cubicBezTo>
                    <a:pt x="9878" y="1"/>
                    <a:pt x="9797" y="27"/>
                    <a:pt x="9708" y="82"/>
                  </a:cubicBezTo>
                  <a:lnTo>
                    <a:pt x="468" y="5386"/>
                  </a:lnTo>
                  <a:cubicBezTo>
                    <a:pt x="201" y="5553"/>
                    <a:pt x="34" y="5820"/>
                    <a:pt x="1" y="6153"/>
                  </a:cubicBezTo>
                  <a:cubicBezTo>
                    <a:pt x="1" y="6331"/>
                    <a:pt x="90" y="6435"/>
                    <a:pt x="228" y="6435"/>
                  </a:cubicBezTo>
                  <a:cubicBezTo>
                    <a:pt x="297" y="6435"/>
                    <a:pt x="379" y="6409"/>
                    <a:pt x="468" y="6354"/>
                  </a:cubicBezTo>
                  <a:lnTo>
                    <a:pt x="9708" y="1050"/>
                  </a:lnTo>
                  <a:cubicBezTo>
                    <a:pt x="9975" y="883"/>
                    <a:pt x="10141" y="583"/>
                    <a:pt x="10175" y="283"/>
                  </a:cubicBezTo>
                  <a:cubicBezTo>
                    <a:pt x="10175" y="105"/>
                    <a:pt x="10086" y="1"/>
                    <a:pt x="994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1"/>
            <p:cNvSpPr/>
            <p:nvPr/>
          </p:nvSpPr>
          <p:spPr>
            <a:xfrm>
              <a:off x="2586175" y="2815425"/>
              <a:ext cx="254375" cy="161150"/>
            </a:xfrm>
            <a:custGeom>
              <a:avLst/>
              <a:gdLst/>
              <a:ahLst/>
              <a:cxnLst/>
              <a:rect l="l" t="t" r="r" b="b"/>
              <a:pathLst>
                <a:path w="10175" h="6446" extrusionOk="0">
                  <a:moveTo>
                    <a:pt x="9947" y="0"/>
                  </a:moveTo>
                  <a:cubicBezTo>
                    <a:pt x="9878" y="0"/>
                    <a:pt x="9797" y="26"/>
                    <a:pt x="9708" y="82"/>
                  </a:cubicBezTo>
                  <a:lnTo>
                    <a:pt x="468" y="5419"/>
                  </a:lnTo>
                  <a:cubicBezTo>
                    <a:pt x="201" y="5586"/>
                    <a:pt x="34" y="5853"/>
                    <a:pt x="1" y="6153"/>
                  </a:cubicBezTo>
                  <a:cubicBezTo>
                    <a:pt x="1" y="6340"/>
                    <a:pt x="99" y="6445"/>
                    <a:pt x="250" y="6445"/>
                  </a:cubicBezTo>
                  <a:cubicBezTo>
                    <a:pt x="315" y="6445"/>
                    <a:pt x="388" y="6426"/>
                    <a:pt x="468" y="6386"/>
                  </a:cubicBezTo>
                  <a:lnTo>
                    <a:pt x="9708" y="1049"/>
                  </a:lnTo>
                  <a:cubicBezTo>
                    <a:pt x="9975" y="882"/>
                    <a:pt x="10141" y="616"/>
                    <a:pt x="10175" y="282"/>
                  </a:cubicBezTo>
                  <a:cubicBezTo>
                    <a:pt x="10175" y="104"/>
                    <a:pt x="10086" y="0"/>
                    <a:pt x="99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1"/>
            <p:cNvSpPr/>
            <p:nvPr/>
          </p:nvSpPr>
          <p:spPr>
            <a:xfrm>
              <a:off x="2586175" y="292440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0"/>
                  </a:moveTo>
                  <a:cubicBezTo>
                    <a:pt x="9861" y="0"/>
                    <a:pt x="9787" y="19"/>
                    <a:pt x="9708" y="59"/>
                  </a:cubicBezTo>
                  <a:lnTo>
                    <a:pt x="468" y="5396"/>
                  </a:lnTo>
                  <a:cubicBezTo>
                    <a:pt x="201" y="5563"/>
                    <a:pt x="34" y="5830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60"/>
                  </a:lnTo>
                  <a:cubicBezTo>
                    <a:pt x="9975" y="893"/>
                    <a:pt x="10141" y="593"/>
                    <a:pt x="10175" y="293"/>
                  </a:cubicBezTo>
                  <a:cubicBezTo>
                    <a:pt x="10175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1"/>
            <p:cNvSpPr/>
            <p:nvPr/>
          </p:nvSpPr>
          <p:spPr>
            <a:xfrm>
              <a:off x="2628725" y="3013250"/>
              <a:ext cx="254375" cy="161525"/>
            </a:xfrm>
            <a:custGeom>
              <a:avLst/>
              <a:gdLst/>
              <a:ahLst/>
              <a:cxnLst/>
              <a:rect l="l" t="t" r="r" b="b"/>
              <a:pathLst>
                <a:path w="10175" h="6461" extrusionOk="0">
                  <a:moveTo>
                    <a:pt x="9928" y="1"/>
                  </a:moveTo>
                  <a:cubicBezTo>
                    <a:pt x="9863" y="1"/>
                    <a:pt x="9788" y="24"/>
                    <a:pt x="9707" y="75"/>
                  </a:cubicBezTo>
                  <a:lnTo>
                    <a:pt x="434" y="5412"/>
                  </a:lnTo>
                  <a:cubicBezTo>
                    <a:pt x="200" y="5578"/>
                    <a:pt x="33" y="5845"/>
                    <a:pt x="0" y="6179"/>
                  </a:cubicBezTo>
                  <a:cubicBezTo>
                    <a:pt x="0" y="6357"/>
                    <a:pt x="89" y="6461"/>
                    <a:pt x="218" y="6461"/>
                  </a:cubicBezTo>
                  <a:cubicBezTo>
                    <a:pt x="282" y="6461"/>
                    <a:pt x="356" y="6435"/>
                    <a:pt x="434" y="6379"/>
                  </a:cubicBezTo>
                  <a:lnTo>
                    <a:pt x="9707" y="1042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1"/>
                    <a:pt x="9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1"/>
            <p:cNvSpPr/>
            <p:nvPr/>
          </p:nvSpPr>
          <p:spPr>
            <a:xfrm>
              <a:off x="2628725" y="3087025"/>
              <a:ext cx="254375" cy="161400"/>
            </a:xfrm>
            <a:custGeom>
              <a:avLst/>
              <a:gdLst/>
              <a:ahLst/>
              <a:cxnLst/>
              <a:rect l="l" t="t" r="r" b="b"/>
              <a:pathLst>
                <a:path w="10175" h="6456" extrusionOk="0">
                  <a:moveTo>
                    <a:pt x="9925" y="0"/>
                  </a:moveTo>
                  <a:cubicBezTo>
                    <a:pt x="9860" y="0"/>
                    <a:pt x="9787" y="19"/>
                    <a:pt x="9707" y="59"/>
                  </a:cubicBezTo>
                  <a:lnTo>
                    <a:pt x="434" y="5396"/>
                  </a:lnTo>
                  <a:cubicBezTo>
                    <a:pt x="200" y="5563"/>
                    <a:pt x="33" y="5863"/>
                    <a:pt x="0" y="6163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7" y="6456"/>
                    <a:pt x="364" y="6437"/>
                    <a:pt x="434" y="6397"/>
                  </a:cubicBezTo>
                  <a:lnTo>
                    <a:pt x="9707" y="1026"/>
                  </a:lnTo>
                  <a:cubicBezTo>
                    <a:pt x="9974" y="893"/>
                    <a:pt x="10141" y="593"/>
                    <a:pt x="10174" y="292"/>
                  </a:cubicBezTo>
                  <a:cubicBezTo>
                    <a:pt x="10174" y="105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1"/>
            <p:cNvSpPr/>
            <p:nvPr/>
          </p:nvSpPr>
          <p:spPr>
            <a:xfrm>
              <a:off x="2628725" y="316040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0" y="1"/>
                    <a:pt x="9787" y="20"/>
                    <a:pt x="9707" y="59"/>
                  </a:cubicBezTo>
                  <a:lnTo>
                    <a:pt x="434" y="5430"/>
                  </a:lnTo>
                  <a:cubicBezTo>
                    <a:pt x="200" y="5597"/>
                    <a:pt x="33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7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1"/>
            <p:cNvSpPr/>
            <p:nvPr/>
          </p:nvSpPr>
          <p:spPr>
            <a:xfrm>
              <a:off x="2673750" y="3207375"/>
              <a:ext cx="254375" cy="161150"/>
            </a:xfrm>
            <a:custGeom>
              <a:avLst/>
              <a:gdLst/>
              <a:ahLst/>
              <a:cxnLst/>
              <a:rect l="l" t="t" r="r" b="b"/>
              <a:pathLst>
                <a:path w="10175" h="6446" extrusionOk="0">
                  <a:moveTo>
                    <a:pt x="9947" y="0"/>
                  </a:moveTo>
                  <a:cubicBezTo>
                    <a:pt x="9878" y="0"/>
                    <a:pt x="9796" y="26"/>
                    <a:pt x="9707" y="82"/>
                  </a:cubicBezTo>
                  <a:lnTo>
                    <a:pt x="434" y="5419"/>
                  </a:lnTo>
                  <a:cubicBezTo>
                    <a:pt x="201" y="5586"/>
                    <a:pt x="34" y="5853"/>
                    <a:pt x="0" y="6153"/>
                  </a:cubicBezTo>
                  <a:cubicBezTo>
                    <a:pt x="0" y="6340"/>
                    <a:pt x="99" y="6445"/>
                    <a:pt x="238" y="6445"/>
                  </a:cubicBezTo>
                  <a:cubicBezTo>
                    <a:pt x="298" y="6445"/>
                    <a:pt x="364" y="6426"/>
                    <a:pt x="434" y="6386"/>
                  </a:cubicBezTo>
                  <a:lnTo>
                    <a:pt x="9707" y="1049"/>
                  </a:lnTo>
                  <a:cubicBezTo>
                    <a:pt x="9974" y="882"/>
                    <a:pt x="10141" y="582"/>
                    <a:pt x="10174" y="282"/>
                  </a:cubicBezTo>
                  <a:cubicBezTo>
                    <a:pt x="10174" y="104"/>
                    <a:pt x="10085" y="0"/>
                    <a:pt x="99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1"/>
            <p:cNvSpPr/>
            <p:nvPr/>
          </p:nvSpPr>
          <p:spPr>
            <a:xfrm>
              <a:off x="2628725" y="3357625"/>
              <a:ext cx="21700" cy="49525"/>
            </a:xfrm>
            <a:custGeom>
              <a:avLst/>
              <a:gdLst/>
              <a:ahLst/>
              <a:cxnLst/>
              <a:rect l="l" t="t" r="r" b="b"/>
              <a:pathLst>
                <a:path w="868" h="1981" extrusionOk="0">
                  <a:moveTo>
                    <a:pt x="49" y="1"/>
                  </a:moveTo>
                  <a:cubicBezTo>
                    <a:pt x="23" y="1"/>
                    <a:pt x="0" y="60"/>
                    <a:pt x="0" y="143"/>
                  </a:cubicBezTo>
                  <a:lnTo>
                    <a:pt x="0" y="1911"/>
                  </a:lnTo>
                  <a:cubicBezTo>
                    <a:pt x="0" y="1952"/>
                    <a:pt x="26" y="1980"/>
                    <a:pt x="45" y="1980"/>
                  </a:cubicBezTo>
                  <a:cubicBezTo>
                    <a:pt x="57" y="1980"/>
                    <a:pt x="67" y="1970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6"/>
                    <a:pt x="834" y="476"/>
                  </a:cubicBezTo>
                  <a:lnTo>
                    <a:pt x="67" y="9"/>
                  </a:lnTo>
                  <a:cubicBezTo>
                    <a:pt x="61" y="3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1"/>
            <p:cNvSpPr/>
            <p:nvPr/>
          </p:nvSpPr>
          <p:spPr>
            <a:xfrm>
              <a:off x="2673750" y="3280475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97"/>
                    <a:pt x="34" y="5864"/>
                    <a:pt x="0" y="6164"/>
                  </a:cubicBezTo>
                  <a:cubicBezTo>
                    <a:pt x="0" y="6351"/>
                    <a:pt x="99" y="6457"/>
                    <a:pt x="238" y="6457"/>
                  </a:cubicBezTo>
                  <a:cubicBezTo>
                    <a:pt x="298" y="6457"/>
                    <a:pt x="364" y="6438"/>
                    <a:pt x="434" y="6398"/>
                  </a:cubicBezTo>
                  <a:lnTo>
                    <a:pt x="9707" y="1027"/>
                  </a:lnTo>
                  <a:cubicBezTo>
                    <a:pt x="9974" y="860"/>
                    <a:pt x="10141" y="594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1"/>
            <p:cNvSpPr/>
            <p:nvPr/>
          </p:nvSpPr>
          <p:spPr>
            <a:xfrm>
              <a:off x="2628725" y="3431075"/>
              <a:ext cx="21700" cy="49450"/>
            </a:xfrm>
            <a:custGeom>
              <a:avLst/>
              <a:gdLst/>
              <a:ahLst/>
              <a:cxnLst/>
              <a:rect l="l" t="t" r="r" b="b"/>
              <a:pathLst>
                <a:path w="868" h="1978" extrusionOk="0">
                  <a:moveTo>
                    <a:pt x="53" y="0"/>
                  </a:moveTo>
                  <a:cubicBezTo>
                    <a:pt x="25" y="0"/>
                    <a:pt x="0" y="83"/>
                    <a:pt x="0" y="140"/>
                  </a:cubicBezTo>
                  <a:lnTo>
                    <a:pt x="0" y="1908"/>
                  </a:lnTo>
                  <a:cubicBezTo>
                    <a:pt x="0" y="1949"/>
                    <a:pt x="26" y="1978"/>
                    <a:pt x="45" y="1978"/>
                  </a:cubicBezTo>
                  <a:cubicBezTo>
                    <a:pt x="57" y="1978"/>
                    <a:pt x="67" y="1967"/>
                    <a:pt x="67" y="1941"/>
                  </a:cubicBezTo>
                  <a:lnTo>
                    <a:pt x="834" y="607"/>
                  </a:lnTo>
                  <a:cubicBezTo>
                    <a:pt x="867" y="540"/>
                    <a:pt x="867" y="474"/>
                    <a:pt x="834" y="474"/>
                  </a:cubicBezTo>
                  <a:lnTo>
                    <a:pt x="67" y="7"/>
                  </a:lnTo>
                  <a:cubicBezTo>
                    <a:pt x="62" y="2"/>
                    <a:pt x="58" y="0"/>
                    <a:pt x="5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1"/>
            <p:cNvSpPr/>
            <p:nvPr/>
          </p:nvSpPr>
          <p:spPr>
            <a:xfrm>
              <a:off x="2673750" y="3353875"/>
              <a:ext cx="254375" cy="161400"/>
            </a:xfrm>
            <a:custGeom>
              <a:avLst/>
              <a:gdLst/>
              <a:ahLst/>
              <a:cxnLst/>
              <a:rect l="l" t="t" r="r" b="b"/>
              <a:pathLst>
                <a:path w="10175" h="6456" extrusionOk="0">
                  <a:moveTo>
                    <a:pt x="9925" y="0"/>
                  </a:moveTo>
                  <a:cubicBezTo>
                    <a:pt x="9861" y="0"/>
                    <a:pt x="9787" y="19"/>
                    <a:pt x="9707" y="59"/>
                  </a:cubicBezTo>
                  <a:lnTo>
                    <a:pt x="434" y="5430"/>
                  </a:lnTo>
                  <a:cubicBezTo>
                    <a:pt x="201" y="5597"/>
                    <a:pt x="34" y="5863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1"/>
            <p:cNvSpPr/>
            <p:nvPr/>
          </p:nvSpPr>
          <p:spPr>
            <a:xfrm>
              <a:off x="2628725" y="3504625"/>
              <a:ext cx="21700" cy="49300"/>
            </a:xfrm>
            <a:custGeom>
              <a:avLst/>
              <a:gdLst/>
              <a:ahLst/>
              <a:cxnLst/>
              <a:rect l="l" t="t" r="r" b="b"/>
              <a:pathLst>
                <a:path w="868" h="1972" extrusionOk="0">
                  <a:moveTo>
                    <a:pt x="67" y="0"/>
                  </a:moveTo>
                  <a:cubicBezTo>
                    <a:pt x="33" y="0"/>
                    <a:pt x="0" y="67"/>
                    <a:pt x="0" y="134"/>
                  </a:cubicBezTo>
                  <a:lnTo>
                    <a:pt x="0" y="1902"/>
                  </a:lnTo>
                  <a:cubicBezTo>
                    <a:pt x="0" y="1943"/>
                    <a:pt x="26" y="1971"/>
                    <a:pt x="45" y="1971"/>
                  </a:cubicBezTo>
                  <a:cubicBezTo>
                    <a:pt x="57" y="1971"/>
                    <a:pt x="67" y="1960"/>
                    <a:pt x="67" y="1935"/>
                  </a:cubicBezTo>
                  <a:lnTo>
                    <a:pt x="834" y="601"/>
                  </a:lnTo>
                  <a:cubicBezTo>
                    <a:pt x="867" y="567"/>
                    <a:pt x="867" y="501"/>
                    <a:pt x="834" y="4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1"/>
            <p:cNvSpPr/>
            <p:nvPr/>
          </p:nvSpPr>
          <p:spPr>
            <a:xfrm>
              <a:off x="2673750" y="342725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97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8"/>
                  </a:cubicBezTo>
                  <a:lnTo>
                    <a:pt x="9707" y="1060"/>
                  </a:lnTo>
                  <a:cubicBezTo>
                    <a:pt x="9974" y="894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1"/>
            <p:cNvSpPr/>
            <p:nvPr/>
          </p:nvSpPr>
          <p:spPr>
            <a:xfrm>
              <a:off x="2628725" y="3577775"/>
              <a:ext cx="21700" cy="49575"/>
            </a:xfrm>
            <a:custGeom>
              <a:avLst/>
              <a:gdLst/>
              <a:ahLst/>
              <a:cxnLst/>
              <a:rect l="l" t="t" r="r" b="b"/>
              <a:pathLst>
                <a:path w="868" h="1983" extrusionOk="0">
                  <a:moveTo>
                    <a:pt x="49" y="1"/>
                  </a:moveTo>
                  <a:cubicBezTo>
                    <a:pt x="22" y="1"/>
                    <a:pt x="0" y="55"/>
                    <a:pt x="0" y="110"/>
                  </a:cubicBezTo>
                  <a:lnTo>
                    <a:pt x="0" y="1944"/>
                  </a:lnTo>
                  <a:cubicBezTo>
                    <a:pt x="0" y="1964"/>
                    <a:pt x="22" y="1983"/>
                    <a:pt x="41" y="1983"/>
                  </a:cubicBezTo>
                  <a:cubicBezTo>
                    <a:pt x="55" y="1983"/>
                    <a:pt x="67" y="1973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7"/>
                    <a:pt x="834" y="477"/>
                  </a:cubicBezTo>
                  <a:lnTo>
                    <a:pt x="67" y="10"/>
                  </a:lnTo>
                  <a:cubicBezTo>
                    <a:pt x="61" y="4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1"/>
            <p:cNvSpPr/>
            <p:nvPr/>
          </p:nvSpPr>
          <p:spPr>
            <a:xfrm>
              <a:off x="2673750" y="3501475"/>
              <a:ext cx="254375" cy="161150"/>
            </a:xfrm>
            <a:custGeom>
              <a:avLst/>
              <a:gdLst/>
              <a:ahLst/>
              <a:cxnLst/>
              <a:rect l="l" t="t" r="r" b="b"/>
              <a:pathLst>
                <a:path w="10175" h="6446" extrusionOk="0">
                  <a:moveTo>
                    <a:pt x="9925" y="1"/>
                  </a:moveTo>
                  <a:cubicBezTo>
                    <a:pt x="9861" y="1"/>
                    <a:pt x="9787" y="20"/>
                    <a:pt x="9707" y="59"/>
                  </a:cubicBezTo>
                  <a:lnTo>
                    <a:pt x="434" y="5397"/>
                  </a:lnTo>
                  <a:cubicBezTo>
                    <a:pt x="201" y="5563"/>
                    <a:pt x="34" y="5830"/>
                    <a:pt x="0" y="6164"/>
                  </a:cubicBezTo>
                  <a:cubicBezTo>
                    <a:pt x="0" y="6342"/>
                    <a:pt x="89" y="6446"/>
                    <a:pt x="218" y="6446"/>
                  </a:cubicBezTo>
                  <a:cubicBezTo>
                    <a:pt x="282" y="6446"/>
                    <a:pt x="356" y="6420"/>
                    <a:pt x="434" y="6364"/>
                  </a:cubicBezTo>
                  <a:lnTo>
                    <a:pt x="9707" y="1027"/>
                  </a:lnTo>
                  <a:cubicBezTo>
                    <a:pt x="9974" y="860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1"/>
            <p:cNvSpPr/>
            <p:nvPr/>
          </p:nvSpPr>
          <p:spPr>
            <a:xfrm>
              <a:off x="2628725" y="3650550"/>
              <a:ext cx="21700" cy="49650"/>
            </a:xfrm>
            <a:custGeom>
              <a:avLst/>
              <a:gdLst/>
              <a:ahLst/>
              <a:cxnLst/>
              <a:rect l="l" t="t" r="r" b="b"/>
              <a:pathLst>
                <a:path w="868" h="1986" extrusionOk="0">
                  <a:moveTo>
                    <a:pt x="67" y="1"/>
                  </a:moveTo>
                  <a:cubicBezTo>
                    <a:pt x="33" y="1"/>
                    <a:pt x="0" y="67"/>
                    <a:pt x="0" y="134"/>
                  </a:cubicBezTo>
                  <a:lnTo>
                    <a:pt x="0" y="1935"/>
                  </a:lnTo>
                  <a:cubicBezTo>
                    <a:pt x="0" y="1969"/>
                    <a:pt x="17" y="1985"/>
                    <a:pt x="33" y="1985"/>
                  </a:cubicBezTo>
                  <a:cubicBezTo>
                    <a:pt x="50" y="1985"/>
                    <a:pt x="67" y="1969"/>
                    <a:pt x="67" y="1935"/>
                  </a:cubicBezTo>
                  <a:lnTo>
                    <a:pt x="834" y="601"/>
                  </a:lnTo>
                  <a:cubicBezTo>
                    <a:pt x="867" y="568"/>
                    <a:pt x="867" y="501"/>
                    <a:pt x="834" y="468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1"/>
            <p:cNvSpPr/>
            <p:nvPr/>
          </p:nvSpPr>
          <p:spPr>
            <a:xfrm>
              <a:off x="2673750" y="3574025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64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2628725" y="3724550"/>
              <a:ext cx="21700" cy="49175"/>
            </a:xfrm>
            <a:custGeom>
              <a:avLst/>
              <a:gdLst/>
              <a:ahLst/>
              <a:cxnLst/>
              <a:rect l="l" t="t" r="r" b="b"/>
              <a:pathLst>
                <a:path w="868" h="1967" extrusionOk="0">
                  <a:moveTo>
                    <a:pt x="49" y="1"/>
                  </a:moveTo>
                  <a:cubicBezTo>
                    <a:pt x="23" y="1"/>
                    <a:pt x="0" y="61"/>
                    <a:pt x="0" y="143"/>
                  </a:cubicBezTo>
                  <a:lnTo>
                    <a:pt x="0" y="1911"/>
                  </a:lnTo>
                  <a:cubicBezTo>
                    <a:pt x="0" y="1950"/>
                    <a:pt x="23" y="1966"/>
                    <a:pt x="42" y="1966"/>
                  </a:cubicBezTo>
                  <a:cubicBezTo>
                    <a:pt x="55" y="1966"/>
                    <a:pt x="67" y="1958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7"/>
                    <a:pt x="834" y="477"/>
                  </a:cubicBezTo>
                  <a:lnTo>
                    <a:pt x="67" y="10"/>
                  </a:lnTo>
                  <a:cubicBezTo>
                    <a:pt x="61" y="4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2673750" y="3647050"/>
              <a:ext cx="254375" cy="161475"/>
            </a:xfrm>
            <a:custGeom>
              <a:avLst/>
              <a:gdLst/>
              <a:ahLst/>
              <a:cxnLst/>
              <a:rect l="l" t="t" r="r" b="b"/>
              <a:pathLst>
                <a:path w="10175" h="6459" extrusionOk="0">
                  <a:moveTo>
                    <a:pt x="9928" y="0"/>
                  </a:moveTo>
                  <a:cubicBezTo>
                    <a:pt x="9863" y="0"/>
                    <a:pt x="9788" y="23"/>
                    <a:pt x="9707" y="74"/>
                  </a:cubicBezTo>
                  <a:lnTo>
                    <a:pt x="434" y="5411"/>
                  </a:lnTo>
                  <a:cubicBezTo>
                    <a:pt x="201" y="5578"/>
                    <a:pt x="34" y="5845"/>
                    <a:pt x="0" y="6145"/>
                  </a:cubicBezTo>
                  <a:cubicBezTo>
                    <a:pt x="0" y="6347"/>
                    <a:pt x="91" y="6459"/>
                    <a:pt x="222" y="6459"/>
                  </a:cubicBezTo>
                  <a:cubicBezTo>
                    <a:pt x="285" y="6459"/>
                    <a:pt x="358" y="6433"/>
                    <a:pt x="434" y="6379"/>
                  </a:cubicBezTo>
                  <a:lnTo>
                    <a:pt x="9707" y="1041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0"/>
                    <a:pt x="992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2628725" y="3797950"/>
              <a:ext cx="21700" cy="49025"/>
            </a:xfrm>
            <a:custGeom>
              <a:avLst/>
              <a:gdLst/>
              <a:ahLst/>
              <a:cxnLst/>
              <a:rect l="l" t="t" r="r" b="b"/>
              <a:pathLst>
                <a:path w="868" h="1961" extrusionOk="0">
                  <a:moveTo>
                    <a:pt x="49" y="0"/>
                  </a:moveTo>
                  <a:cubicBezTo>
                    <a:pt x="22" y="0"/>
                    <a:pt x="0" y="55"/>
                    <a:pt x="0" y="109"/>
                  </a:cubicBezTo>
                  <a:lnTo>
                    <a:pt x="0" y="1910"/>
                  </a:lnTo>
                  <a:cubicBezTo>
                    <a:pt x="0" y="1944"/>
                    <a:pt x="17" y="1960"/>
                    <a:pt x="33" y="1960"/>
                  </a:cubicBezTo>
                  <a:cubicBezTo>
                    <a:pt x="50" y="1960"/>
                    <a:pt x="67" y="1944"/>
                    <a:pt x="67" y="1910"/>
                  </a:cubicBezTo>
                  <a:lnTo>
                    <a:pt x="834" y="609"/>
                  </a:lnTo>
                  <a:cubicBezTo>
                    <a:pt x="867" y="543"/>
                    <a:pt x="867" y="476"/>
                    <a:pt x="834" y="476"/>
                  </a:cubicBezTo>
                  <a:lnTo>
                    <a:pt x="67" y="9"/>
                  </a:lnTo>
                  <a:cubicBezTo>
                    <a:pt x="61" y="3"/>
                    <a:pt x="55" y="0"/>
                    <a:pt x="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2673750" y="3720800"/>
              <a:ext cx="254375" cy="161425"/>
            </a:xfrm>
            <a:custGeom>
              <a:avLst/>
              <a:gdLst/>
              <a:ahLst/>
              <a:cxnLst/>
              <a:rect l="l" t="t" r="r" b="b"/>
              <a:pathLst>
                <a:path w="10175" h="6457" extrusionOk="0">
                  <a:moveTo>
                    <a:pt x="9925" y="1"/>
                  </a:moveTo>
                  <a:cubicBezTo>
                    <a:pt x="9861" y="1"/>
                    <a:pt x="9787" y="20"/>
                    <a:pt x="9707" y="59"/>
                  </a:cubicBezTo>
                  <a:lnTo>
                    <a:pt x="434" y="5397"/>
                  </a:lnTo>
                  <a:cubicBezTo>
                    <a:pt x="201" y="5563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2628725" y="3871550"/>
              <a:ext cx="21700" cy="48800"/>
            </a:xfrm>
            <a:custGeom>
              <a:avLst/>
              <a:gdLst/>
              <a:ahLst/>
              <a:cxnLst/>
              <a:rect l="l" t="t" r="r" b="b"/>
              <a:pathLst>
                <a:path w="868" h="1952" extrusionOk="0">
                  <a:moveTo>
                    <a:pt x="67" y="0"/>
                  </a:moveTo>
                  <a:cubicBezTo>
                    <a:pt x="33" y="0"/>
                    <a:pt x="0" y="67"/>
                    <a:pt x="0" y="134"/>
                  </a:cubicBezTo>
                  <a:lnTo>
                    <a:pt x="0" y="1902"/>
                  </a:lnTo>
                  <a:cubicBezTo>
                    <a:pt x="0" y="1935"/>
                    <a:pt x="17" y="1952"/>
                    <a:pt x="33" y="1952"/>
                  </a:cubicBezTo>
                  <a:cubicBezTo>
                    <a:pt x="50" y="1952"/>
                    <a:pt x="67" y="1935"/>
                    <a:pt x="67" y="1902"/>
                  </a:cubicBezTo>
                  <a:lnTo>
                    <a:pt x="834" y="601"/>
                  </a:lnTo>
                  <a:cubicBezTo>
                    <a:pt x="867" y="567"/>
                    <a:pt x="867" y="501"/>
                    <a:pt x="834" y="4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3136575" y="1656475"/>
              <a:ext cx="783925" cy="662800"/>
            </a:xfrm>
            <a:custGeom>
              <a:avLst/>
              <a:gdLst/>
              <a:ahLst/>
              <a:cxnLst/>
              <a:rect l="l" t="t" r="r" b="b"/>
              <a:pathLst>
                <a:path w="31357" h="26512" extrusionOk="0">
                  <a:moveTo>
                    <a:pt x="31106" y="1"/>
                  </a:moveTo>
                  <a:cubicBezTo>
                    <a:pt x="31042" y="1"/>
                    <a:pt x="30969" y="24"/>
                    <a:pt x="30889" y="73"/>
                  </a:cubicBezTo>
                  <a:lnTo>
                    <a:pt x="468" y="17653"/>
                  </a:lnTo>
                  <a:cubicBezTo>
                    <a:pt x="201" y="17819"/>
                    <a:pt x="34" y="18086"/>
                    <a:pt x="1" y="18420"/>
                  </a:cubicBezTo>
                  <a:lnTo>
                    <a:pt x="1" y="26192"/>
                  </a:lnTo>
                  <a:cubicBezTo>
                    <a:pt x="1" y="26387"/>
                    <a:pt x="108" y="26511"/>
                    <a:pt x="270" y="26511"/>
                  </a:cubicBezTo>
                  <a:cubicBezTo>
                    <a:pt x="329" y="26511"/>
                    <a:pt x="396" y="26495"/>
                    <a:pt x="468" y="26459"/>
                  </a:cubicBezTo>
                  <a:lnTo>
                    <a:pt x="30889" y="8880"/>
                  </a:lnTo>
                  <a:cubicBezTo>
                    <a:pt x="31156" y="8713"/>
                    <a:pt x="31323" y="8413"/>
                    <a:pt x="31356" y="8079"/>
                  </a:cubicBezTo>
                  <a:lnTo>
                    <a:pt x="31356" y="340"/>
                  </a:lnTo>
                  <a:cubicBezTo>
                    <a:pt x="31356" y="129"/>
                    <a:pt x="31258" y="1"/>
                    <a:pt x="31106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1"/>
            <p:cNvSpPr/>
            <p:nvPr/>
          </p:nvSpPr>
          <p:spPr>
            <a:xfrm>
              <a:off x="3212475" y="2151975"/>
              <a:ext cx="10850" cy="29575"/>
            </a:xfrm>
            <a:custGeom>
              <a:avLst/>
              <a:gdLst/>
              <a:ahLst/>
              <a:cxnLst/>
              <a:rect l="l" t="t" r="r" b="b"/>
              <a:pathLst>
                <a:path w="434" h="1183" extrusionOk="0">
                  <a:moveTo>
                    <a:pt x="434" y="1"/>
                  </a:moveTo>
                  <a:lnTo>
                    <a:pt x="0" y="234"/>
                  </a:lnTo>
                  <a:lnTo>
                    <a:pt x="0" y="268"/>
                  </a:lnTo>
                  <a:cubicBezTo>
                    <a:pt x="0" y="268"/>
                    <a:pt x="0" y="301"/>
                    <a:pt x="0" y="301"/>
                  </a:cubicBezTo>
                  <a:lnTo>
                    <a:pt x="0" y="434"/>
                  </a:lnTo>
                  <a:lnTo>
                    <a:pt x="0" y="468"/>
                  </a:lnTo>
                  <a:lnTo>
                    <a:pt x="267" y="301"/>
                  </a:lnTo>
                  <a:lnTo>
                    <a:pt x="67" y="1135"/>
                  </a:lnTo>
                  <a:cubicBezTo>
                    <a:pt x="67" y="1159"/>
                    <a:pt x="83" y="1182"/>
                    <a:pt x="93" y="1182"/>
                  </a:cubicBezTo>
                  <a:cubicBezTo>
                    <a:pt x="97" y="1182"/>
                    <a:pt x="100" y="1178"/>
                    <a:pt x="100" y="1168"/>
                  </a:cubicBezTo>
                  <a:lnTo>
                    <a:pt x="234" y="1102"/>
                  </a:lnTo>
                  <a:cubicBezTo>
                    <a:pt x="234" y="1068"/>
                    <a:pt x="234" y="1068"/>
                    <a:pt x="234" y="1068"/>
                  </a:cubicBezTo>
                  <a:lnTo>
                    <a:pt x="434" y="234"/>
                  </a:lnTo>
                  <a:cubicBezTo>
                    <a:pt x="434" y="201"/>
                    <a:pt x="434" y="168"/>
                    <a:pt x="434" y="13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1"/>
            <p:cNvSpPr/>
            <p:nvPr/>
          </p:nvSpPr>
          <p:spPr>
            <a:xfrm>
              <a:off x="3226650" y="2144475"/>
              <a:ext cx="13350" cy="27550"/>
            </a:xfrm>
            <a:custGeom>
              <a:avLst/>
              <a:gdLst/>
              <a:ahLst/>
              <a:cxnLst/>
              <a:rect l="l" t="t" r="r" b="b"/>
              <a:pathLst>
                <a:path w="534" h="1102" extrusionOk="0">
                  <a:moveTo>
                    <a:pt x="367" y="267"/>
                  </a:moveTo>
                  <a:cubicBezTo>
                    <a:pt x="367" y="301"/>
                    <a:pt x="367" y="301"/>
                    <a:pt x="367" y="334"/>
                  </a:cubicBezTo>
                  <a:cubicBezTo>
                    <a:pt x="367" y="334"/>
                    <a:pt x="367" y="368"/>
                    <a:pt x="367" y="401"/>
                  </a:cubicBezTo>
                  <a:lnTo>
                    <a:pt x="367" y="634"/>
                  </a:lnTo>
                  <a:lnTo>
                    <a:pt x="334" y="634"/>
                  </a:lnTo>
                  <a:cubicBezTo>
                    <a:pt x="367" y="634"/>
                    <a:pt x="367" y="668"/>
                    <a:pt x="367" y="701"/>
                  </a:cubicBezTo>
                  <a:cubicBezTo>
                    <a:pt x="367" y="701"/>
                    <a:pt x="367" y="734"/>
                    <a:pt x="367" y="768"/>
                  </a:cubicBezTo>
                  <a:cubicBezTo>
                    <a:pt x="367" y="768"/>
                    <a:pt x="367" y="801"/>
                    <a:pt x="334" y="801"/>
                  </a:cubicBezTo>
                  <a:cubicBezTo>
                    <a:pt x="334" y="835"/>
                    <a:pt x="300" y="835"/>
                    <a:pt x="300" y="835"/>
                  </a:cubicBezTo>
                  <a:cubicBezTo>
                    <a:pt x="284" y="851"/>
                    <a:pt x="275" y="860"/>
                    <a:pt x="267" y="860"/>
                  </a:cubicBezTo>
                  <a:cubicBezTo>
                    <a:pt x="259" y="860"/>
                    <a:pt x="250" y="851"/>
                    <a:pt x="234" y="835"/>
                  </a:cubicBezTo>
                  <a:cubicBezTo>
                    <a:pt x="200" y="835"/>
                    <a:pt x="200" y="835"/>
                    <a:pt x="234" y="801"/>
                  </a:cubicBezTo>
                  <a:lnTo>
                    <a:pt x="234" y="734"/>
                  </a:lnTo>
                  <a:lnTo>
                    <a:pt x="234" y="501"/>
                  </a:lnTo>
                  <a:lnTo>
                    <a:pt x="234" y="434"/>
                  </a:lnTo>
                  <a:cubicBezTo>
                    <a:pt x="200" y="401"/>
                    <a:pt x="200" y="401"/>
                    <a:pt x="234" y="368"/>
                  </a:cubicBezTo>
                  <a:cubicBezTo>
                    <a:pt x="234" y="368"/>
                    <a:pt x="234" y="334"/>
                    <a:pt x="234" y="334"/>
                  </a:cubicBezTo>
                  <a:cubicBezTo>
                    <a:pt x="267" y="301"/>
                    <a:pt x="267" y="301"/>
                    <a:pt x="300" y="267"/>
                  </a:cubicBezTo>
                  <a:close/>
                  <a:moveTo>
                    <a:pt x="400" y="1"/>
                  </a:moveTo>
                  <a:cubicBezTo>
                    <a:pt x="334" y="1"/>
                    <a:pt x="300" y="34"/>
                    <a:pt x="267" y="67"/>
                  </a:cubicBezTo>
                  <a:cubicBezTo>
                    <a:pt x="234" y="67"/>
                    <a:pt x="167" y="101"/>
                    <a:pt x="134" y="167"/>
                  </a:cubicBezTo>
                  <a:cubicBezTo>
                    <a:pt x="100" y="201"/>
                    <a:pt x="100" y="234"/>
                    <a:pt x="67" y="267"/>
                  </a:cubicBezTo>
                  <a:cubicBezTo>
                    <a:pt x="34" y="334"/>
                    <a:pt x="34" y="368"/>
                    <a:pt x="34" y="434"/>
                  </a:cubicBezTo>
                  <a:cubicBezTo>
                    <a:pt x="0" y="501"/>
                    <a:pt x="0" y="534"/>
                    <a:pt x="34" y="601"/>
                  </a:cubicBezTo>
                  <a:lnTo>
                    <a:pt x="34" y="835"/>
                  </a:lnTo>
                  <a:cubicBezTo>
                    <a:pt x="0" y="901"/>
                    <a:pt x="0" y="935"/>
                    <a:pt x="34" y="968"/>
                  </a:cubicBezTo>
                  <a:cubicBezTo>
                    <a:pt x="34" y="1001"/>
                    <a:pt x="34" y="1035"/>
                    <a:pt x="67" y="1068"/>
                  </a:cubicBezTo>
                  <a:cubicBezTo>
                    <a:pt x="100" y="1101"/>
                    <a:pt x="100" y="1101"/>
                    <a:pt x="134" y="1101"/>
                  </a:cubicBezTo>
                  <a:cubicBezTo>
                    <a:pt x="200" y="1101"/>
                    <a:pt x="234" y="1101"/>
                    <a:pt x="267" y="1068"/>
                  </a:cubicBezTo>
                  <a:cubicBezTo>
                    <a:pt x="300" y="1035"/>
                    <a:pt x="367" y="1001"/>
                    <a:pt x="400" y="968"/>
                  </a:cubicBezTo>
                  <a:cubicBezTo>
                    <a:pt x="434" y="935"/>
                    <a:pt x="434" y="901"/>
                    <a:pt x="467" y="835"/>
                  </a:cubicBezTo>
                  <a:cubicBezTo>
                    <a:pt x="501" y="801"/>
                    <a:pt x="501" y="734"/>
                    <a:pt x="534" y="701"/>
                  </a:cubicBezTo>
                  <a:cubicBezTo>
                    <a:pt x="534" y="634"/>
                    <a:pt x="534" y="601"/>
                    <a:pt x="534" y="534"/>
                  </a:cubicBezTo>
                  <a:lnTo>
                    <a:pt x="534" y="267"/>
                  </a:lnTo>
                  <a:cubicBezTo>
                    <a:pt x="534" y="234"/>
                    <a:pt x="534" y="201"/>
                    <a:pt x="534" y="134"/>
                  </a:cubicBezTo>
                  <a:cubicBezTo>
                    <a:pt x="501" y="101"/>
                    <a:pt x="501" y="67"/>
                    <a:pt x="467" y="34"/>
                  </a:cubicBezTo>
                  <a:cubicBezTo>
                    <a:pt x="434" y="34"/>
                    <a:pt x="434" y="1"/>
                    <a:pt x="4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3241650" y="2131975"/>
              <a:ext cx="17550" cy="32550"/>
            </a:xfrm>
            <a:custGeom>
              <a:avLst/>
              <a:gdLst/>
              <a:ahLst/>
              <a:cxnLst/>
              <a:rect l="l" t="t" r="r" b="b"/>
              <a:pathLst>
                <a:path w="702" h="1302" extrusionOk="0">
                  <a:moveTo>
                    <a:pt x="167" y="401"/>
                  </a:moveTo>
                  <a:cubicBezTo>
                    <a:pt x="167" y="434"/>
                    <a:pt x="167" y="434"/>
                    <a:pt x="167" y="467"/>
                  </a:cubicBezTo>
                  <a:lnTo>
                    <a:pt x="167" y="534"/>
                  </a:lnTo>
                  <a:cubicBezTo>
                    <a:pt x="167" y="567"/>
                    <a:pt x="167" y="601"/>
                    <a:pt x="167" y="601"/>
                  </a:cubicBezTo>
                  <a:cubicBezTo>
                    <a:pt x="167" y="634"/>
                    <a:pt x="134" y="634"/>
                    <a:pt x="134" y="634"/>
                  </a:cubicBezTo>
                  <a:lnTo>
                    <a:pt x="101" y="634"/>
                  </a:lnTo>
                  <a:cubicBezTo>
                    <a:pt x="101" y="634"/>
                    <a:pt x="101" y="601"/>
                    <a:pt x="101" y="601"/>
                  </a:cubicBezTo>
                  <a:cubicBezTo>
                    <a:pt x="101" y="567"/>
                    <a:pt x="101" y="534"/>
                    <a:pt x="101" y="501"/>
                  </a:cubicBezTo>
                  <a:cubicBezTo>
                    <a:pt x="101" y="467"/>
                    <a:pt x="101" y="467"/>
                    <a:pt x="101" y="434"/>
                  </a:cubicBezTo>
                  <a:cubicBezTo>
                    <a:pt x="101" y="434"/>
                    <a:pt x="101" y="401"/>
                    <a:pt x="134" y="401"/>
                  </a:cubicBezTo>
                  <a:close/>
                  <a:moveTo>
                    <a:pt x="167" y="267"/>
                  </a:moveTo>
                  <a:cubicBezTo>
                    <a:pt x="134" y="267"/>
                    <a:pt x="101" y="300"/>
                    <a:pt x="101" y="334"/>
                  </a:cubicBezTo>
                  <a:cubicBezTo>
                    <a:pt x="67" y="334"/>
                    <a:pt x="67" y="367"/>
                    <a:pt x="34" y="401"/>
                  </a:cubicBezTo>
                  <a:cubicBezTo>
                    <a:pt x="34" y="401"/>
                    <a:pt x="34" y="434"/>
                    <a:pt x="34" y="467"/>
                  </a:cubicBezTo>
                  <a:cubicBezTo>
                    <a:pt x="34" y="501"/>
                    <a:pt x="34" y="534"/>
                    <a:pt x="34" y="567"/>
                  </a:cubicBezTo>
                  <a:lnTo>
                    <a:pt x="34" y="667"/>
                  </a:lnTo>
                  <a:cubicBezTo>
                    <a:pt x="1" y="667"/>
                    <a:pt x="1" y="701"/>
                    <a:pt x="34" y="734"/>
                  </a:cubicBezTo>
                  <a:cubicBezTo>
                    <a:pt x="34" y="767"/>
                    <a:pt x="34" y="767"/>
                    <a:pt x="34" y="767"/>
                  </a:cubicBezTo>
                  <a:cubicBezTo>
                    <a:pt x="51" y="784"/>
                    <a:pt x="59" y="792"/>
                    <a:pt x="67" y="792"/>
                  </a:cubicBezTo>
                  <a:cubicBezTo>
                    <a:pt x="76" y="792"/>
                    <a:pt x="84" y="784"/>
                    <a:pt x="101" y="767"/>
                  </a:cubicBezTo>
                  <a:cubicBezTo>
                    <a:pt x="101" y="784"/>
                    <a:pt x="109" y="792"/>
                    <a:pt x="122" y="792"/>
                  </a:cubicBezTo>
                  <a:cubicBezTo>
                    <a:pt x="134" y="792"/>
                    <a:pt x="151" y="784"/>
                    <a:pt x="167" y="767"/>
                  </a:cubicBezTo>
                  <a:cubicBezTo>
                    <a:pt x="167" y="767"/>
                    <a:pt x="201" y="734"/>
                    <a:pt x="234" y="734"/>
                  </a:cubicBezTo>
                  <a:cubicBezTo>
                    <a:pt x="234" y="701"/>
                    <a:pt x="234" y="667"/>
                    <a:pt x="267" y="667"/>
                  </a:cubicBezTo>
                  <a:cubicBezTo>
                    <a:pt x="267" y="634"/>
                    <a:pt x="267" y="601"/>
                    <a:pt x="301" y="567"/>
                  </a:cubicBezTo>
                  <a:cubicBezTo>
                    <a:pt x="301" y="567"/>
                    <a:pt x="301" y="534"/>
                    <a:pt x="301" y="501"/>
                  </a:cubicBezTo>
                  <a:lnTo>
                    <a:pt x="301" y="401"/>
                  </a:lnTo>
                  <a:cubicBezTo>
                    <a:pt x="301" y="367"/>
                    <a:pt x="301" y="334"/>
                    <a:pt x="301" y="334"/>
                  </a:cubicBezTo>
                  <a:lnTo>
                    <a:pt x="267" y="267"/>
                  </a:lnTo>
                  <a:close/>
                  <a:moveTo>
                    <a:pt x="601" y="667"/>
                  </a:moveTo>
                  <a:cubicBezTo>
                    <a:pt x="601" y="667"/>
                    <a:pt x="601" y="701"/>
                    <a:pt x="601" y="701"/>
                  </a:cubicBezTo>
                  <a:lnTo>
                    <a:pt x="601" y="801"/>
                  </a:lnTo>
                  <a:cubicBezTo>
                    <a:pt x="601" y="801"/>
                    <a:pt x="601" y="834"/>
                    <a:pt x="601" y="868"/>
                  </a:cubicBezTo>
                  <a:cubicBezTo>
                    <a:pt x="568" y="901"/>
                    <a:pt x="601" y="901"/>
                    <a:pt x="568" y="901"/>
                  </a:cubicBezTo>
                  <a:lnTo>
                    <a:pt x="534" y="901"/>
                  </a:lnTo>
                  <a:cubicBezTo>
                    <a:pt x="534" y="868"/>
                    <a:pt x="534" y="868"/>
                    <a:pt x="534" y="834"/>
                  </a:cubicBezTo>
                  <a:cubicBezTo>
                    <a:pt x="534" y="801"/>
                    <a:pt x="534" y="767"/>
                    <a:pt x="534" y="734"/>
                  </a:cubicBezTo>
                  <a:cubicBezTo>
                    <a:pt x="534" y="734"/>
                    <a:pt x="534" y="701"/>
                    <a:pt x="534" y="701"/>
                  </a:cubicBezTo>
                  <a:cubicBezTo>
                    <a:pt x="534" y="667"/>
                    <a:pt x="534" y="667"/>
                    <a:pt x="568" y="667"/>
                  </a:cubicBezTo>
                  <a:close/>
                  <a:moveTo>
                    <a:pt x="568" y="501"/>
                  </a:moveTo>
                  <a:cubicBezTo>
                    <a:pt x="534" y="501"/>
                    <a:pt x="534" y="534"/>
                    <a:pt x="501" y="567"/>
                  </a:cubicBezTo>
                  <a:cubicBezTo>
                    <a:pt x="501" y="567"/>
                    <a:pt x="468" y="601"/>
                    <a:pt x="468" y="634"/>
                  </a:cubicBezTo>
                  <a:cubicBezTo>
                    <a:pt x="468" y="667"/>
                    <a:pt x="434" y="701"/>
                    <a:pt x="434" y="701"/>
                  </a:cubicBezTo>
                  <a:cubicBezTo>
                    <a:pt x="434" y="734"/>
                    <a:pt x="434" y="767"/>
                    <a:pt x="434" y="801"/>
                  </a:cubicBezTo>
                  <a:lnTo>
                    <a:pt x="434" y="901"/>
                  </a:lnTo>
                  <a:cubicBezTo>
                    <a:pt x="434" y="934"/>
                    <a:pt x="434" y="968"/>
                    <a:pt x="434" y="968"/>
                  </a:cubicBezTo>
                  <a:cubicBezTo>
                    <a:pt x="434" y="1001"/>
                    <a:pt x="468" y="1001"/>
                    <a:pt x="468" y="1034"/>
                  </a:cubicBezTo>
                  <a:lnTo>
                    <a:pt x="568" y="1034"/>
                  </a:lnTo>
                  <a:cubicBezTo>
                    <a:pt x="601" y="1001"/>
                    <a:pt x="634" y="1001"/>
                    <a:pt x="634" y="968"/>
                  </a:cubicBezTo>
                  <a:cubicBezTo>
                    <a:pt x="668" y="968"/>
                    <a:pt x="668" y="934"/>
                    <a:pt x="701" y="901"/>
                  </a:cubicBezTo>
                  <a:cubicBezTo>
                    <a:pt x="701" y="868"/>
                    <a:pt x="701" y="868"/>
                    <a:pt x="701" y="834"/>
                  </a:cubicBezTo>
                  <a:cubicBezTo>
                    <a:pt x="701" y="801"/>
                    <a:pt x="701" y="767"/>
                    <a:pt x="701" y="734"/>
                  </a:cubicBezTo>
                  <a:lnTo>
                    <a:pt x="701" y="634"/>
                  </a:lnTo>
                  <a:lnTo>
                    <a:pt x="701" y="567"/>
                  </a:lnTo>
                  <a:cubicBezTo>
                    <a:pt x="701" y="534"/>
                    <a:pt x="668" y="501"/>
                    <a:pt x="668" y="501"/>
                  </a:cubicBezTo>
                  <a:close/>
                  <a:moveTo>
                    <a:pt x="601" y="0"/>
                  </a:moveTo>
                  <a:lnTo>
                    <a:pt x="534" y="67"/>
                  </a:lnTo>
                  <a:lnTo>
                    <a:pt x="534" y="100"/>
                  </a:lnTo>
                  <a:lnTo>
                    <a:pt x="67" y="1301"/>
                  </a:lnTo>
                  <a:lnTo>
                    <a:pt x="67" y="1301"/>
                  </a:lnTo>
                  <a:lnTo>
                    <a:pt x="134" y="1234"/>
                  </a:lnTo>
                  <a:lnTo>
                    <a:pt x="167" y="1234"/>
                  </a:lnTo>
                  <a:lnTo>
                    <a:pt x="167" y="1201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3188275" y="2109450"/>
              <a:ext cx="25875" cy="48400"/>
            </a:xfrm>
            <a:custGeom>
              <a:avLst/>
              <a:gdLst/>
              <a:ahLst/>
              <a:cxnLst/>
              <a:rect l="l" t="t" r="r" b="b"/>
              <a:pathLst>
                <a:path w="1035" h="1936" extrusionOk="0">
                  <a:moveTo>
                    <a:pt x="735" y="1"/>
                  </a:moveTo>
                  <a:cubicBezTo>
                    <a:pt x="368" y="601"/>
                    <a:pt x="134" y="1235"/>
                    <a:pt x="1" y="1935"/>
                  </a:cubicBezTo>
                  <a:lnTo>
                    <a:pt x="501" y="1902"/>
                  </a:lnTo>
                  <a:cubicBezTo>
                    <a:pt x="601" y="1402"/>
                    <a:pt x="768" y="901"/>
                    <a:pt x="1035" y="468"/>
                  </a:cubicBezTo>
                  <a:lnTo>
                    <a:pt x="73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3206625" y="2077775"/>
              <a:ext cx="29225" cy="43375"/>
            </a:xfrm>
            <a:custGeom>
              <a:avLst/>
              <a:gdLst/>
              <a:ahLst/>
              <a:cxnLst/>
              <a:rect l="l" t="t" r="r" b="b"/>
              <a:pathLst>
                <a:path w="1169" h="1735" extrusionOk="0">
                  <a:moveTo>
                    <a:pt x="1168" y="0"/>
                  </a:moveTo>
                  <a:cubicBezTo>
                    <a:pt x="668" y="300"/>
                    <a:pt x="267" y="734"/>
                    <a:pt x="1" y="1234"/>
                  </a:cubicBezTo>
                  <a:lnTo>
                    <a:pt x="301" y="1735"/>
                  </a:lnTo>
                  <a:cubicBezTo>
                    <a:pt x="501" y="1334"/>
                    <a:pt x="801" y="1034"/>
                    <a:pt x="1168" y="801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3185775" y="2156975"/>
              <a:ext cx="15050" cy="48400"/>
            </a:xfrm>
            <a:custGeom>
              <a:avLst/>
              <a:gdLst/>
              <a:ahLst/>
              <a:cxnLst/>
              <a:rect l="l" t="t" r="r" b="b"/>
              <a:pathLst>
                <a:path w="602" h="1936" extrusionOk="0">
                  <a:moveTo>
                    <a:pt x="601" y="1"/>
                  </a:moveTo>
                  <a:lnTo>
                    <a:pt x="101" y="34"/>
                  </a:lnTo>
                  <a:cubicBezTo>
                    <a:pt x="34" y="368"/>
                    <a:pt x="1" y="701"/>
                    <a:pt x="1" y="1035"/>
                  </a:cubicBezTo>
                  <a:cubicBezTo>
                    <a:pt x="1" y="1335"/>
                    <a:pt x="34" y="1635"/>
                    <a:pt x="101" y="1936"/>
                  </a:cubicBezTo>
                  <a:lnTo>
                    <a:pt x="601" y="1402"/>
                  </a:lnTo>
                  <a:cubicBezTo>
                    <a:pt x="568" y="1168"/>
                    <a:pt x="534" y="968"/>
                    <a:pt x="534" y="735"/>
                  </a:cubicBezTo>
                  <a:cubicBezTo>
                    <a:pt x="534" y="501"/>
                    <a:pt x="568" y="234"/>
                    <a:pt x="6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3188275" y="2072650"/>
              <a:ext cx="97600" cy="162850"/>
            </a:xfrm>
            <a:custGeom>
              <a:avLst/>
              <a:gdLst/>
              <a:ahLst/>
              <a:cxnLst/>
              <a:rect l="l" t="t" r="r" b="b"/>
              <a:pathLst>
                <a:path w="3904" h="6514" extrusionOk="0">
                  <a:moveTo>
                    <a:pt x="2576" y="1"/>
                  </a:moveTo>
                  <a:cubicBezTo>
                    <a:pt x="2337" y="1"/>
                    <a:pt x="2097" y="69"/>
                    <a:pt x="1902" y="205"/>
                  </a:cubicBezTo>
                  <a:lnTo>
                    <a:pt x="1902" y="1006"/>
                  </a:lnTo>
                  <a:cubicBezTo>
                    <a:pt x="2058" y="908"/>
                    <a:pt x="2236" y="857"/>
                    <a:pt x="2410" y="857"/>
                  </a:cubicBezTo>
                  <a:cubicBezTo>
                    <a:pt x="2535" y="857"/>
                    <a:pt x="2658" y="883"/>
                    <a:pt x="2769" y="939"/>
                  </a:cubicBezTo>
                  <a:cubicBezTo>
                    <a:pt x="3036" y="1139"/>
                    <a:pt x="3236" y="1439"/>
                    <a:pt x="3303" y="1773"/>
                  </a:cubicBezTo>
                  <a:cubicBezTo>
                    <a:pt x="3336" y="1973"/>
                    <a:pt x="3370" y="2206"/>
                    <a:pt x="3370" y="2440"/>
                  </a:cubicBezTo>
                  <a:cubicBezTo>
                    <a:pt x="3370" y="2673"/>
                    <a:pt x="3336" y="2907"/>
                    <a:pt x="3303" y="3174"/>
                  </a:cubicBezTo>
                  <a:cubicBezTo>
                    <a:pt x="3203" y="3674"/>
                    <a:pt x="3036" y="4141"/>
                    <a:pt x="2769" y="4608"/>
                  </a:cubicBezTo>
                  <a:cubicBezTo>
                    <a:pt x="2569" y="4975"/>
                    <a:pt x="2269" y="5309"/>
                    <a:pt x="1902" y="5542"/>
                  </a:cubicBezTo>
                  <a:cubicBezTo>
                    <a:pt x="1747" y="5639"/>
                    <a:pt x="1569" y="5691"/>
                    <a:pt x="1394" y="5691"/>
                  </a:cubicBezTo>
                  <a:cubicBezTo>
                    <a:pt x="1269" y="5691"/>
                    <a:pt x="1146" y="5665"/>
                    <a:pt x="1035" y="5609"/>
                  </a:cubicBezTo>
                  <a:cubicBezTo>
                    <a:pt x="735" y="5409"/>
                    <a:pt x="568" y="5109"/>
                    <a:pt x="501" y="4775"/>
                  </a:cubicBezTo>
                  <a:lnTo>
                    <a:pt x="1" y="5309"/>
                  </a:lnTo>
                  <a:cubicBezTo>
                    <a:pt x="101" y="5742"/>
                    <a:pt x="334" y="6143"/>
                    <a:pt x="735" y="6409"/>
                  </a:cubicBezTo>
                  <a:cubicBezTo>
                    <a:pt x="887" y="6479"/>
                    <a:pt x="1058" y="6514"/>
                    <a:pt x="1228" y="6514"/>
                  </a:cubicBezTo>
                  <a:cubicBezTo>
                    <a:pt x="1468" y="6514"/>
                    <a:pt x="1708" y="6446"/>
                    <a:pt x="1902" y="6309"/>
                  </a:cubicBezTo>
                  <a:cubicBezTo>
                    <a:pt x="2402" y="6009"/>
                    <a:pt x="2803" y="5576"/>
                    <a:pt x="3070" y="5075"/>
                  </a:cubicBezTo>
                  <a:cubicBezTo>
                    <a:pt x="3403" y="4475"/>
                    <a:pt x="3670" y="3808"/>
                    <a:pt x="3803" y="3140"/>
                  </a:cubicBezTo>
                  <a:cubicBezTo>
                    <a:pt x="3870" y="2807"/>
                    <a:pt x="3870" y="2440"/>
                    <a:pt x="3904" y="2106"/>
                  </a:cubicBezTo>
                  <a:cubicBezTo>
                    <a:pt x="3904" y="1806"/>
                    <a:pt x="3870" y="1506"/>
                    <a:pt x="3803" y="1239"/>
                  </a:cubicBezTo>
                  <a:cubicBezTo>
                    <a:pt x="3703" y="772"/>
                    <a:pt x="3470" y="372"/>
                    <a:pt x="3070" y="105"/>
                  </a:cubicBezTo>
                  <a:cubicBezTo>
                    <a:pt x="2917" y="35"/>
                    <a:pt x="2746" y="1"/>
                    <a:pt x="257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3348400" y="1913300"/>
              <a:ext cx="254375" cy="160950"/>
            </a:xfrm>
            <a:custGeom>
              <a:avLst/>
              <a:gdLst/>
              <a:ahLst/>
              <a:cxnLst/>
              <a:rect l="l" t="t" r="r" b="b"/>
              <a:pathLst>
                <a:path w="10175" h="6438" extrusionOk="0">
                  <a:moveTo>
                    <a:pt x="9928" y="1"/>
                  </a:moveTo>
                  <a:cubicBezTo>
                    <a:pt x="9863" y="1"/>
                    <a:pt x="9788" y="24"/>
                    <a:pt x="9707" y="74"/>
                  </a:cubicBezTo>
                  <a:lnTo>
                    <a:pt x="467" y="5412"/>
                  </a:lnTo>
                  <a:cubicBezTo>
                    <a:pt x="200" y="5578"/>
                    <a:pt x="34" y="5845"/>
                    <a:pt x="0" y="6145"/>
                  </a:cubicBezTo>
                  <a:cubicBezTo>
                    <a:pt x="0" y="6333"/>
                    <a:pt x="99" y="6438"/>
                    <a:pt x="250" y="6438"/>
                  </a:cubicBezTo>
                  <a:cubicBezTo>
                    <a:pt x="314" y="6438"/>
                    <a:pt x="388" y="6419"/>
                    <a:pt x="467" y="6379"/>
                  </a:cubicBezTo>
                  <a:lnTo>
                    <a:pt x="9707" y="1042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1"/>
                    <a:pt x="9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1"/>
            <p:cNvSpPr/>
            <p:nvPr/>
          </p:nvSpPr>
          <p:spPr>
            <a:xfrm>
              <a:off x="3348400" y="1864775"/>
              <a:ext cx="423650" cy="259250"/>
            </a:xfrm>
            <a:custGeom>
              <a:avLst/>
              <a:gdLst/>
              <a:ahLst/>
              <a:cxnLst/>
              <a:rect l="l" t="t" r="r" b="b"/>
              <a:pathLst>
                <a:path w="16946" h="10370" extrusionOk="0">
                  <a:moveTo>
                    <a:pt x="16714" y="0"/>
                  </a:moveTo>
                  <a:cubicBezTo>
                    <a:pt x="16646" y="0"/>
                    <a:pt x="16566" y="26"/>
                    <a:pt x="16479" y="81"/>
                  </a:cubicBezTo>
                  <a:lnTo>
                    <a:pt x="467" y="9321"/>
                  </a:lnTo>
                  <a:cubicBezTo>
                    <a:pt x="200" y="9487"/>
                    <a:pt x="34" y="9754"/>
                    <a:pt x="0" y="10088"/>
                  </a:cubicBezTo>
                  <a:cubicBezTo>
                    <a:pt x="0" y="10266"/>
                    <a:pt x="89" y="10369"/>
                    <a:pt x="228" y="10369"/>
                  </a:cubicBezTo>
                  <a:cubicBezTo>
                    <a:pt x="297" y="10369"/>
                    <a:pt x="378" y="10344"/>
                    <a:pt x="467" y="10288"/>
                  </a:cubicBezTo>
                  <a:lnTo>
                    <a:pt x="16479" y="1048"/>
                  </a:lnTo>
                  <a:cubicBezTo>
                    <a:pt x="16746" y="881"/>
                    <a:pt x="16912" y="614"/>
                    <a:pt x="16946" y="314"/>
                  </a:cubicBezTo>
                  <a:cubicBezTo>
                    <a:pt x="16946" y="112"/>
                    <a:pt x="16855" y="0"/>
                    <a:pt x="1671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1"/>
            <p:cNvSpPr/>
            <p:nvPr/>
          </p:nvSpPr>
          <p:spPr>
            <a:xfrm>
              <a:off x="3962175" y="1179850"/>
              <a:ext cx="783900" cy="662550"/>
            </a:xfrm>
            <a:custGeom>
              <a:avLst/>
              <a:gdLst/>
              <a:ahLst/>
              <a:cxnLst/>
              <a:rect l="l" t="t" r="r" b="b"/>
              <a:pathLst>
                <a:path w="31356" h="26502" extrusionOk="0">
                  <a:moveTo>
                    <a:pt x="31102" y="0"/>
                  </a:moveTo>
                  <a:cubicBezTo>
                    <a:pt x="31039" y="0"/>
                    <a:pt x="30967" y="19"/>
                    <a:pt x="30889" y="58"/>
                  </a:cubicBezTo>
                  <a:lnTo>
                    <a:pt x="467" y="17637"/>
                  </a:lnTo>
                  <a:cubicBezTo>
                    <a:pt x="200" y="17804"/>
                    <a:pt x="34" y="18104"/>
                    <a:pt x="0" y="18404"/>
                  </a:cubicBezTo>
                  <a:lnTo>
                    <a:pt x="0" y="26177"/>
                  </a:lnTo>
                  <a:cubicBezTo>
                    <a:pt x="0" y="26389"/>
                    <a:pt x="101" y="26502"/>
                    <a:pt x="254" y="26502"/>
                  </a:cubicBezTo>
                  <a:cubicBezTo>
                    <a:pt x="317" y="26502"/>
                    <a:pt x="389" y="26482"/>
                    <a:pt x="467" y="26444"/>
                  </a:cubicBezTo>
                  <a:lnTo>
                    <a:pt x="30889" y="8864"/>
                  </a:lnTo>
                  <a:cubicBezTo>
                    <a:pt x="31156" y="8698"/>
                    <a:pt x="31323" y="8397"/>
                    <a:pt x="31356" y="8097"/>
                  </a:cubicBezTo>
                  <a:lnTo>
                    <a:pt x="31356" y="325"/>
                  </a:lnTo>
                  <a:cubicBezTo>
                    <a:pt x="31356" y="112"/>
                    <a:pt x="31256" y="0"/>
                    <a:pt x="31102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1"/>
            <p:cNvSpPr/>
            <p:nvPr/>
          </p:nvSpPr>
          <p:spPr>
            <a:xfrm>
              <a:off x="4043900" y="1672475"/>
              <a:ext cx="13350" cy="28375"/>
            </a:xfrm>
            <a:custGeom>
              <a:avLst/>
              <a:gdLst/>
              <a:ahLst/>
              <a:cxnLst/>
              <a:rect l="l" t="t" r="r" b="b"/>
              <a:pathLst>
                <a:path w="534" h="1135" extrusionOk="0">
                  <a:moveTo>
                    <a:pt x="334" y="267"/>
                  </a:moveTo>
                  <a:cubicBezTo>
                    <a:pt x="367" y="267"/>
                    <a:pt x="367" y="267"/>
                    <a:pt x="367" y="301"/>
                  </a:cubicBezTo>
                  <a:cubicBezTo>
                    <a:pt x="367" y="301"/>
                    <a:pt x="367" y="334"/>
                    <a:pt x="367" y="334"/>
                  </a:cubicBezTo>
                  <a:cubicBezTo>
                    <a:pt x="367" y="367"/>
                    <a:pt x="367" y="367"/>
                    <a:pt x="367" y="401"/>
                  </a:cubicBezTo>
                  <a:cubicBezTo>
                    <a:pt x="367" y="401"/>
                    <a:pt x="367" y="434"/>
                    <a:pt x="334" y="434"/>
                  </a:cubicBezTo>
                  <a:cubicBezTo>
                    <a:pt x="334" y="467"/>
                    <a:pt x="334" y="467"/>
                    <a:pt x="300" y="501"/>
                  </a:cubicBezTo>
                  <a:cubicBezTo>
                    <a:pt x="300" y="501"/>
                    <a:pt x="300" y="501"/>
                    <a:pt x="267" y="534"/>
                  </a:cubicBezTo>
                  <a:lnTo>
                    <a:pt x="200" y="534"/>
                  </a:lnTo>
                  <a:cubicBezTo>
                    <a:pt x="167" y="501"/>
                    <a:pt x="167" y="501"/>
                    <a:pt x="167" y="501"/>
                  </a:cubicBezTo>
                  <a:cubicBezTo>
                    <a:pt x="167" y="467"/>
                    <a:pt x="167" y="467"/>
                    <a:pt x="167" y="434"/>
                  </a:cubicBezTo>
                  <a:cubicBezTo>
                    <a:pt x="167" y="434"/>
                    <a:pt x="167" y="401"/>
                    <a:pt x="167" y="401"/>
                  </a:cubicBezTo>
                  <a:cubicBezTo>
                    <a:pt x="200" y="367"/>
                    <a:pt x="200" y="367"/>
                    <a:pt x="200" y="334"/>
                  </a:cubicBezTo>
                  <a:lnTo>
                    <a:pt x="234" y="301"/>
                  </a:lnTo>
                  <a:lnTo>
                    <a:pt x="267" y="267"/>
                  </a:lnTo>
                  <a:close/>
                  <a:moveTo>
                    <a:pt x="367" y="0"/>
                  </a:moveTo>
                  <a:cubicBezTo>
                    <a:pt x="334" y="0"/>
                    <a:pt x="300" y="34"/>
                    <a:pt x="267" y="34"/>
                  </a:cubicBezTo>
                  <a:cubicBezTo>
                    <a:pt x="234" y="67"/>
                    <a:pt x="200" y="100"/>
                    <a:pt x="167" y="134"/>
                  </a:cubicBezTo>
                  <a:cubicBezTo>
                    <a:pt x="134" y="167"/>
                    <a:pt x="100" y="201"/>
                    <a:pt x="67" y="234"/>
                  </a:cubicBezTo>
                  <a:cubicBezTo>
                    <a:pt x="34" y="267"/>
                    <a:pt x="34" y="334"/>
                    <a:pt x="34" y="401"/>
                  </a:cubicBezTo>
                  <a:cubicBezTo>
                    <a:pt x="0" y="434"/>
                    <a:pt x="0" y="501"/>
                    <a:pt x="0" y="534"/>
                  </a:cubicBezTo>
                  <a:cubicBezTo>
                    <a:pt x="0" y="601"/>
                    <a:pt x="34" y="634"/>
                    <a:pt x="67" y="701"/>
                  </a:cubicBezTo>
                  <a:cubicBezTo>
                    <a:pt x="67" y="701"/>
                    <a:pt x="100" y="734"/>
                    <a:pt x="100" y="768"/>
                  </a:cubicBezTo>
                  <a:cubicBezTo>
                    <a:pt x="134" y="768"/>
                    <a:pt x="167" y="801"/>
                    <a:pt x="167" y="801"/>
                  </a:cubicBezTo>
                  <a:lnTo>
                    <a:pt x="267" y="801"/>
                  </a:lnTo>
                  <a:lnTo>
                    <a:pt x="134" y="1101"/>
                  </a:lnTo>
                  <a:cubicBezTo>
                    <a:pt x="134" y="1101"/>
                    <a:pt x="134" y="1135"/>
                    <a:pt x="134" y="1135"/>
                  </a:cubicBezTo>
                  <a:lnTo>
                    <a:pt x="300" y="1034"/>
                  </a:lnTo>
                  <a:cubicBezTo>
                    <a:pt x="300" y="1034"/>
                    <a:pt x="300" y="1001"/>
                    <a:pt x="300" y="1001"/>
                  </a:cubicBezTo>
                  <a:lnTo>
                    <a:pt x="501" y="534"/>
                  </a:lnTo>
                  <a:lnTo>
                    <a:pt x="501" y="467"/>
                  </a:lnTo>
                  <a:cubicBezTo>
                    <a:pt x="534" y="434"/>
                    <a:pt x="534" y="401"/>
                    <a:pt x="534" y="401"/>
                  </a:cubicBezTo>
                  <a:cubicBezTo>
                    <a:pt x="534" y="367"/>
                    <a:pt x="534" y="334"/>
                    <a:pt x="534" y="301"/>
                  </a:cubicBezTo>
                  <a:cubicBezTo>
                    <a:pt x="534" y="301"/>
                    <a:pt x="534" y="267"/>
                    <a:pt x="534" y="234"/>
                  </a:cubicBezTo>
                  <a:cubicBezTo>
                    <a:pt x="534" y="201"/>
                    <a:pt x="534" y="134"/>
                    <a:pt x="501" y="100"/>
                  </a:cubicBezTo>
                  <a:cubicBezTo>
                    <a:pt x="501" y="67"/>
                    <a:pt x="467" y="34"/>
                    <a:pt x="434" y="34"/>
                  </a:cubicBezTo>
                  <a:cubicBezTo>
                    <a:pt x="434" y="0"/>
                    <a:pt x="400" y="0"/>
                    <a:pt x="3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1"/>
            <p:cNvSpPr/>
            <p:nvPr/>
          </p:nvSpPr>
          <p:spPr>
            <a:xfrm>
              <a:off x="4059725" y="1663300"/>
              <a:ext cx="12550" cy="27550"/>
            </a:xfrm>
            <a:custGeom>
              <a:avLst/>
              <a:gdLst/>
              <a:ahLst/>
              <a:cxnLst/>
              <a:rect l="l" t="t" r="r" b="b"/>
              <a:pathLst>
                <a:path w="502" h="1102" extrusionOk="0">
                  <a:moveTo>
                    <a:pt x="335" y="267"/>
                  </a:moveTo>
                  <a:cubicBezTo>
                    <a:pt x="335" y="301"/>
                    <a:pt x="335" y="301"/>
                    <a:pt x="335" y="334"/>
                  </a:cubicBezTo>
                  <a:cubicBezTo>
                    <a:pt x="335" y="334"/>
                    <a:pt x="335" y="367"/>
                    <a:pt x="335" y="367"/>
                  </a:cubicBezTo>
                  <a:cubicBezTo>
                    <a:pt x="368" y="467"/>
                    <a:pt x="368" y="534"/>
                    <a:pt x="335" y="634"/>
                  </a:cubicBezTo>
                  <a:cubicBezTo>
                    <a:pt x="335" y="634"/>
                    <a:pt x="335" y="668"/>
                    <a:pt x="335" y="701"/>
                  </a:cubicBezTo>
                  <a:cubicBezTo>
                    <a:pt x="335" y="701"/>
                    <a:pt x="335" y="734"/>
                    <a:pt x="335" y="734"/>
                  </a:cubicBezTo>
                  <a:cubicBezTo>
                    <a:pt x="335" y="768"/>
                    <a:pt x="335" y="801"/>
                    <a:pt x="335" y="801"/>
                  </a:cubicBezTo>
                  <a:lnTo>
                    <a:pt x="268" y="834"/>
                  </a:lnTo>
                  <a:lnTo>
                    <a:pt x="201" y="834"/>
                  </a:lnTo>
                  <a:cubicBezTo>
                    <a:pt x="201" y="834"/>
                    <a:pt x="201" y="801"/>
                    <a:pt x="201" y="801"/>
                  </a:cubicBezTo>
                  <a:lnTo>
                    <a:pt x="201" y="734"/>
                  </a:lnTo>
                  <a:cubicBezTo>
                    <a:pt x="201" y="668"/>
                    <a:pt x="201" y="568"/>
                    <a:pt x="201" y="501"/>
                  </a:cubicBezTo>
                  <a:lnTo>
                    <a:pt x="201" y="434"/>
                  </a:lnTo>
                  <a:lnTo>
                    <a:pt x="201" y="367"/>
                  </a:lnTo>
                  <a:cubicBezTo>
                    <a:pt x="201" y="334"/>
                    <a:pt x="201" y="334"/>
                    <a:pt x="234" y="301"/>
                  </a:cubicBezTo>
                  <a:cubicBezTo>
                    <a:pt x="234" y="301"/>
                    <a:pt x="268" y="301"/>
                    <a:pt x="268" y="267"/>
                  </a:cubicBezTo>
                  <a:close/>
                  <a:moveTo>
                    <a:pt x="368" y="0"/>
                  </a:moveTo>
                  <a:cubicBezTo>
                    <a:pt x="335" y="0"/>
                    <a:pt x="301" y="34"/>
                    <a:pt x="268" y="34"/>
                  </a:cubicBezTo>
                  <a:cubicBezTo>
                    <a:pt x="201" y="67"/>
                    <a:pt x="168" y="101"/>
                    <a:pt x="134" y="134"/>
                  </a:cubicBezTo>
                  <a:cubicBezTo>
                    <a:pt x="101" y="201"/>
                    <a:pt x="68" y="234"/>
                    <a:pt x="34" y="267"/>
                  </a:cubicBezTo>
                  <a:cubicBezTo>
                    <a:pt x="34" y="334"/>
                    <a:pt x="1" y="367"/>
                    <a:pt x="1" y="434"/>
                  </a:cubicBezTo>
                  <a:cubicBezTo>
                    <a:pt x="1" y="467"/>
                    <a:pt x="1" y="534"/>
                    <a:pt x="1" y="601"/>
                  </a:cubicBezTo>
                  <a:lnTo>
                    <a:pt x="1" y="734"/>
                  </a:lnTo>
                  <a:lnTo>
                    <a:pt x="1" y="834"/>
                  </a:lnTo>
                  <a:cubicBezTo>
                    <a:pt x="1" y="901"/>
                    <a:pt x="1" y="934"/>
                    <a:pt x="1" y="968"/>
                  </a:cubicBezTo>
                  <a:cubicBezTo>
                    <a:pt x="1" y="1001"/>
                    <a:pt x="34" y="1035"/>
                    <a:pt x="34" y="1068"/>
                  </a:cubicBezTo>
                  <a:cubicBezTo>
                    <a:pt x="68" y="1101"/>
                    <a:pt x="101" y="1101"/>
                    <a:pt x="134" y="1101"/>
                  </a:cubicBezTo>
                  <a:cubicBezTo>
                    <a:pt x="168" y="1101"/>
                    <a:pt x="201" y="1101"/>
                    <a:pt x="268" y="1068"/>
                  </a:cubicBezTo>
                  <a:cubicBezTo>
                    <a:pt x="301" y="1035"/>
                    <a:pt x="335" y="1001"/>
                    <a:pt x="368" y="968"/>
                  </a:cubicBezTo>
                  <a:cubicBezTo>
                    <a:pt x="401" y="934"/>
                    <a:pt x="435" y="901"/>
                    <a:pt x="435" y="834"/>
                  </a:cubicBezTo>
                  <a:cubicBezTo>
                    <a:pt x="468" y="801"/>
                    <a:pt x="501" y="734"/>
                    <a:pt x="501" y="701"/>
                  </a:cubicBezTo>
                  <a:cubicBezTo>
                    <a:pt x="501" y="634"/>
                    <a:pt x="501" y="568"/>
                    <a:pt x="501" y="534"/>
                  </a:cubicBezTo>
                  <a:lnTo>
                    <a:pt x="501" y="401"/>
                  </a:lnTo>
                  <a:lnTo>
                    <a:pt x="501" y="267"/>
                  </a:lnTo>
                  <a:cubicBezTo>
                    <a:pt x="501" y="234"/>
                    <a:pt x="501" y="167"/>
                    <a:pt x="501" y="134"/>
                  </a:cubicBezTo>
                  <a:cubicBezTo>
                    <a:pt x="501" y="101"/>
                    <a:pt x="468" y="67"/>
                    <a:pt x="435" y="34"/>
                  </a:cubicBezTo>
                  <a:cubicBezTo>
                    <a:pt x="435" y="34"/>
                    <a:pt x="401" y="0"/>
                    <a:pt x="3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1"/>
            <p:cNvSpPr/>
            <p:nvPr/>
          </p:nvSpPr>
          <p:spPr>
            <a:xfrm>
              <a:off x="4074750" y="1650800"/>
              <a:ext cx="18375" cy="32550"/>
            </a:xfrm>
            <a:custGeom>
              <a:avLst/>
              <a:gdLst/>
              <a:ahLst/>
              <a:cxnLst/>
              <a:rect l="l" t="t" r="r" b="b"/>
              <a:pathLst>
                <a:path w="735" h="1302" extrusionOk="0">
                  <a:moveTo>
                    <a:pt x="167" y="400"/>
                  </a:moveTo>
                  <a:cubicBezTo>
                    <a:pt x="167" y="434"/>
                    <a:pt x="167" y="434"/>
                    <a:pt x="167" y="467"/>
                  </a:cubicBezTo>
                  <a:lnTo>
                    <a:pt x="167" y="534"/>
                  </a:lnTo>
                  <a:lnTo>
                    <a:pt x="167" y="601"/>
                  </a:lnTo>
                  <a:cubicBezTo>
                    <a:pt x="167" y="634"/>
                    <a:pt x="134" y="634"/>
                    <a:pt x="134" y="634"/>
                  </a:cubicBezTo>
                  <a:cubicBezTo>
                    <a:pt x="112" y="634"/>
                    <a:pt x="104" y="649"/>
                    <a:pt x="102" y="649"/>
                  </a:cubicBezTo>
                  <a:cubicBezTo>
                    <a:pt x="100" y="649"/>
                    <a:pt x="100" y="645"/>
                    <a:pt x="100" y="634"/>
                  </a:cubicBezTo>
                  <a:lnTo>
                    <a:pt x="100" y="601"/>
                  </a:lnTo>
                  <a:lnTo>
                    <a:pt x="100" y="500"/>
                  </a:lnTo>
                  <a:cubicBezTo>
                    <a:pt x="100" y="467"/>
                    <a:pt x="100" y="467"/>
                    <a:pt x="100" y="434"/>
                  </a:cubicBezTo>
                  <a:cubicBezTo>
                    <a:pt x="100" y="434"/>
                    <a:pt x="100" y="400"/>
                    <a:pt x="134" y="400"/>
                  </a:cubicBezTo>
                  <a:close/>
                  <a:moveTo>
                    <a:pt x="188" y="275"/>
                  </a:moveTo>
                  <a:cubicBezTo>
                    <a:pt x="176" y="275"/>
                    <a:pt x="167" y="284"/>
                    <a:pt x="167" y="300"/>
                  </a:cubicBezTo>
                  <a:cubicBezTo>
                    <a:pt x="134" y="300"/>
                    <a:pt x="100" y="300"/>
                    <a:pt x="100" y="334"/>
                  </a:cubicBezTo>
                  <a:cubicBezTo>
                    <a:pt x="67" y="367"/>
                    <a:pt x="67" y="367"/>
                    <a:pt x="34" y="400"/>
                  </a:cubicBezTo>
                  <a:cubicBezTo>
                    <a:pt x="34" y="434"/>
                    <a:pt x="34" y="467"/>
                    <a:pt x="34" y="500"/>
                  </a:cubicBezTo>
                  <a:cubicBezTo>
                    <a:pt x="0" y="500"/>
                    <a:pt x="0" y="534"/>
                    <a:pt x="34" y="567"/>
                  </a:cubicBezTo>
                  <a:cubicBezTo>
                    <a:pt x="0" y="601"/>
                    <a:pt x="0" y="601"/>
                    <a:pt x="34" y="634"/>
                  </a:cubicBezTo>
                  <a:cubicBezTo>
                    <a:pt x="0" y="634"/>
                    <a:pt x="0" y="667"/>
                    <a:pt x="34" y="667"/>
                  </a:cubicBezTo>
                  <a:cubicBezTo>
                    <a:pt x="0" y="701"/>
                    <a:pt x="0" y="734"/>
                    <a:pt x="34" y="767"/>
                  </a:cubicBezTo>
                  <a:cubicBezTo>
                    <a:pt x="34" y="767"/>
                    <a:pt x="34" y="801"/>
                    <a:pt x="34" y="801"/>
                  </a:cubicBezTo>
                  <a:lnTo>
                    <a:pt x="100" y="801"/>
                  </a:lnTo>
                  <a:cubicBezTo>
                    <a:pt x="100" y="801"/>
                    <a:pt x="134" y="801"/>
                    <a:pt x="167" y="767"/>
                  </a:cubicBezTo>
                  <a:cubicBezTo>
                    <a:pt x="167" y="767"/>
                    <a:pt x="201" y="734"/>
                    <a:pt x="234" y="734"/>
                  </a:cubicBezTo>
                  <a:cubicBezTo>
                    <a:pt x="234" y="701"/>
                    <a:pt x="234" y="667"/>
                    <a:pt x="267" y="667"/>
                  </a:cubicBezTo>
                  <a:cubicBezTo>
                    <a:pt x="267" y="634"/>
                    <a:pt x="267" y="601"/>
                    <a:pt x="301" y="567"/>
                  </a:cubicBezTo>
                  <a:cubicBezTo>
                    <a:pt x="301" y="567"/>
                    <a:pt x="301" y="534"/>
                    <a:pt x="301" y="500"/>
                  </a:cubicBezTo>
                  <a:cubicBezTo>
                    <a:pt x="301" y="467"/>
                    <a:pt x="301" y="434"/>
                    <a:pt x="301" y="400"/>
                  </a:cubicBezTo>
                  <a:cubicBezTo>
                    <a:pt x="301" y="367"/>
                    <a:pt x="301" y="334"/>
                    <a:pt x="301" y="334"/>
                  </a:cubicBezTo>
                  <a:cubicBezTo>
                    <a:pt x="267" y="300"/>
                    <a:pt x="267" y="300"/>
                    <a:pt x="267" y="300"/>
                  </a:cubicBezTo>
                  <a:cubicBezTo>
                    <a:pt x="251" y="284"/>
                    <a:pt x="242" y="275"/>
                    <a:pt x="238" y="275"/>
                  </a:cubicBezTo>
                  <a:cubicBezTo>
                    <a:pt x="234" y="275"/>
                    <a:pt x="234" y="284"/>
                    <a:pt x="234" y="300"/>
                  </a:cubicBezTo>
                  <a:cubicBezTo>
                    <a:pt x="217" y="284"/>
                    <a:pt x="201" y="275"/>
                    <a:pt x="188" y="275"/>
                  </a:cubicBezTo>
                  <a:close/>
                  <a:moveTo>
                    <a:pt x="601" y="667"/>
                  </a:moveTo>
                  <a:cubicBezTo>
                    <a:pt x="601" y="667"/>
                    <a:pt x="601" y="701"/>
                    <a:pt x="601" y="701"/>
                  </a:cubicBezTo>
                  <a:cubicBezTo>
                    <a:pt x="601" y="734"/>
                    <a:pt x="601" y="767"/>
                    <a:pt x="601" y="801"/>
                  </a:cubicBezTo>
                  <a:cubicBezTo>
                    <a:pt x="601" y="801"/>
                    <a:pt x="601" y="834"/>
                    <a:pt x="601" y="867"/>
                  </a:cubicBezTo>
                  <a:cubicBezTo>
                    <a:pt x="601" y="867"/>
                    <a:pt x="567" y="901"/>
                    <a:pt x="567" y="901"/>
                  </a:cubicBezTo>
                  <a:lnTo>
                    <a:pt x="534" y="901"/>
                  </a:lnTo>
                  <a:lnTo>
                    <a:pt x="534" y="834"/>
                  </a:lnTo>
                  <a:lnTo>
                    <a:pt x="534" y="734"/>
                  </a:lnTo>
                  <a:cubicBezTo>
                    <a:pt x="534" y="734"/>
                    <a:pt x="534" y="701"/>
                    <a:pt x="534" y="701"/>
                  </a:cubicBezTo>
                  <a:cubicBezTo>
                    <a:pt x="534" y="667"/>
                    <a:pt x="534" y="667"/>
                    <a:pt x="567" y="667"/>
                  </a:cubicBezTo>
                  <a:close/>
                  <a:moveTo>
                    <a:pt x="567" y="500"/>
                  </a:moveTo>
                  <a:cubicBezTo>
                    <a:pt x="567" y="534"/>
                    <a:pt x="534" y="534"/>
                    <a:pt x="534" y="567"/>
                  </a:cubicBezTo>
                  <a:cubicBezTo>
                    <a:pt x="501" y="601"/>
                    <a:pt x="501" y="601"/>
                    <a:pt x="467" y="634"/>
                  </a:cubicBezTo>
                  <a:cubicBezTo>
                    <a:pt x="467" y="667"/>
                    <a:pt x="467" y="701"/>
                    <a:pt x="434" y="701"/>
                  </a:cubicBezTo>
                  <a:cubicBezTo>
                    <a:pt x="434" y="734"/>
                    <a:pt x="434" y="767"/>
                    <a:pt x="434" y="801"/>
                  </a:cubicBezTo>
                  <a:cubicBezTo>
                    <a:pt x="434" y="834"/>
                    <a:pt x="434" y="867"/>
                    <a:pt x="434" y="901"/>
                  </a:cubicBezTo>
                  <a:cubicBezTo>
                    <a:pt x="434" y="934"/>
                    <a:pt x="434" y="967"/>
                    <a:pt x="434" y="967"/>
                  </a:cubicBezTo>
                  <a:cubicBezTo>
                    <a:pt x="467" y="1001"/>
                    <a:pt x="467" y="1001"/>
                    <a:pt x="467" y="1034"/>
                  </a:cubicBezTo>
                  <a:lnTo>
                    <a:pt x="567" y="1034"/>
                  </a:lnTo>
                  <a:cubicBezTo>
                    <a:pt x="601" y="1034"/>
                    <a:pt x="634" y="1001"/>
                    <a:pt x="634" y="967"/>
                  </a:cubicBezTo>
                  <a:cubicBezTo>
                    <a:pt x="668" y="967"/>
                    <a:pt x="668" y="934"/>
                    <a:pt x="701" y="901"/>
                  </a:cubicBezTo>
                  <a:cubicBezTo>
                    <a:pt x="701" y="867"/>
                    <a:pt x="701" y="867"/>
                    <a:pt x="734" y="834"/>
                  </a:cubicBezTo>
                  <a:cubicBezTo>
                    <a:pt x="734" y="801"/>
                    <a:pt x="734" y="767"/>
                    <a:pt x="734" y="734"/>
                  </a:cubicBezTo>
                  <a:cubicBezTo>
                    <a:pt x="734" y="701"/>
                    <a:pt x="734" y="667"/>
                    <a:pt x="734" y="634"/>
                  </a:cubicBezTo>
                  <a:cubicBezTo>
                    <a:pt x="734" y="601"/>
                    <a:pt x="734" y="567"/>
                    <a:pt x="734" y="567"/>
                  </a:cubicBezTo>
                  <a:cubicBezTo>
                    <a:pt x="701" y="534"/>
                    <a:pt x="701" y="534"/>
                    <a:pt x="701" y="500"/>
                  </a:cubicBezTo>
                  <a:close/>
                  <a:moveTo>
                    <a:pt x="634" y="0"/>
                  </a:moveTo>
                  <a:lnTo>
                    <a:pt x="534" y="67"/>
                  </a:lnTo>
                  <a:lnTo>
                    <a:pt x="534" y="100"/>
                  </a:lnTo>
                  <a:lnTo>
                    <a:pt x="100" y="1301"/>
                  </a:lnTo>
                  <a:lnTo>
                    <a:pt x="100" y="1301"/>
                  </a:lnTo>
                  <a:lnTo>
                    <a:pt x="167" y="1234"/>
                  </a:lnTo>
                  <a:cubicBezTo>
                    <a:pt x="167" y="1234"/>
                    <a:pt x="167" y="1201"/>
                    <a:pt x="167" y="1201"/>
                  </a:cubicBezTo>
                  <a:lnTo>
                    <a:pt x="63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1"/>
            <p:cNvSpPr/>
            <p:nvPr/>
          </p:nvSpPr>
          <p:spPr>
            <a:xfrm>
              <a:off x="4038900" y="1596575"/>
              <a:ext cx="29200" cy="43400"/>
            </a:xfrm>
            <a:custGeom>
              <a:avLst/>
              <a:gdLst/>
              <a:ahLst/>
              <a:cxnLst/>
              <a:rect l="l" t="t" r="r" b="b"/>
              <a:pathLst>
                <a:path w="1168" h="1736" extrusionOk="0">
                  <a:moveTo>
                    <a:pt x="1168" y="1"/>
                  </a:moveTo>
                  <a:cubicBezTo>
                    <a:pt x="701" y="334"/>
                    <a:pt x="300" y="768"/>
                    <a:pt x="0" y="1268"/>
                  </a:cubicBezTo>
                  <a:lnTo>
                    <a:pt x="300" y="1735"/>
                  </a:lnTo>
                  <a:cubicBezTo>
                    <a:pt x="534" y="1369"/>
                    <a:pt x="801" y="1035"/>
                    <a:pt x="1168" y="801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1"/>
            <p:cNvSpPr/>
            <p:nvPr/>
          </p:nvSpPr>
          <p:spPr>
            <a:xfrm>
              <a:off x="4018050" y="1591625"/>
              <a:ext cx="100075" cy="163375"/>
            </a:xfrm>
            <a:custGeom>
              <a:avLst/>
              <a:gdLst/>
              <a:ahLst/>
              <a:cxnLst/>
              <a:rect l="l" t="t" r="r" b="b"/>
              <a:pathLst>
                <a:path w="4003" h="6535" extrusionOk="0">
                  <a:moveTo>
                    <a:pt x="2654" y="1"/>
                  </a:moveTo>
                  <a:cubicBezTo>
                    <a:pt x="2431" y="1"/>
                    <a:pt x="2206" y="69"/>
                    <a:pt x="2002" y="199"/>
                  </a:cubicBezTo>
                  <a:lnTo>
                    <a:pt x="2002" y="999"/>
                  </a:lnTo>
                  <a:cubicBezTo>
                    <a:pt x="2157" y="902"/>
                    <a:pt x="2335" y="850"/>
                    <a:pt x="2509" y="850"/>
                  </a:cubicBezTo>
                  <a:cubicBezTo>
                    <a:pt x="2634" y="850"/>
                    <a:pt x="2757" y="877"/>
                    <a:pt x="2869" y="933"/>
                  </a:cubicBezTo>
                  <a:cubicBezTo>
                    <a:pt x="3169" y="1133"/>
                    <a:pt x="3369" y="1433"/>
                    <a:pt x="3403" y="1767"/>
                  </a:cubicBezTo>
                  <a:cubicBezTo>
                    <a:pt x="3469" y="2000"/>
                    <a:pt x="3469" y="2200"/>
                    <a:pt x="3469" y="2434"/>
                  </a:cubicBezTo>
                  <a:cubicBezTo>
                    <a:pt x="3469" y="2667"/>
                    <a:pt x="3469" y="2934"/>
                    <a:pt x="3403" y="3168"/>
                  </a:cubicBezTo>
                  <a:cubicBezTo>
                    <a:pt x="3302" y="3668"/>
                    <a:pt x="3136" y="4168"/>
                    <a:pt x="2869" y="4602"/>
                  </a:cubicBezTo>
                  <a:cubicBezTo>
                    <a:pt x="2669" y="5002"/>
                    <a:pt x="2368" y="5303"/>
                    <a:pt x="2002" y="5536"/>
                  </a:cubicBezTo>
                  <a:cubicBezTo>
                    <a:pt x="1866" y="5633"/>
                    <a:pt x="1696" y="5685"/>
                    <a:pt x="1518" y="5685"/>
                  </a:cubicBezTo>
                  <a:cubicBezTo>
                    <a:pt x="1391" y="5685"/>
                    <a:pt x="1260" y="5658"/>
                    <a:pt x="1134" y="5603"/>
                  </a:cubicBezTo>
                  <a:cubicBezTo>
                    <a:pt x="867" y="5403"/>
                    <a:pt x="667" y="5102"/>
                    <a:pt x="601" y="4769"/>
                  </a:cubicBezTo>
                  <a:cubicBezTo>
                    <a:pt x="567" y="4569"/>
                    <a:pt x="534" y="4335"/>
                    <a:pt x="534" y="4135"/>
                  </a:cubicBezTo>
                  <a:cubicBezTo>
                    <a:pt x="534" y="3868"/>
                    <a:pt x="567" y="3635"/>
                    <a:pt x="601" y="3368"/>
                  </a:cubicBezTo>
                  <a:cubicBezTo>
                    <a:pt x="701" y="2867"/>
                    <a:pt x="867" y="2400"/>
                    <a:pt x="1134" y="1933"/>
                  </a:cubicBezTo>
                  <a:lnTo>
                    <a:pt x="834" y="1466"/>
                  </a:lnTo>
                  <a:cubicBezTo>
                    <a:pt x="467" y="2067"/>
                    <a:pt x="234" y="2734"/>
                    <a:pt x="100" y="3401"/>
                  </a:cubicBezTo>
                  <a:cubicBezTo>
                    <a:pt x="33" y="3735"/>
                    <a:pt x="0" y="4068"/>
                    <a:pt x="0" y="4435"/>
                  </a:cubicBezTo>
                  <a:cubicBezTo>
                    <a:pt x="0" y="4702"/>
                    <a:pt x="33" y="5002"/>
                    <a:pt x="100" y="5303"/>
                  </a:cubicBezTo>
                  <a:cubicBezTo>
                    <a:pt x="167" y="5770"/>
                    <a:pt x="434" y="6170"/>
                    <a:pt x="834" y="6403"/>
                  </a:cubicBezTo>
                  <a:cubicBezTo>
                    <a:pt x="996" y="6492"/>
                    <a:pt x="1178" y="6535"/>
                    <a:pt x="1360" y="6535"/>
                  </a:cubicBezTo>
                  <a:cubicBezTo>
                    <a:pt x="1588" y="6535"/>
                    <a:pt x="1816" y="6467"/>
                    <a:pt x="2002" y="6337"/>
                  </a:cubicBezTo>
                  <a:cubicBezTo>
                    <a:pt x="2502" y="6003"/>
                    <a:pt x="2902" y="5603"/>
                    <a:pt x="3169" y="5069"/>
                  </a:cubicBezTo>
                  <a:cubicBezTo>
                    <a:pt x="3503" y="4469"/>
                    <a:pt x="3769" y="3835"/>
                    <a:pt x="3903" y="3134"/>
                  </a:cubicBezTo>
                  <a:cubicBezTo>
                    <a:pt x="3936" y="2801"/>
                    <a:pt x="3970" y="2467"/>
                    <a:pt x="3970" y="2134"/>
                  </a:cubicBezTo>
                  <a:cubicBezTo>
                    <a:pt x="4003" y="1833"/>
                    <a:pt x="3970" y="1533"/>
                    <a:pt x="3903" y="1233"/>
                  </a:cubicBezTo>
                  <a:cubicBezTo>
                    <a:pt x="3836" y="766"/>
                    <a:pt x="3569" y="366"/>
                    <a:pt x="3169" y="132"/>
                  </a:cubicBezTo>
                  <a:cubicBezTo>
                    <a:pt x="3007" y="44"/>
                    <a:pt x="2831" y="1"/>
                    <a:pt x="265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1"/>
            <p:cNvSpPr/>
            <p:nvPr/>
          </p:nvSpPr>
          <p:spPr>
            <a:xfrm>
              <a:off x="4181500" y="1432500"/>
              <a:ext cx="253525" cy="161400"/>
            </a:xfrm>
            <a:custGeom>
              <a:avLst/>
              <a:gdLst/>
              <a:ahLst/>
              <a:cxnLst/>
              <a:rect l="l" t="t" r="r" b="b"/>
              <a:pathLst>
                <a:path w="10141" h="6456" extrusionOk="0">
                  <a:moveTo>
                    <a:pt x="9903" y="0"/>
                  </a:moveTo>
                  <a:cubicBezTo>
                    <a:pt x="9843" y="0"/>
                    <a:pt x="9777" y="19"/>
                    <a:pt x="9707" y="59"/>
                  </a:cubicBezTo>
                  <a:lnTo>
                    <a:pt x="434" y="5430"/>
                  </a:lnTo>
                  <a:cubicBezTo>
                    <a:pt x="167" y="5563"/>
                    <a:pt x="0" y="5863"/>
                    <a:pt x="0" y="6164"/>
                  </a:cubicBezTo>
                  <a:cubicBezTo>
                    <a:pt x="0" y="6351"/>
                    <a:pt x="82" y="6456"/>
                    <a:pt x="223" y="6456"/>
                  </a:cubicBezTo>
                  <a:cubicBezTo>
                    <a:pt x="283" y="6456"/>
                    <a:pt x="354" y="6437"/>
                    <a:pt x="434" y="6397"/>
                  </a:cubicBezTo>
                  <a:lnTo>
                    <a:pt x="9707" y="1060"/>
                  </a:lnTo>
                  <a:cubicBezTo>
                    <a:pt x="9941" y="893"/>
                    <a:pt x="10107" y="593"/>
                    <a:pt x="10141" y="293"/>
                  </a:cubicBezTo>
                  <a:cubicBezTo>
                    <a:pt x="10141" y="106"/>
                    <a:pt x="10042" y="0"/>
                    <a:pt x="99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1"/>
            <p:cNvSpPr/>
            <p:nvPr/>
          </p:nvSpPr>
          <p:spPr>
            <a:xfrm>
              <a:off x="4181500" y="1384125"/>
              <a:ext cx="422825" cy="259000"/>
            </a:xfrm>
            <a:custGeom>
              <a:avLst/>
              <a:gdLst/>
              <a:ahLst/>
              <a:cxnLst/>
              <a:rect l="l" t="t" r="r" b="b"/>
              <a:pathLst>
                <a:path w="16913" h="10360" extrusionOk="0">
                  <a:moveTo>
                    <a:pt x="16674" y="1"/>
                  </a:moveTo>
                  <a:cubicBezTo>
                    <a:pt x="16615" y="1"/>
                    <a:pt x="16548" y="20"/>
                    <a:pt x="16479" y="60"/>
                  </a:cubicBezTo>
                  <a:lnTo>
                    <a:pt x="434" y="9333"/>
                  </a:lnTo>
                  <a:cubicBezTo>
                    <a:pt x="167" y="9466"/>
                    <a:pt x="0" y="9766"/>
                    <a:pt x="0" y="10067"/>
                  </a:cubicBezTo>
                  <a:cubicBezTo>
                    <a:pt x="0" y="10254"/>
                    <a:pt x="82" y="10359"/>
                    <a:pt x="223" y="10359"/>
                  </a:cubicBezTo>
                  <a:cubicBezTo>
                    <a:pt x="283" y="10359"/>
                    <a:pt x="354" y="10340"/>
                    <a:pt x="434" y="10300"/>
                  </a:cubicBezTo>
                  <a:lnTo>
                    <a:pt x="16479" y="1027"/>
                  </a:lnTo>
                  <a:cubicBezTo>
                    <a:pt x="16712" y="893"/>
                    <a:pt x="16912" y="593"/>
                    <a:pt x="16912" y="293"/>
                  </a:cubicBezTo>
                  <a:cubicBezTo>
                    <a:pt x="16912" y="106"/>
                    <a:pt x="16814" y="1"/>
                    <a:pt x="166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1"/>
            <p:cNvSpPr/>
            <p:nvPr/>
          </p:nvSpPr>
          <p:spPr>
            <a:xfrm>
              <a:off x="3214125" y="2275600"/>
              <a:ext cx="185175" cy="121375"/>
            </a:xfrm>
            <a:custGeom>
              <a:avLst/>
              <a:gdLst/>
              <a:ahLst/>
              <a:cxnLst/>
              <a:rect l="l" t="t" r="r" b="b"/>
              <a:pathLst>
                <a:path w="7407" h="4855" extrusionOk="0">
                  <a:moveTo>
                    <a:pt x="7157" y="1"/>
                  </a:moveTo>
                  <a:cubicBezTo>
                    <a:pt x="7092" y="1"/>
                    <a:pt x="7019" y="20"/>
                    <a:pt x="6939" y="59"/>
                  </a:cubicBezTo>
                  <a:lnTo>
                    <a:pt x="468" y="3795"/>
                  </a:lnTo>
                  <a:cubicBezTo>
                    <a:pt x="201" y="3962"/>
                    <a:pt x="34" y="4262"/>
                    <a:pt x="1" y="4563"/>
                  </a:cubicBezTo>
                  <a:cubicBezTo>
                    <a:pt x="1" y="4750"/>
                    <a:pt x="99" y="4855"/>
                    <a:pt x="250" y="4855"/>
                  </a:cubicBezTo>
                  <a:cubicBezTo>
                    <a:pt x="314" y="4855"/>
                    <a:pt x="388" y="4836"/>
                    <a:pt x="468" y="4796"/>
                  </a:cubicBezTo>
                  <a:lnTo>
                    <a:pt x="6939" y="1027"/>
                  </a:lnTo>
                  <a:cubicBezTo>
                    <a:pt x="7206" y="860"/>
                    <a:pt x="7373" y="593"/>
                    <a:pt x="7406" y="293"/>
                  </a:cubicBezTo>
                  <a:cubicBezTo>
                    <a:pt x="7406" y="106"/>
                    <a:pt x="7308" y="1"/>
                    <a:pt x="71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1"/>
            <p:cNvSpPr/>
            <p:nvPr/>
          </p:nvSpPr>
          <p:spPr>
            <a:xfrm>
              <a:off x="3136575" y="1546550"/>
              <a:ext cx="1609500" cy="2190750"/>
            </a:xfrm>
            <a:custGeom>
              <a:avLst/>
              <a:gdLst/>
              <a:ahLst/>
              <a:cxnLst/>
              <a:rect l="l" t="t" r="r" b="b"/>
              <a:pathLst>
                <a:path w="64380" h="87630" extrusionOk="0">
                  <a:moveTo>
                    <a:pt x="63946" y="534"/>
                  </a:moveTo>
                  <a:lnTo>
                    <a:pt x="63946" y="50136"/>
                  </a:lnTo>
                  <a:cubicBezTo>
                    <a:pt x="63946" y="50303"/>
                    <a:pt x="63846" y="50470"/>
                    <a:pt x="63713" y="50570"/>
                  </a:cubicBezTo>
                  <a:lnTo>
                    <a:pt x="434" y="87096"/>
                  </a:lnTo>
                  <a:lnTo>
                    <a:pt x="434" y="37461"/>
                  </a:lnTo>
                  <a:cubicBezTo>
                    <a:pt x="434" y="37294"/>
                    <a:pt x="534" y="37160"/>
                    <a:pt x="668" y="37060"/>
                  </a:cubicBezTo>
                  <a:lnTo>
                    <a:pt x="1468" y="36593"/>
                  </a:lnTo>
                  <a:cubicBezTo>
                    <a:pt x="1869" y="36360"/>
                    <a:pt x="2102" y="35926"/>
                    <a:pt x="2135" y="35459"/>
                  </a:cubicBezTo>
                  <a:lnTo>
                    <a:pt x="2135" y="32590"/>
                  </a:lnTo>
                  <a:cubicBezTo>
                    <a:pt x="2135" y="32424"/>
                    <a:pt x="2236" y="32290"/>
                    <a:pt x="2369" y="32190"/>
                  </a:cubicBezTo>
                  <a:lnTo>
                    <a:pt x="11442" y="26920"/>
                  </a:lnTo>
                  <a:lnTo>
                    <a:pt x="11442" y="29622"/>
                  </a:lnTo>
                  <a:cubicBezTo>
                    <a:pt x="11409" y="29989"/>
                    <a:pt x="11709" y="30322"/>
                    <a:pt x="12109" y="30356"/>
                  </a:cubicBezTo>
                  <a:cubicBezTo>
                    <a:pt x="12276" y="30356"/>
                    <a:pt x="12409" y="30289"/>
                    <a:pt x="12543" y="30222"/>
                  </a:cubicBezTo>
                  <a:lnTo>
                    <a:pt x="63946" y="534"/>
                  </a:lnTo>
                  <a:close/>
                  <a:moveTo>
                    <a:pt x="64113" y="0"/>
                  </a:moveTo>
                  <a:cubicBezTo>
                    <a:pt x="64046" y="0"/>
                    <a:pt x="63980" y="34"/>
                    <a:pt x="63913" y="67"/>
                  </a:cubicBezTo>
                  <a:lnTo>
                    <a:pt x="12309" y="29855"/>
                  </a:lnTo>
                  <a:cubicBezTo>
                    <a:pt x="12243" y="29889"/>
                    <a:pt x="12176" y="29922"/>
                    <a:pt x="12109" y="29922"/>
                  </a:cubicBezTo>
                  <a:cubicBezTo>
                    <a:pt x="11976" y="29922"/>
                    <a:pt x="11876" y="29788"/>
                    <a:pt x="11876" y="29588"/>
                  </a:cubicBezTo>
                  <a:lnTo>
                    <a:pt x="11876" y="26720"/>
                  </a:lnTo>
                  <a:cubicBezTo>
                    <a:pt x="11876" y="26519"/>
                    <a:pt x="11776" y="26419"/>
                    <a:pt x="11609" y="26419"/>
                  </a:cubicBezTo>
                  <a:cubicBezTo>
                    <a:pt x="11542" y="26419"/>
                    <a:pt x="11475" y="26419"/>
                    <a:pt x="11409" y="26486"/>
                  </a:cubicBezTo>
                  <a:lnTo>
                    <a:pt x="2169" y="31823"/>
                  </a:lnTo>
                  <a:cubicBezTo>
                    <a:pt x="1902" y="31990"/>
                    <a:pt x="1735" y="32290"/>
                    <a:pt x="1702" y="32590"/>
                  </a:cubicBezTo>
                  <a:lnTo>
                    <a:pt x="1702" y="35459"/>
                  </a:lnTo>
                  <a:cubicBezTo>
                    <a:pt x="1668" y="35793"/>
                    <a:pt x="1502" y="36060"/>
                    <a:pt x="1235" y="36260"/>
                  </a:cubicBezTo>
                  <a:lnTo>
                    <a:pt x="468" y="36693"/>
                  </a:lnTo>
                  <a:cubicBezTo>
                    <a:pt x="201" y="36894"/>
                    <a:pt x="34" y="37160"/>
                    <a:pt x="1" y="37494"/>
                  </a:cubicBezTo>
                  <a:lnTo>
                    <a:pt x="1" y="87296"/>
                  </a:lnTo>
                  <a:cubicBezTo>
                    <a:pt x="1" y="87496"/>
                    <a:pt x="101" y="87630"/>
                    <a:pt x="267" y="87630"/>
                  </a:cubicBezTo>
                  <a:cubicBezTo>
                    <a:pt x="334" y="87630"/>
                    <a:pt x="401" y="87597"/>
                    <a:pt x="468" y="87563"/>
                  </a:cubicBezTo>
                  <a:lnTo>
                    <a:pt x="63913" y="50904"/>
                  </a:lnTo>
                  <a:cubicBezTo>
                    <a:pt x="64180" y="50737"/>
                    <a:pt x="64347" y="50470"/>
                    <a:pt x="64380" y="50136"/>
                  </a:cubicBezTo>
                  <a:lnTo>
                    <a:pt x="64380" y="334"/>
                  </a:lnTo>
                  <a:cubicBezTo>
                    <a:pt x="64380" y="134"/>
                    <a:pt x="64280" y="0"/>
                    <a:pt x="6411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1"/>
            <p:cNvSpPr/>
            <p:nvPr/>
          </p:nvSpPr>
          <p:spPr>
            <a:xfrm>
              <a:off x="3226650" y="2378125"/>
              <a:ext cx="160125" cy="160000"/>
            </a:xfrm>
            <a:custGeom>
              <a:avLst/>
              <a:gdLst/>
              <a:ahLst/>
              <a:cxnLst/>
              <a:rect l="l" t="t" r="r" b="b"/>
              <a:pathLst>
                <a:path w="6405" h="6400" extrusionOk="0">
                  <a:moveTo>
                    <a:pt x="5938" y="428"/>
                  </a:moveTo>
                  <a:cubicBezTo>
                    <a:pt x="5971" y="462"/>
                    <a:pt x="5971" y="495"/>
                    <a:pt x="5971" y="562"/>
                  </a:cubicBezTo>
                  <a:lnTo>
                    <a:pt x="5971" y="2430"/>
                  </a:lnTo>
                  <a:cubicBezTo>
                    <a:pt x="5938" y="2663"/>
                    <a:pt x="5804" y="2897"/>
                    <a:pt x="5604" y="3030"/>
                  </a:cubicBezTo>
                  <a:lnTo>
                    <a:pt x="601" y="5932"/>
                  </a:lnTo>
                  <a:cubicBezTo>
                    <a:pt x="567" y="5966"/>
                    <a:pt x="501" y="5966"/>
                    <a:pt x="467" y="5966"/>
                  </a:cubicBezTo>
                  <a:cubicBezTo>
                    <a:pt x="434" y="5932"/>
                    <a:pt x="434" y="5899"/>
                    <a:pt x="434" y="5865"/>
                  </a:cubicBezTo>
                  <a:lnTo>
                    <a:pt x="434" y="3964"/>
                  </a:lnTo>
                  <a:cubicBezTo>
                    <a:pt x="467" y="3731"/>
                    <a:pt x="601" y="3497"/>
                    <a:pt x="801" y="3364"/>
                  </a:cubicBezTo>
                  <a:lnTo>
                    <a:pt x="5838" y="462"/>
                  </a:lnTo>
                  <a:cubicBezTo>
                    <a:pt x="5838" y="428"/>
                    <a:pt x="5904" y="428"/>
                    <a:pt x="5938" y="428"/>
                  </a:cubicBezTo>
                  <a:close/>
                  <a:moveTo>
                    <a:pt x="5916" y="1"/>
                  </a:moveTo>
                  <a:cubicBezTo>
                    <a:pt x="5809" y="1"/>
                    <a:pt x="5701" y="37"/>
                    <a:pt x="5604" y="95"/>
                  </a:cubicBezTo>
                  <a:lnTo>
                    <a:pt x="601" y="2997"/>
                  </a:lnTo>
                  <a:cubicBezTo>
                    <a:pt x="267" y="3230"/>
                    <a:pt x="34" y="3564"/>
                    <a:pt x="34" y="3964"/>
                  </a:cubicBezTo>
                  <a:lnTo>
                    <a:pt x="34" y="5865"/>
                  </a:lnTo>
                  <a:cubicBezTo>
                    <a:pt x="0" y="6032"/>
                    <a:pt x="100" y="6232"/>
                    <a:pt x="267" y="6332"/>
                  </a:cubicBezTo>
                  <a:cubicBezTo>
                    <a:pt x="334" y="6366"/>
                    <a:pt x="400" y="6399"/>
                    <a:pt x="501" y="6399"/>
                  </a:cubicBezTo>
                  <a:cubicBezTo>
                    <a:pt x="601" y="6399"/>
                    <a:pt x="701" y="6366"/>
                    <a:pt x="801" y="6299"/>
                  </a:cubicBezTo>
                  <a:lnTo>
                    <a:pt x="5838" y="3397"/>
                  </a:lnTo>
                  <a:cubicBezTo>
                    <a:pt x="6138" y="3164"/>
                    <a:pt x="6371" y="2797"/>
                    <a:pt x="6371" y="2430"/>
                  </a:cubicBezTo>
                  <a:lnTo>
                    <a:pt x="6371" y="528"/>
                  </a:lnTo>
                  <a:cubicBezTo>
                    <a:pt x="6405" y="328"/>
                    <a:pt x="6305" y="161"/>
                    <a:pt x="6138" y="61"/>
                  </a:cubicBezTo>
                  <a:cubicBezTo>
                    <a:pt x="6068" y="19"/>
                    <a:pt x="5992" y="1"/>
                    <a:pt x="59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1"/>
            <p:cNvSpPr/>
            <p:nvPr/>
          </p:nvSpPr>
          <p:spPr>
            <a:xfrm>
              <a:off x="3246650" y="2433200"/>
              <a:ext cx="96775" cy="66050"/>
            </a:xfrm>
            <a:custGeom>
              <a:avLst/>
              <a:gdLst/>
              <a:ahLst/>
              <a:cxnLst/>
              <a:rect l="l" t="t" r="r" b="b"/>
              <a:pathLst>
                <a:path w="3871" h="2642" extrusionOk="0">
                  <a:moveTo>
                    <a:pt x="3691" y="1"/>
                  </a:moveTo>
                  <a:cubicBezTo>
                    <a:pt x="3654" y="1"/>
                    <a:pt x="3613" y="9"/>
                    <a:pt x="3570" y="27"/>
                  </a:cubicBezTo>
                  <a:lnTo>
                    <a:pt x="301" y="1928"/>
                  </a:lnTo>
                  <a:cubicBezTo>
                    <a:pt x="134" y="2061"/>
                    <a:pt x="1" y="2228"/>
                    <a:pt x="1" y="2428"/>
                  </a:cubicBezTo>
                  <a:cubicBezTo>
                    <a:pt x="1" y="2566"/>
                    <a:pt x="64" y="2641"/>
                    <a:pt x="159" y="2641"/>
                  </a:cubicBezTo>
                  <a:cubicBezTo>
                    <a:pt x="201" y="2641"/>
                    <a:pt x="249" y="2626"/>
                    <a:pt x="301" y="2595"/>
                  </a:cubicBezTo>
                  <a:lnTo>
                    <a:pt x="3570" y="694"/>
                  </a:lnTo>
                  <a:cubicBezTo>
                    <a:pt x="3770" y="594"/>
                    <a:pt x="3870" y="393"/>
                    <a:pt x="3870" y="193"/>
                  </a:cubicBezTo>
                  <a:cubicBezTo>
                    <a:pt x="3870" y="70"/>
                    <a:pt x="3797" y="1"/>
                    <a:pt x="36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1"/>
            <p:cNvSpPr/>
            <p:nvPr/>
          </p:nvSpPr>
          <p:spPr>
            <a:xfrm>
              <a:off x="3355075" y="2416350"/>
              <a:ext cx="14200" cy="20025"/>
            </a:xfrm>
            <a:custGeom>
              <a:avLst/>
              <a:gdLst/>
              <a:ahLst/>
              <a:cxnLst/>
              <a:rect l="l" t="t" r="r" b="b"/>
              <a:pathLst>
                <a:path w="568" h="801" extrusionOk="0">
                  <a:moveTo>
                    <a:pt x="567" y="0"/>
                  </a:moveTo>
                  <a:lnTo>
                    <a:pt x="34" y="334"/>
                  </a:lnTo>
                  <a:cubicBezTo>
                    <a:pt x="0" y="334"/>
                    <a:pt x="0" y="367"/>
                    <a:pt x="0" y="400"/>
                  </a:cubicBezTo>
                  <a:lnTo>
                    <a:pt x="267" y="801"/>
                  </a:lnTo>
                  <a:cubicBezTo>
                    <a:pt x="267" y="801"/>
                    <a:pt x="300" y="801"/>
                    <a:pt x="300" y="767"/>
                  </a:cubicBezTo>
                  <a:lnTo>
                    <a:pt x="567" y="67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1"/>
            <p:cNvSpPr/>
            <p:nvPr/>
          </p:nvSpPr>
          <p:spPr>
            <a:xfrm>
              <a:off x="3210800" y="2994475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619" y="0"/>
                  </a:moveTo>
                  <a:cubicBezTo>
                    <a:pt x="565" y="0"/>
                    <a:pt x="502" y="19"/>
                    <a:pt x="434" y="58"/>
                  </a:cubicBezTo>
                  <a:cubicBezTo>
                    <a:pt x="167" y="225"/>
                    <a:pt x="34" y="525"/>
                    <a:pt x="0" y="826"/>
                  </a:cubicBezTo>
                  <a:cubicBezTo>
                    <a:pt x="0" y="1013"/>
                    <a:pt x="99" y="1118"/>
                    <a:pt x="238" y="1118"/>
                  </a:cubicBezTo>
                  <a:cubicBezTo>
                    <a:pt x="298" y="1118"/>
                    <a:pt x="364" y="1099"/>
                    <a:pt x="434" y="1059"/>
                  </a:cubicBezTo>
                  <a:cubicBezTo>
                    <a:pt x="668" y="892"/>
                    <a:pt x="834" y="625"/>
                    <a:pt x="834" y="325"/>
                  </a:cubicBezTo>
                  <a:cubicBezTo>
                    <a:pt x="834" y="113"/>
                    <a:pt x="751" y="0"/>
                    <a:pt x="61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1"/>
            <p:cNvSpPr/>
            <p:nvPr/>
          </p:nvSpPr>
          <p:spPr>
            <a:xfrm>
              <a:off x="3295850" y="2896875"/>
              <a:ext cx="21725" cy="27975"/>
            </a:xfrm>
            <a:custGeom>
              <a:avLst/>
              <a:gdLst/>
              <a:ahLst/>
              <a:cxnLst/>
              <a:rect l="l" t="t" r="r" b="b"/>
              <a:pathLst>
                <a:path w="869" h="1119" extrusionOk="0">
                  <a:moveTo>
                    <a:pt x="630" y="1"/>
                  </a:moveTo>
                  <a:cubicBezTo>
                    <a:pt x="571" y="1"/>
                    <a:pt x="504" y="20"/>
                    <a:pt x="434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28" y="1118"/>
                  </a:cubicBezTo>
                  <a:cubicBezTo>
                    <a:pt x="287" y="1118"/>
                    <a:pt x="357" y="1099"/>
                    <a:pt x="434" y="1060"/>
                  </a:cubicBezTo>
                  <a:cubicBezTo>
                    <a:pt x="668" y="893"/>
                    <a:pt x="835" y="593"/>
                    <a:pt x="868" y="293"/>
                  </a:cubicBezTo>
                  <a:cubicBezTo>
                    <a:pt x="868" y="106"/>
                    <a:pt x="770" y="1"/>
                    <a:pt x="6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1"/>
            <p:cNvSpPr/>
            <p:nvPr/>
          </p:nvSpPr>
          <p:spPr>
            <a:xfrm>
              <a:off x="3380075" y="28477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619" y="0"/>
                  </a:moveTo>
                  <a:cubicBezTo>
                    <a:pt x="565" y="0"/>
                    <a:pt x="503" y="19"/>
                    <a:pt x="435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99" y="1118"/>
                    <a:pt x="239" y="1118"/>
                  </a:cubicBezTo>
                  <a:cubicBezTo>
                    <a:pt x="298" y="1118"/>
                    <a:pt x="365" y="1099"/>
                    <a:pt x="435" y="1059"/>
                  </a:cubicBezTo>
                  <a:cubicBezTo>
                    <a:pt x="668" y="892"/>
                    <a:pt x="835" y="626"/>
                    <a:pt x="835" y="325"/>
                  </a:cubicBezTo>
                  <a:cubicBezTo>
                    <a:pt x="835" y="113"/>
                    <a:pt x="751" y="0"/>
                    <a:pt x="61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1"/>
            <p:cNvSpPr/>
            <p:nvPr/>
          </p:nvSpPr>
          <p:spPr>
            <a:xfrm>
              <a:off x="3465150" y="282032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592" y="0"/>
                  </a:moveTo>
                  <a:cubicBezTo>
                    <a:pt x="536" y="0"/>
                    <a:pt x="472" y="17"/>
                    <a:pt x="401" y="53"/>
                  </a:cubicBezTo>
                  <a:cubicBezTo>
                    <a:pt x="167" y="219"/>
                    <a:pt x="0" y="520"/>
                    <a:pt x="0" y="820"/>
                  </a:cubicBezTo>
                  <a:cubicBezTo>
                    <a:pt x="0" y="1006"/>
                    <a:pt x="81" y="1127"/>
                    <a:pt x="209" y="1127"/>
                  </a:cubicBezTo>
                  <a:cubicBezTo>
                    <a:pt x="265" y="1127"/>
                    <a:pt x="330" y="1104"/>
                    <a:pt x="401" y="1053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45" y="0"/>
                    <a:pt x="59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1"/>
            <p:cNvSpPr/>
            <p:nvPr/>
          </p:nvSpPr>
          <p:spPr>
            <a:xfrm>
              <a:off x="3550200" y="27326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597" y="0"/>
                  </a:moveTo>
                  <a:cubicBezTo>
                    <a:pt x="537" y="0"/>
                    <a:pt x="471" y="19"/>
                    <a:pt x="401" y="59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35" y="893"/>
                    <a:pt x="801" y="593"/>
                    <a:pt x="835" y="293"/>
                  </a:cubicBezTo>
                  <a:cubicBezTo>
                    <a:pt x="835" y="105"/>
                    <a:pt x="736" y="0"/>
                    <a:pt x="59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1"/>
            <p:cNvSpPr/>
            <p:nvPr/>
          </p:nvSpPr>
          <p:spPr>
            <a:xfrm>
              <a:off x="3634425" y="27010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06" y="0"/>
                  </a:moveTo>
                  <a:cubicBezTo>
                    <a:pt x="555" y="0"/>
                    <a:pt x="497" y="17"/>
                    <a:pt x="434" y="53"/>
                  </a:cubicBezTo>
                  <a:cubicBezTo>
                    <a:pt x="168" y="219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3"/>
                  </a:cubicBezTo>
                  <a:cubicBezTo>
                    <a:pt x="668" y="886"/>
                    <a:pt x="835" y="620"/>
                    <a:pt x="835" y="319"/>
                  </a:cubicBezTo>
                  <a:cubicBezTo>
                    <a:pt x="835" y="124"/>
                    <a:pt x="745" y="0"/>
                    <a:pt x="6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1"/>
            <p:cNvSpPr/>
            <p:nvPr/>
          </p:nvSpPr>
          <p:spPr>
            <a:xfrm>
              <a:off x="371950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599" y="0"/>
                  </a:moveTo>
                  <a:cubicBezTo>
                    <a:pt x="539" y="0"/>
                    <a:pt x="471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908"/>
                    <a:pt x="834" y="607"/>
                    <a:pt x="834" y="307"/>
                  </a:cubicBezTo>
                  <a:cubicBezTo>
                    <a:pt x="834" y="121"/>
                    <a:pt x="737" y="0"/>
                    <a:pt x="59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1"/>
            <p:cNvSpPr/>
            <p:nvPr/>
          </p:nvSpPr>
          <p:spPr>
            <a:xfrm>
              <a:off x="3803725" y="2579150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623" y="1"/>
                  </a:moveTo>
                  <a:cubicBezTo>
                    <a:pt x="567" y="1"/>
                    <a:pt x="504" y="20"/>
                    <a:pt x="434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28" y="1118"/>
                  </a:cubicBezTo>
                  <a:cubicBezTo>
                    <a:pt x="287" y="1118"/>
                    <a:pt x="356" y="1099"/>
                    <a:pt x="434" y="1060"/>
                  </a:cubicBezTo>
                  <a:cubicBezTo>
                    <a:pt x="667" y="893"/>
                    <a:pt x="834" y="593"/>
                    <a:pt x="834" y="293"/>
                  </a:cubicBezTo>
                  <a:cubicBezTo>
                    <a:pt x="834" y="106"/>
                    <a:pt x="752" y="1"/>
                    <a:pt x="6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1"/>
            <p:cNvSpPr/>
            <p:nvPr/>
          </p:nvSpPr>
          <p:spPr>
            <a:xfrm>
              <a:off x="3888775" y="2309825"/>
              <a:ext cx="20875" cy="28325"/>
            </a:xfrm>
            <a:custGeom>
              <a:avLst/>
              <a:gdLst/>
              <a:ahLst/>
              <a:cxnLst/>
              <a:rect l="l" t="t" r="r" b="b"/>
              <a:pathLst>
                <a:path w="835" h="1133" extrusionOk="0">
                  <a:moveTo>
                    <a:pt x="593" y="0"/>
                  </a:moveTo>
                  <a:cubicBezTo>
                    <a:pt x="534" y="0"/>
                    <a:pt x="469" y="19"/>
                    <a:pt x="401" y="58"/>
                  </a:cubicBezTo>
                  <a:cubicBezTo>
                    <a:pt x="168" y="225"/>
                    <a:pt x="1" y="525"/>
                    <a:pt x="1" y="825"/>
                  </a:cubicBezTo>
                  <a:cubicBezTo>
                    <a:pt x="1" y="1011"/>
                    <a:pt x="82" y="1132"/>
                    <a:pt x="210" y="1132"/>
                  </a:cubicBezTo>
                  <a:cubicBezTo>
                    <a:pt x="266" y="1132"/>
                    <a:pt x="330" y="1109"/>
                    <a:pt x="401" y="1059"/>
                  </a:cubicBezTo>
                  <a:cubicBezTo>
                    <a:pt x="668" y="892"/>
                    <a:pt x="801" y="625"/>
                    <a:pt x="835" y="325"/>
                  </a:cubicBezTo>
                  <a:cubicBezTo>
                    <a:pt x="835" y="112"/>
                    <a:pt x="734" y="0"/>
                    <a:pt x="5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1"/>
            <p:cNvSpPr/>
            <p:nvPr/>
          </p:nvSpPr>
          <p:spPr>
            <a:xfrm>
              <a:off x="3973000" y="2457025"/>
              <a:ext cx="21725" cy="28200"/>
            </a:xfrm>
            <a:custGeom>
              <a:avLst/>
              <a:gdLst/>
              <a:ahLst/>
              <a:cxnLst/>
              <a:rect l="l" t="t" r="r" b="b"/>
              <a:pathLst>
                <a:path w="869" h="1128" extrusionOk="0">
                  <a:moveTo>
                    <a:pt x="633" y="1"/>
                  </a:moveTo>
                  <a:cubicBezTo>
                    <a:pt x="573" y="1"/>
                    <a:pt x="505" y="24"/>
                    <a:pt x="434" y="74"/>
                  </a:cubicBezTo>
                  <a:cubicBezTo>
                    <a:pt x="168" y="208"/>
                    <a:pt x="1" y="508"/>
                    <a:pt x="1" y="808"/>
                  </a:cubicBezTo>
                  <a:cubicBezTo>
                    <a:pt x="1" y="1003"/>
                    <a:pt x="108" y="1127"/>
                    <a:pt x="257" y="1127"/>
                  </a:cubicBezTo>
                  <a:cubicBezTo>
                    <a:pt x="312" y="1127"/>
                    <a:pt x="372" y="1111"/>
                    <a:pt x="434" y="1075"/>
                  </a:cubicBezTo>
                  <a:cubicBezTo>
                    <a:pt x="668" y="875"/>
                    <a:pt x="835" y="608"/>
                    <a:pt x="868" y="308"/>
                  </a:cubicBezTo>
                  <a:cubicBezTo>
                    <a:pt x="868" y="122"/>
                    <a:pt x="771" y="1"/>
                    <a:pt x="6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1"/>
            <p:cNvSpPr/>
            <p:nvPr/>
          </p:nvSpPr>
          <p:spPr>
            <a:xfrm>
              <a:off x="4058075" y="245702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14" y="1"/>
                  </a:moveTo>
                  <a:cubicBezTo>
                    <a:pt x="553" y="1"/>
                    <a:pt x="481" y="24"/>
                    <a:pt x="401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1"/>
                    <a:pt x="401" y="1075"/>
                  </a:cubicBezTo>
                  <a:cubicBezTo>
                    <a:pt x="667" y="875"/>
                    <a:pt x="801" y="608"/>
                    <a:pt x="834" y="308"/>
                  </a:cubicBezTo>
                  <a:cubicBezTo>
                    <a:pt x="834" y="122"/>
                    <a:pt x="753" y="1"/>
                    <a:pt x="61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1"/>
            <p:cNvSpPr/>
            <p:nvPr/>
          </p:nvSpPr>
          <p:spPr>
            <a:xfrm>
              <a:off x="4142300" y="245702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34" y="508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1"/>
            <p:cNvSpPr/>
            <p:nvPr/>
          </p:nvSpPr>
          <p:spPr>
            <a:xfrm>
              <a:off x="4226525" y="2309825"/>
              <a:ext cx="21700" cy="28325"/>
            </a:xfrm>
            <a:custGeom>
              <a:avLst/>
              <a:gdLst/>
              <a:ahLst/>
              <a:cxnLst/>
              <a:rect l="l" t="t" r="r" b="b"/>
              <a:pathLst>
                <a:path w="868" h="1133" extrusionOk="0">
                  <a:moveTo>
                    <a:pt x="640" y="0"/>
                  </a:moveTo>
                  <a:cubicBezTo>
                    <a:pt x="581" y="0"/>
                    <a:pt x="512" y="19"/>
                    <a:pt x="434" y="58"/>
                  </a:cubicBezTo>
                  <a:cubicBezTo>
                    <a:pt x="201" y="225"/>
                    <a:pt x="34" y="525"/>
                    <a:pt x="0" y="825"/>
                  </a:cubicBezTo>
                  <a:cubicBezTo>
                    <a:pt x="0" y="1011"/>
                    <a:pt x="98" y="1132"/>
                    <a:pt x="235" y="1132"/>
                  </a:cubicBezTo>
                  <a:cubicBezTo>
                    <a:pt x="295" y="1132"/>
                    <a:pt x="363" y="1109"/>
                    <a:pt x="434" y="1059"/>
                  </a:cubicBezTo>
                  <a:cubicBezTo>
                    <a:pt x="701" y="892"/>
                    <a:pt x="834" y="625"/>
                    <a:pt x="868" y="325"/>
                  </a:cubicBezTo>
                  <a:cubicBezTo>
                    <a:pt x="868" y="112"/>
                    <a:pt x="784" y="0"/>
                    <a:pt x="64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1"/>
            <p:cNvSpPr/>
            <p:nvPr/>
          </p:nvSpPr>
          <p:spPr>
            <a:xfrm>
              <a:off x="4311575" y="2281900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26" y="1"/>
                  </a:moveTo>
                  <a:cubicBezTo>
                    <a:pt x="570" y="1"/>
                    <a:pt x="505" y="24"/>
                    <a:pt x="434" y="74"/>
                  </a:cubicBezTo>
                  <a:cubicBezTo>
                    <a:pt x="168" y="241"/>
                    <a:pt x="34" y="508"/>
                    <a:pt x="1" y="808"/>
                  </a:cubicBezTo>
                  <a:cubicBezTo>
                    <a:pt x="1" y="1003"/>
                    <a:pt x="108" y="1127"/>
                    <a:pt x="257" y="1127"/>
                  </a:cubicBezTo>
                  <a:cubicBezTo>
                    <a:pt x="312" y="1127"/>
                    <a:pt x="372" y="1111"/>
                    <a:pt x="434" y="1075"/>
                  </a:cubicBezTo>
                  <a:cubicBezTo>
                    <a:pt x="668" y="908"/>
                    <a:pt x="835" y="608"/>
                    <a:pt x="835" y="308"/>
                  </a:cubicBezTo>
                  <a:cubicBezTo>
                    <a:pt x="835" y="122"/>
                    <a:pt x="754" y="1"/>
                    <a:pt x="62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1"/>
            <p:cNvSpPr/>
            <p:nvPr/>
          </p:nvSpPr>
          <p:spPr>
            <a:xfrm>
              <a:off x="4396650" y="2163175"/>
              <a:ext cx="21700" cy="28200"/>
            </a:xfrm>
            <a:custGeom>
              <a:avLst/>
              <a:gdLst/>
              <a:ahLst/>
              <a:cxnLst/>
              <a:rect l="l" t="t" r="r" b="b"/>
              <a:pathLst>
                <a:path w="868" h="1128" extrusionOk="0">
                  <a:moveTo>
                    <a:pt x="611" y="1"/>
                  </a:moveTo>
                  <a:cubicBezTo>
                    <a:pt x="557" y="1"/>
                    <a:pt x="496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68" y="320"/>
                  </a:cubicBezTo>
                  <a:cubicBezTo>
                    <a:pt x="868" y="125"/>
                    <a:pt x="760" y="1"/>
                    <a:pt x="61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1"/>
            <p:cNvSpPr/>
            <p:nvPr/>
          </p:nvSpPr>
          <p:spPr>
            <a:xfrm>
              <a:off x="4480025" y="2163675"/>
              <a:ext cx="23375" cy="28250"/>
            </a:xfrm>
            <a:custGeom>
              <a:avLst/>
              <a:gdLst/>
              <a:ahLst/>
              <a:cxnLst/>
              <a:rect l="l" t="t" r="r" b="b"/>
              <a:pathLst>
                <a:path w="935" h="1130" extrusionOk="0">
                  <a:moveTo>
                    <a:pt x="645" y="0"/>
                  </a:moveTo>
                  <a:cubicBezTo>
                    <a:pt x="488" y="0"/>
                    <a:pt x="298" y="133"/>
                    <a:pt x="168" y="367"/>
                  </a:cubicBezTo>
                  <a:cubicBezTo>
                    <a:pt x="1" y="667"/>
                    <a:pt x="1" y="1001"/>
                    <a:pt x="168" y="1101"/>
                  </a:cubicBezTo>
                  <a:cubicBezTo>
                    <a:pt x="201" y="1120"/>
                    <a:pt x="237" y="1130"/>
                    <a:pt x="277" y="1130"/>
                  </a:cubicBezTo>
                  <a:cubicBezTo>
                    <a:pt x="436" y="1130"/>
                    <a:pt x="634" y="975"/>
                    <a:pt x="768" y="734"/>
                  </a:cubicBezTo>
                  <a:cubicBezTo>
                    <a:pt x="935" y="433"/>
                    <a:pt x="935" y="133"/>
                    <a:pt x="768" y="33"/>
                  </a:cubicBezTo>
                  <a:cubicBezTo>
                    <a:pt x="731" y="11"/>
                    <a:pt x="689" y="0"/>
                    <a:pt x="64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1"/>
            <p:cNvSpPr/>
            <p:nvPr/>
          </p:nvSpPr>
          <p:spPr>
            <a:xfrm>
              <a:off x="4564275" y="2163675"/>
              <a:ext cx="24200" cy="28250"/>
            </a:xfrm>
            <a:custGeom>
              <a:avLst/>
              <a:gdLst/>
              <a:ahLst/>
              <a:cxnLst/>
              <a:rect l="l" t="t" r="r" b="b"/>
              <a:pathLst>
                <a:path w="968" h="1130" extrusionOk="0">
                  <a:moveTo>
                    <a:pt x="677" y="0"/>
                  </a:moveTo>
                  <a:cubicBezTo>
                    <a:pt x="521" y="0"/>
                    <a:pt x="330" y="133"/>
                    <a:pt x="200" y="367"/>
                  </a:cubicBezTo>
                  <a:cubicBezTo>
                    <a:pt x="0" y="667"/>
                    <a:pt x="0" y="1001"/>
                    <a:pt x="167" y="1101"/>
                  </a:cubicBezTo>
                  <a:cubicBezTo>
                    <a:pt x="206" y="1120"/>
                    <a:pt x="248" y="1130"/>
                    <a:pt x="292" y="1130"/>
                  </a:cubicBezTo>
                  <a:cubicBezTo>
                    <a:pt x="468" y="1130"/>
                    <a:pt x="667" y="975"/>
                    <a:pt x="801" y="734"/>
                  </a:cubicBezTo>
                  <a:cubicBezTo>
                    <a:pt x="967" y="433"/>
                    <a:pt x="967" y="100"/>
                    <a:pt x="801" y="33"/>
                  </a:cubicBezTo>
                  <a:cubicBezTo>
                    <a:pt x="764" y="11"/>
                    <a:pt x="722" y="0"/>
                    <a:pt x="67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1"/>
            <p:cNvSpPr/>
            <p:nvPr/>
          </p:nvSpPr>
          <p:spPr>
            <a:xfrm>
              <a:off x="4650150" y="2114650"/>
              <a:ext cx="21725" cy="27975"/>
            </a:xfrm>
            <a:custGeom>
              <a:avLst/>
              <a:gdLst/>
              <a:ahLst/>
              <a:cxnLst/>
              <a:rect l="l" t="t" r="r" b="b"/>
              <a:pathLst>
                <a:path w="869" h="1119" extrusionOk="0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1"/>
            <p:cNvSpPr/>
            <p:nvPr/>
          </p:nvSpPr>
          <p:spPr>
            <a:xfrm>
              <a:off x="3218300" y="2125775"/>
              <a:ext cx="1446050" cy="885175"/>
            </a:xfrm>
            <a:custGeom>
              <a:avLst/>
              <a:gdLst/>
              <a:ahLst/>
              <a:cxnLst/>
              <a:rect l="l" t="t" r="r" b="b"/>
              <a:pathLst>
                <a:path w="57842" h="35407" extrusionOk="0">
                  <a:moveTo>
                    <a:pt x="57711" y="1"/>
                  </a:moveTo>
                  <a:cubicBezTo>
                    <a:pt x="57698" y="1"/>
                    <a:pt x="57685" y="5"/>
                    <a:pt x="57675" y="15"/>
                  </a:cubicBezTo>
                  <a:lnTo>
                    <a:pt x="54306" y="1983"/>
                  </a:lnTo>
                  <a:lnTo>
                    <a:pt x="47535" y="1983"/>
                  </a:lnTo>
                  <a:cubicBezTo>
                    <a:pt x="47525" y="1973"/>
                    <a:pt x="47518" y="1969"/>
                    <a:pt x="47512" y="1969"/>
                  </a:cubicBezTo>
                  <a:cubicBezTo>
                    <a:pt x="47498" y="1969"/>
                    <a:pt x="47491" y="1993"/>
                    <a:pt x="47468" y="2016"/>
                  </a:cubicBezTo>
                  <a:lnTo>
                    <a:pt x="44099" y="6720"/>
                  </a:lnTo>
                  <a:lnTo>
                    <a:pt x="40730" y="7854"/>
                  </a:lnTo>
                  <a:cubicBezTo>
                    <a:pt x="40730" y="7854"/>
                    <a:pt x="40696" y="7854"/>
                    <a:pt x="40696" y="7887"/>
                  </a:cubicBezTo>
                  <a:lnTo>
                    <a:pt x="37361" y="13691"/>
                  </a:lnTo>
                  <a:lnTo>
                    <a:pt x="30689" y="13691"/>
                  </a:lnTo>
                  <a:lnTo>
                    <a:pt x="27320" y="7854"/>
                  </a:lnTo>
                  <a:cubicBezTo>
                    <a:pt x="27287" y="7820"/>
                    <a:pt x="27253" y="7820"/>
                    <a:pt x="27220" y="7820"/>
                  </a:cubicBezTo>
                  <a:cubicBezTo>
                    <a:pt x="27187" y="7820"/>
                    <a:pt x="27120" y="7854"/>
                    <a:pt x="27120" y="7887"/>
                  </a:cubicBezTo>
                  <a:lnTo>
                    <a:pt x="23751" y="18561"/>
                  </a:lnTo>
                  <a:lnTo>
                    <a:pt x="20415" y="19529"/>
                  </a:lnTo>
                  <a:cubicBezTo>
                    <a:pt x="20415" y="19529"/>
                    <a:pt x="20382" y="19562"/>
                    <a:pt x="20382" y="19562"/>
                  </a:cubicBezTo>
                  <a:lnTo>
                    <a:pt x="17013" y="23465"/>
                  </a:lnTo>
                  <a:lnTo>
                    <a:pt x="13644" y="24699"/>
                  </a:lnTo>
                  <a:lnTo>
                    <a:pt x="13610" y="24732"/>
                  </a:lnTo>
                  <a:lnTo>
                    <a:pt x="10241" y="28235"/>
                  </a:lnTo>
                  <a:lnTo>
                    <a:pt x="6872" y="29336"/>
                  </a:lnTo>
                  <a:lnTo>
                    <a:pt x="3503" y="31270"/>
                  </a:lnTo>
                  <a:lnTo>
                    <a:pt x="3470" y="31304"/>
                  </a:lnTo>
                  <a:lnTo>
                    <a:pt x="34" y="35240"/>
                  </a:lnTo>
                  <a:cubicBezTo>
                    <a:pt x="1" y="35273"/>
                    <a:pt x="1" y="35340"/>
                    <a:pt x="34" y="35373"/>
                  </a:cubicBezTo>
                  <a:cubicBezTo>
                    <a:pt x="67" y="35407"/>
                    <a:pt x="101" y="35407"/>
                    <a:pt x="134" y="35407"/>
                  </a:cubicBezTo>
                  <a:cubicBezTo>
                    <a:pt x="134" y="35407"/>
                    <a:pt x="167" y="35407"/>
                    <a:pt x="201" y="35373"/>
                  </a:cubicBezTo>
                  <a:lnTo>
                    <a:pt x="3603" y="31504"/>
                  </a:lnTo>
                  <a:lnTo>
                    <a:pt x="6939" y="29569"/>
                  </a:lnTo>
                  <a:lnTo>
                    <a:pt x="10341" y="28468"/>
                  </a:lnTo>
                  <a:cubicBezTo>
                    <a:pt x="10341" y="28468"/>
                    <a:pt x="10375" y="28468"/>
                    <a:pt x="10375" y="28435"/>
                  </a:cubicBezTo>
                  <a:lnTo>
                    <a:pt x="13744" y="24933"/>
                  </a:lnTo>
                  <a:lnTo>
                    <a:pt x="17113" y="23698"/>
                  </a:lnTo>
                  <a:lnTo>
                    <a:pt x="17146" y="23665"/>
                  </a:lnTo>
                  <a:lnTo>
                    <a:pt x="20515" y="19762"/>
                  </a:lnTo>
                  <a:lnTo>
                    <a:pt x="23884" y="18795"/>
                  </a:lnTo>
                  <a:cubicBezTo>
                    <a:pt x="23918" y="18795"/>
                    <a:pt x="23951" y="18761"/>
                    <a:pt x="23951" y="18728"/>
                  </a:cubicBezTo>
                  <a:lnTo>
                    <a:pt x="27253" y="8187"/>
                  </a:lnTo>
                  <a:lnTo>
                    <a:pt x="30522" y="13858"/>
                  </a:lnTo>
                  <a:cubicBezTo>
                    <a:pt x="30556" y="13891"/>
                    <a:pt x="30589" y="13891"/>
                    <a:pt x="30622" y="13891"/>
                  </a:cubicBezTo>
                  <a:lnTo>
                    <a:pt x="37394" y="13891"/>
                  </a:lnTo>
                  <a:cubicBezTo>
                    <a:pt x="37427" y="13891"/>
                    <a:pt x="37461" y="13891"/>
                    <a:pt x="37494" y="13858"/>
                  </a:cubicBezTo>
                  <a:lnTo>
                    <a:pt x="40863" y="8020"/>
                  </a:lnTo>
                  <a:lnTo>
                    <a:pt x="44199" y="6886"/>
                  </a:lnTo>
                  <a:cubicBezTo>
                    <a:pt x="44199" y="6886"/>
                    <a:pt x="44232" y="6886"/>
                    <a:pt x="44232" y="6853"/>
                  </a:cubicBezTo>
                  <a:lnTo>
                    <a:pt x="47601" y="2150"/>
                  </a:lnTo>
                  <a:lnTo>
                    <a:pt x="54306" y="2150"/>
                  </a:lnTo>
                  <a:cubicBezTo>
                    <a:pt x="54323" y="2166"/>
                    <a:pt x="54339" y="2175"/>
                    <a:pt x="54352" y="2175"/>
                  </a:cubicBezTo>
                  <a:cubicBezTo>
                    <a:pt x="54364" y="2175"/>
                    <a:pt x="54373" y="2166"/>
                    <a:pt x="54373" y="2150"/>
                  </a:cubicBezTo>
                  <a:lnTo>
                    <a:pt x="57775" y="215"/>
                  </a:lnTo>
                  <a:cubicBezTo>
                    <a:pt x="57809" y="182"/>
                    <a:pt x="57842" y="115"/>
                    <a:pt x="57809" y="48"/>
                  </a:cubicBezTo>
                  <a:cubicBezTo>
                    <a:pt x="57785" y="24"/>
                    <a:pt x="57745" y="1"/>
                    <a:pt x="5771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1"/>
            <p:cNvSpPr/>
            <p:nvPr/>
          </p:nvSpPr>
          <p:spPr>
            <a:xfrm>
              <a:off x="3215800" y="2221525"/>
              <a:ext cx="1452050" cy="841975"/>
            </a:xfrm>
            <a:custGeom>
              <a:avLst/>
              <a:gdLst/>
              <a:ahLst/>
              <a:cxnLst/>
              <a:rect l="l" t="t" r="r" b="b"/>
              <a:pathLst>
                <a:path w="58082" h="33679" extrusionOk="0">
                  <a:moveTo>
                    <a:pt x="57800" y="1"/>
                  </a:moveTo>
                  <a:cubicBezTo>
                    <a:pt x="57771" y="1"/>
                    <a:pt x="57741" y="7"/>
                    <a:pt x="57708" y="21"/>
                  </a:cubicBezTo>
                  <a:lnTo>
                    <a:pt x="134" y="33278"/>
                  </a:lnTo>
                  <a:cubicBezTo>
                    <a:pt x="34" y="33345"/>
                    <a:pt x="1" y="33445"/>
                    <a:pt x="34" y="33545"/>
                  </a:cubicBezTo>
                  <a:cubicBezTo>
                    <a:pt x="67" y="33612"/>
                    <a:pt x="167" y="33645"/>
                    <a:pt x="234" y="33678"/>
                  </a:cubicBezTo>
                  <a:cubicBezTo>
                    <a:pt x="267" y="33645"/>
                    <a:pt x="301" y="33645"/>
                    <a:pt x="334" y="33612"/>
                  </a:cubicBezTo>
                  <a:lnTo>
                    <a:pt x="57909" y="388"/>
                  </a:lnTo>
                  <a:cubicBezTo>
                    <a:pt x="58081" y="244"/>
                    <a:pt x="57981" y="1"/>
                    <a:pt x="5780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1"/>
            <p:cNvSpPr/>
            <p:nvPr/>
          </p:nvSpPr>
          <p:spPr>
            <a:xfrm>
              <a:off x="3210800" y="2945400"/>
              <a:ext cx="20875" cy="28500"/>
            </a:xfrm>
            <a:custGeom>
              <a:avLst/>
              <a:gdLst/>
              <a:ahLst/>
              <a:cxnLst/>
              <a:rect l="l" t="t" r="r" b="b"/>
              <a:pathLst>
                <a:path w="835" h="1140" extrusionOk="0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16"/>
                    <a:pt x="108" y="1140"/>
                    <a:pt x="257" y="1140"/>
                  </a:cubicBezTo>
                  <a:cubicBezTo>
                    <a:pt x="311" y="1140"/>
                    <a:pt x="371" y="1123"/>
                    <a:pt x="434" y="1087"/>
                  </a:cubicBezTo>
                  <a:cubicBezTo>
                    <a:pt x="668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1"/>
            <p:cNvSpPr/>
            <p:nvPr/>
          </p:nvSpPr>
          <p:spPr>
            <a:xfrm>
              <a:off x="3295850" y="2798950"/>
              <a:ext cx="21725" cy="28175"/>
            </a:xfrm>
            <a:custGeom>
              <a:avLst/>
              <a:gdLst/>
              <a:ahLst/>
              <a:cxnLst/>
              <a:rect l="l" t="t" r="r" b="b"/>
              <a:pathLst>
                <a:path w="869" h="1127" extrusionOk="0">
                  <a:moveTo>
                    <a:pt x="633" y="0"/>
                  </a:moveTo>
                  <a:cubicBezTo>
                    <a:pt x="573" y="0"/>
                    <a:pt x="505" y="23"/>
                    <a:pt x="434" y="74"/>
                  </a:cubicBezTo>
                  <a:cubicBezTo>
                    <a:pt x="168" y="240"/>
                    <a:pt x="1" y="507"/>
                    <a:pt x="1" y="808"/>
                  </a:cubicBezTo>
                  <a:cubicBezTo>
                    <a:pt x="1" y="1003"/>
                    <a:pt x="90" y="1127"/>
                    <a:pt x="243" y="1127"/>
                  </a:cubicBezTo>
                  <a:cubicBezTo>
                    <a:pt x="299" y="1127"/>
                    <a:pt x="363" y="1110"/>
                    <a:pt x="434" y="1074"/>
                  </a:cubicBezTo>
                  <a:cubicBezTo>
                    <a:pt x="668" y="908"/>
                    <a:pt x="835" y="607"/>
                    <a:pt x="868" y="307"/>
                  </a:cubicBezTo>
                  <a:cubicBezTo>
                    <a:pt x="868" y="121"/>
                    <a:pt x="771" y="0"/>
                    <a:pt x="63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3379250" y="2780875"/>
              <a:ext cx="23375" cy="28175"/>
            </a:xfrm>
            <a:custGeom>
              <a:avLst/>
              <a:gdLst/>
              <a:ahLst/>
              <a:cxnLst/>
              <a:rect l="l" t="t" r="r" b="b"/>
              <a:pathLst>
                <a:path w="935" h="1127" extrusionOk="0">
                  <a:moveTo>
                    <a:pt x="657" y="0"/>
                  </a:moveTo>
                  <a:cubicBezTo>
                    <a:pt x="498" y="0"/>
                    <a:pt x="301" y="150"/>
                    <a:pt x="167" y="363"/>
                  </a:cubicBezTo>
                  <a:cubicBezTo>
                    <a:pt x="1" y="663"/>
                    <a:pt x="1" y="997"/>
                    <a:pt x="167" y="1097"/>
                  </a:cubicBezTo>
                  <a:cubicBezTo>
                    <a:pt x="200" y="1117"/>
                    <a:pt x="237" y="1126"/>
                    <a:pt x="276" y="1126"/>
                  </a:cubicBezTo>
                  <a:cubicBezTo>
                    <a:pt x="435" y="1126"/>
                    <a:pt x="634" y="971"/>
                    <a:pt x="768" y="730"/>
                  </a:cubicBezTo>
                  <a:cubicBezTo>
                    <a:pt x="935" y="430"/>
                    <a:pt x="935" y="130"/>
                    <a:pt x="768" y="29"/>
                  </a:cubicBezTo>
                  <a:cubicBezTo>
                    <a:pt x="734" y="9"/>
                    <a:pt x="697" y="0"/>
                    <a:pt x="65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1"/>
            <p:cNvSpPr/>
            <p:nvPr/>
          </p:nvSpPr>
          <p:spPr>
            <a:xfrm>
              <a:off x="346515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14" y="0"/>
                  </a:moveTo>
                  <a:cubicBezTo>
                    <a:pt x="553" y="0"/>
                    <a:pt x="482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874"/>
                    <a:pt x="834" y="607"/>
                    <a:pt x="834" y="307"/>
                  </a:cubicBezTo>
                  <a:cubicBezTo>
                    <a:pt x="834" y="121"/>
                    <a:pt x="753" y="0"/>
                    <a:pt x="6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1"/>
            <p:cNvSpPr/>
            <p:nvPr/>
          </p:nvSpPr>
          <p:spPr>
            <a:xfrm>
              <a:off x="3550200" y="2652175"/>
              <a:ext cx="20875" cy="28325"/>
            </a:xfrm>
            <a:custGeom>
              <a:avLst/>
              <a:gdLst/>
              <a:ahLst/>
              <a:cxnLst/>
              <a:rect l="l" t="t" r="r" b="b"/>
              <a:pathLst>
                <a:path w="835" h="1133" extrusionOk="0">
                  <a:moveTo>
                    <a:pt x="600" y="0"/>
                  </a:moveTo>
                  <a:cubicBezTo>
                    <a:pt x="540" y="0"/>
                    <a:pt x="472" y="23"/>
                    <a:pt x="401" y="74"/>
                  </a:cubicBezTo>
                  <a:cubicBezTo>
                    <a:pt x="168" y="241"/>
                    <a:pt x="1" y="507"/>
                    <a:pt x="1" y="808"/>
                  </a:cubicBezTo>
                  <a:cubicBezTo>
                    <a:pt x="1" y="1020"/>
                    <a:pt x="84" y="1133"/>
                    <a:pt x="216" y="1133"/>
                  </a:cubicBezTo>
                  <a:cubicBezTo>
                    <a:pt x="270" y="1133"/>
                    <a:pt x="333" y="1113"/>
                    <a:pt x="401" y="1075"/>
                  </a:cubicBezTo>
                  <a:cubicBezTo>
                    <a:pt x="668" y="908"/>
                    <a:pt x="801" y="608"/>
                    <a:pt x="835" y="307"/>
                  </a:cubicBezTo>
                  <a:cubicBezTo>
                    <a:pt x="835" y="121"/>
                    <a:pt x="738" y="0"/>
                    <a:pt x="60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1"/>
            <p:cNvSpPr/>
            <p:nvPr/>
          </p:nvSpPr>
          <p:spPr>
            <a:xfrm>
              <a:off x="3634425" y="26276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1"/>
            <p:cNvSpPr/>
            <p:nvPr/>
          </p:nvSpPr>
          <p:spPr>
            <a:xfrm>
              <a:off x="3719500" y="2554300"/>
              <a:ext cx="20875" cy="28500"/>
            </a:xfrm>
            <a:custGeom>
              <a:avLst/>
              <a:gdLst/>
              <a:ahLst/>
              <a:cxnLst/>
              <a:rect l="l" t="t" r="r" b="b"/>
              <a:pathLst>
                <a:path w="835" h="1140" extrusionOk="0">
                  <a:moveTo>
                    <a:pt x="578" y="0"/>
                  </a:moveTo>
                  <a:cubicBezTo>
                    <a:pt x="523" y="0"/>
                    <a:pt x="463" y="17"/>
                    <a:pt x="401" y="53"/>
                  </a:cubicBezTo>
                  <a:cubicBezTo>
                    <a:pt x="167" y="253"/>
                    <a:pt x="0" y="520"/>
                    <a:pt x="0" y="820"/>
                  </a:cubicBezTo>
                  <a:cubicBezTo>
                    <a:pt x="0" y="1015"/>
                    <a:pt x="90" y="1139"/>
                    <a:pt x="229" y="1139"/>
                  </a:cubicBezTo>
                  <a:cubicBezTo>
                    <a:pt x="280" y="1139"/>
                    <a:pt x="338" y="1123"/>
                    <a:pt x="401" y="1087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27" y="0"/>
                    <a:pt x="57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1"/>
            <p:cNvSpPr/>
            <p:nvPr/>
          </p:nvSpPr>
          <p:spPr>
            <a:xfrm>
              <a:off x="3803725" y="245702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42" y="1127"/>
                  </a:cubicBezTo>
                  <a:cubicBezTo>
                    <a:pt x="298" y="1127"/>
                    <a:pt x="362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1"/>
            <p:cNvSpPr/>
            <p:nvPr/>
          </p:nvSpPr>
          <p:spPr>
            <a:xfrm>
              <a:off x="3888775" y="2432375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597" y="1"/>
                  </a:moveTo>
                  <a:cubicBezTo>
                    <a:pt x="537" y="1"/>
                    <a:pt x="471" y="20"/>
                    <a:pt x="401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1"/>
            <p:cNvSpPr/>
            <p:nvPr/>
          </p:nvSpPr>
          <p:spPr>
            <a:xfrm>
              <a:off x="3973850" y="23590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596" y="0"/>
                  </a:moveTo>
                  <a:cubicBezTo>
                    <a:pt x="537" y="0"/>
                    <a:pt x="470" y="19"/>
                    <a:pt x="400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0" y="1060"/>
                  </a:cubicBezTo>
                  <a:cubicBezTo>
                    <a:pt x="634" y="893"/>
                    <a:pt x="801" y="593"/>
                    <a:pt x="834" y="293"/>
                  </a:cubicBezTo>
                  <a:cubicBezTo>
                    <a:pt x="834" y="105"/>
                    <a:pt x="736" y="0"/>
                    <a:pt x="59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1"/>
            <p:cNvSpPr/>
            <p:nvPr/>
          </p:nvSpPr>
          <p:spPr>
            <a:xfrm>
              <a:off x="4058075" y="23590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611" y="0"/>
                  </a:moveTo>
                  <a:cubicBezTo>
                    <a:pt x="551" y="0"/>
                    <a:pt x="480" y="19"/>
                    <a:pt x="401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1" y="1060"/>
                  </a:cubicBezTo>
                  <a:cubicBezTo>
                    <a:pt x="667" y="893"/>
                    <a:pt x="801" y="593"/>
                    <a:pt x="834" y="293"/>
                  </a:cubicBezTo>
                  <a:cubicBezTo>
                    <a:pt x="834" y="105"/>
                    <a:pt x="752" y="0"/>
                    <a:pt x="61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1"/>
            <p:cNvSpPr/>
            <p:nvPr/>
          </p:nvSpPr>
          <p:spPr>
            <a:xfrm>
              <a:off x="4142300" y="21631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1"/>
            <p:cNvSpPr/>
            <p:nvPr/>
          </p:nvSpPr>
          <p:spPr>
            <a:xfrm>
              <a:off x="4226525" y="2260600"/>
              <a:ext cx="21700" cy="27950"/>
            </a:xfrm>
            <a:custGeom>
              <a:avLst/>
              <a:gdLst/>
              <a:ahLst/>
              <a:cxnLst/>
              <a:rect l="l" t="t" r="r" b="b"/>
              <a:pathLst>
                <a:path w="868" h="1118" extrusionOk="0">
                  <a:moveTo>
                    <a:pt x="644" y="0"/>
                  </a:moveTo>
                  <a:cubicBezTo>
                    <a:pt x="584" y="0"/>
                    <a:pt x="514" y="19"/>
                    <a:pt x="434" y="59"/>
                  </a:cubicBezTo>
                  <a:cubicBezTo>
                    <a:pt x="201" y="226"/>
                    <a:pt x="34" y="493"/>
                    <a:pt x="0" y="793"/>
                  </a:cubicBezTo>
                  <a:cubicBezTo>
                    <a:pt x="0" y="1005"/>
                    <a:pt x="101" y="1118"/>
                    <a:pt x="242" y="1118"/>
                  </a:cubicBezTo>
                  <a:cubicBezTo>
                    <a:pt x="301" y="1118"/>
                    <a:pt x="366" y="1099"/>
                    <a:pt x="434" y="1060"/>
                  </a:cubicBezTo>
                  <a:cubicBezTo>
                    <a:pt x="701" y="893"/>
                    <a:pt x="868" y="593"/>
                    <a:pt x="868" y="292"/>
                  </a:cubicBezTo>
                  <a:cubicBezTo>
                    <a:pt x="868" y="105"/>
                    <a:pt x="786" y="0"/>
                    <a:pt x="6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1"/>
            <p:cNvSpPr/>
            <p:nvPr/>
          </p:nvSpPr>
          <p:spPr>
            <a:xfrm>
              <a:off x="4311575" y="21631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34" y="520"/>
                    <a:pt x="1" y="820"/>
                  </a:cubicBezTo>
                  <a:cubicBezTo>
                    <a:pt x="1" y="1006"/>
                    <a:pt x="98" y="1127"/>
                    <a:pt x="236" y="1127"/>
                  </a:cubicBezTo>
                  <a:cubicBezTo>
                    <a:pt x="296" y="1127"/>
                    <a:pt x="36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1"/>
            <p:cNvSpPr/>
            <p:nvPr/>
          </p:nvSpPr>
          <p:spPr>
            <a:xfrm>
              <a:off x="4395800" y="2114650"/>
              <a:ext cx="21725" cy="27975"/>
            </a:xfrm>
            <a:custGeom>
              <a:avLst/>
              <a:gdLst/>
              <a:ahLst/>
              <a:cxnLst/>
              <a:rect l="l" t="t" r="r" b="b"/>
              <a:pathLst>
                <a:path w="869" h="1119" extrusionOk="0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1"/>
            <p:cNvSpPr/>
            <p:nvPr/>
          </p:nvSpPr>
          <p:spPr>
            <a:xfrm>
              <a:off x="4481700" y="2114650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597" y="1"/>
                  </a:moveTo>
                  <a:cubicBezTo>
                    <a:pt x="537" y="1"/>
                    <a:pt x="471" y="20"/>
                    <a:pt x="401" y="59"/>
                  </a:cubicBezTo>
                  <a:cubicBezTo>
                    <a:pt x="167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1"/>
            <p:cNvSpPr/>
            <p:nvPr/>
          </p:nvSpPr>
          <p:spPr>
            <a:xfrm>
              <a:off x="4565925" y="2065475"/>
              <a:ext cx="21725" cy="27950"/>
            </a:xfrm>
            <a:custGeom>
              <a:avLst/>
              <a:gdLst/>
              <a:ahLst/>
              <a:cxnLst/>
              <a:rect l="l" t="t" r="r" b="b"/>
              <a:pathLst>
                <a:path w="869" h="1118" extrusionOk="0">
                  <a:moveTo>
                    <a:pt x="614" y="0"/>
                  </a:moveTo>
                  <a:cubicBezTo>
                    <a:pt x="551" y="0"/>
                    <a:pt x="479" y="19"/>
                    <a:pt x="401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83" y="1118"/>
                    <a:pt x="212" y="1118"/>
                  </a:cubicBezTo>
                  <a:cubicBezTo>
                    <a:pt x="268" y="1118"/>
                    <a:pt x="331" y="1099"/>
                    <a:pt x="401" y="1059"/>
                  </a:cubicBezTo>
                  <a:cubicBezTo>
                    <a:pt x="668" y="892"/>
                    <a:pt x="835" y="625"/>
                    <a:pt x="868" y="325"/>
                  </a:cubicBezTo>
                  <a:cubicBezTo>
                    <a:pt x="868" y="113"/>
                    <a:pt x="768" y="0"/>
                    <a:pt x="6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1"/>
            <p:cNvSpPr/>
            <p:nvPr/>
          </p:nvSpPr>
          <p:spPr>
            <a:xfrm>
              <a:off x="4650150" y="2065475"/>
              <a:ext cx="21725" cy="27950"/>
            </a:xfrm>
            <a:custGeom>
              <a:avLst/>
              <a:gdLst/>
              <a:ahLst/>
              <a:cxnLst/>
              <a:rect l="l" t="t" r="r" b="b"/>
              <a:pathLst>
                <a:path w="869" h="1118" extrusionOk="0">
                  <a:moveTo>
                    <a:pt x="653" y="0"/>
                  </a:moveTo>
                  <a:cubicBezTo>
                    <a:pt x="598" y="0"/>
                    <a:pt x="536" y="19"/>
                    <a:pt x="468" y="58"/>
                  </a:cubicBezTo>
                  <a:cubicBezTo>
                    <a:pt x="201" y="225"/>
                    <a:pt x="34" y="492"/>
                    <a:pt x="1" y="826"/>
                  </a:cubicBezTo>
                  <a:cubicBezTo>
                    <a:pt x="1" y="1013"/>
                    <a:pt x="99" y="1118"/>
                    <a:pt x="250" y="1118"/>
                  </a:cubicBezTo>
                  <a:cubicBezTo>
                    <a:pt x="315" y="1118"/>
                    <a:pt x="388" y="1099"/>
                    <a:pt x="468" y="1059"/>
                  </a:cubicBezTo>
                  <a:cubicBezTo>
                    <a:pt x="701" y="892"/>
                    <a:pt x="868" y="625"/>
                    <a:pt x="868" y="325"/>
                  </a:cubicBezTo>
                  <a:cubicBezTo>
                    <a:pt x="868" y="113"/>
                    <a:pt x="784" y="0"/>
                    <a:pt x="6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1"/>
            <p:cNvSpPr/>
            <p:nvPr/>
          </p:nvSpPr>
          <p:spPr>
            <a:xfrm>
              <a:off x="3218300" y="2077775"/>
              <a:ext cx="1446900" cy="884825"/>
            </a:xfrm>
            <a:custGeom>
              <a:avLst/>
              <a:gdLst/>
              <a:ahLst/>
              <a:cxnLst/>
              <a:rect l="l" t="t" r="r" b="b"/>
              <a:pathLst>
                <a:path w="57876" h="35393" extrusionOk="0">
                  <a:moveTo>
                    <a:pt x="54273" y="0"/>
                  </a:moveTo>
                  <a:lnTo>
                    <a:pt x="50937" y="1935"/>
                  </a:lnTo>
                  <a:lnTo>
                    <a:pt x="47501" y="1935"/>
                  </a:lnTo>
                  <a:lnTo>
                    <a:pt x="44132" y="3903"/>
                  </a:lnTo>
                  <a:lnTo>
                    <a:pt x="44099" y="3903"/>
                  </a:lnTo>
                  <a:lnTo>
                    <a:pt x="40796" y="7739"/>
                  </a:lnTo>
                  <a:lnTo>
                    <a:pt x="37461" y="3903"/>
                  </a:lnTo>
                  <a:cubicBezTo>
                    <a:pt x="37461" y="3903"/>
                    <a:pt x="37427" y="3869"/>
                    <a:pt x="37394" y="3869"/>
                  </a:cubicBezTo>
                  <a:cubicBezTo>
                    <a:pt x="37327" y="3869"/>
                    <a:pt x="37294" y="3903"/>
                    <a:pt x="37294" y="3936"/>
                  </a:cubicBezTo>
                  <a:lnTo>
                    <a:pt x="33958" y="11708"/>
                  </a:lnTo>
                  <a:lnTo>
                    <a:pt x="30556" y="11708"/>
                  </a:lnTo>
                  <a:lnTo>
                    <a:pt x="27187" y="14644"/>
                  </a:lnTo>
                  <a:lnTo>
                    <a:pt x="23818" y="15611"/>
                  </a:lnTo>
                  <a:cubicBezTo>
                    <a:pt x="23784" y="15611"/>
                    <a:pt x="23784" y="15645"/>
                    <a:pt x="23751" y="15645"/>
                  </a:cubicBezTo>
                  <a:lnTo>
                    <a:pt x="20382" y="19547"/>
                  </a:lnTo>
                  <a:lnTo>
                    <a:pt x="17013" y="22483"/>
                  </a:lnTo>
                  <a:lnTo>
                    <a:pt x="13677" y="23450"/>
                  </a:lnTo>
                  <a:lnTo>
                    <a:pt x="10341" y="21515"/>
                  </a:lnTo>
                  <a:cubicBezTo>
                    <a:pt x="10325" y="21499"/>
                    <a:pt x="10308" y="21490"/>
                    <a:pt x="10295" y="21490"/>
                  </a:cubicBezTo>
                  <a:cubicBezTo>
                    <a:pt x="10283" y="21490"/>
                    <a:pt x="10275" y="21499"/>
                    <a:pt x="10275" y="21515"/>
                  </a:cubicBezTo>
                  <a:cubicBezTo>
                    <a:pt x="10241" y="21515"/>
                    <a:pt x="10208" y="21515"/>
                    <a:pt x="10208" y="21549"/>
                  </a:cubicBezTo>
                  <a:lnTo>
                    <a:pt x="6839" y="28587"/>
                  </a:lnTo>
                  <a:lnTo>
                    <a:pt x="3503" y="29321"/>
                  </a:lnTo>
                  <a:cubicBezTo>
                    <a:pt x="3470" y="29321"/>
                    <a:pt x="3470" y="29321"/>
                    <a:pt x="3436" y="29354"/>
                  </a:cubicBezTo>
                  <a:lnTo>
                    <a:pt x="34" y="35225"/>
                  </a:lnTo>
                  <a:cubicBezTo>
                    <a:pt x="1" y="35292"/>
                    <a:pt x="34" y="35359"/>
                    <a:pt x="67" y="35392"/>
                  </a:cubicBezTo>
                  <a:lnTo>
                    <a:pt x="134" y="35392"/>
                  </a:lnTo>
                  <a:cubicBezTo>
                    <a:pt x="167" y="35359"/>
                    <a:pt x="201" y="35325"/>
                    <a:pt x="201" y="35292"/>
                  </a:cubicBezTo>
                  <a:lnTo>
                    <a:pt x="3570" y="29454"/>
                  </a:lnTo>
                  <a:lnTo>
                    <a:pt x="6906" y="28754"/>
                  </a:lnTo>
                  <a:cubicBezTo>
                    <a:pt x="6939" y="28754"/>
                    <a:pt x="6972" y="28721"/>
                    <a:pt x="6972" y="28721"/>
                  </a:cubicBezTo>
                  <a:lnTo>
                    <a:pt x="10308" y="21716"/>
                  </a:lnTo>
                  <a:lnTo>
                    <a:pt x="13610" y="23617"/>
                  </a:lnTo>
                  <a:lnTo>
                    <a:pt x="13710" y="23617"/>
                  </a:lnTo>
                  <a:lnTo>
                    <a:pt x="17079" y="22650"/>
                  </a:lnTo>
                  <a:lnTo>
                    <a:pt x="17113" y="22616"/>
                  </a:lnTo>
                  <a:lnTo>
                    <a:pt x="20515" y="19681"/>
                  </a:lnTo>
                  <a:lnTo>
                    <a:pt x="23884" y="15778"/>
                  </a:lnTo>
                  <a:lnTo>
                    <a:pt x="27253" y="14811"/>
                  </a:lnTo>
                  <a:lnTo>
                    <a:pt x="27287" y="14811"/>
                  </a:lnTo>
                  <a:lnTo>
                    <a:pt x="30689" y="11942"/>
                  </a:lnTo>
                  <a:lnTo>
                    <a:pt x="34025" y="11942"/>
                  </a:lnTo>
                  <a:cubicBezTo>
                    <a:pt x="34058" y="11942"/>
                    <a:pt x="34092" y="11909"/>
                    <a:pt x="34125" y="11875"/>
                  </a:cubicBezTo>
                  <a:lnTo>
                    <a:pt x="37461" y="4203"/>
                  </a:lnTo>
                  <a:lnTo>
                    <a:pt x="40730" y="7972"/>
                  </a:lnTo>
                  <a:cubicBezTo>
                    <a:pt x="40746" y="8006"/>
                    <a:pt x="40771" y="8022"/>
                    <a:pt x="40801" y="8022"/>
                  </a:cubicBezTo>
                  <a:cubicBezTo>
                    <a:pt x="40830" y="8022"/>
                    <a:pt x="40863" y="8006"/>
                    <a:pt x="40896" y="7972"/>
                  </a:cubicBezTo>
                  <a:lnTo>
                    <a:pt x="44266" y="4070"/>
                  </a:lnTo>
                  <a:lnTo>
                    <a:pt x="47635" y="2135"/>
                  </a:lnTo>
                  <a:lnTo>
                    <a:pt x="51037" y="2135"/>
                  </a:lnTo>
                  <a:lnTo>
                    <a:pt x="54373" y="200"/>
                  </a:lnTo>
                  <a:lnTo>
                    <a:pt x="57742" y="200"/>
                  </a:lnTo>
                  <a:cubicBezTo>
                    <a:pt x="57875" y="200"/>
                    <a:pt x="57875" y="0"/>
                    <a:pt x="5774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1"/>
            <p:cNvSpPr/>
            <p:nvPr/>
          </p:nvSpPr>
          <p:spPr>
            <a:xfrm>
              <a:off x="3210800" y="2945400"/>
              <a:ext cx="20875" cy="28500"/>
            </a:xfrm>
            <a:custGeom>
              <a:avLst/>
              <a:gdLst/>
              <a:ahLst/>
              <a:cxnLst/>
              <a:rect l="l" t="t" r="r" b="b"/>
              <a:pathLst>
                <a:path w="835" h="1140" extrusionOk="0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16"/>
                    <a:pt x="108" y="1140"/>
                    <a:pt x="257" y="1140"/>
                  </a:cubicBezTo>
                  <a:cubicBezTo>
                    <a:pt x="311" y="1140"/>
                    <a:pt x="371" y="1123"/>
                    <a:pt x="434" y="1087"/>
                  </a:cubicBezTo>
                  <a:cubicBezTo>
                    <a:pt x="668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1"/>
            <p:cNvSpPr/>
            <p:nvPr/>
          </p:nvSpPr>
          <p:spPr>
            <a:xfrm>
              <a:off x="3295850" y="2798950"/>
              <a:ext cx="21725" cy="28175"/>
            </a:xfrm>
            <a:custGeom>
              <a:avLst/>
              <a:gdLst/>
              <a:ahLst/>
              <a:cxnLst/>
              <a:rect l="l" t="t" r="r" b="b"/>
              <a:pathLst>
                <a:path w="869" h="1127" extrusionOk="0">
                  <a:moveTo>
                    <a:pt x="633" y="0"/>
                  </a:moveTo>
                  <a:cubicBezTo>
                    <a:pt x="573" y="0"/>
                    <a:pt x="505" y="23"/>
                    <a:pt x="434" y="74"/>
                  </a:cubicBezTo>
                  <a:cubicBezTo>
                    <a:pt x="168" y="240"/>
                    <a:pt x="1" y="507"/>
                    <a:pt x="1" y="808"/>
                  </a:cubicBezTo>
                  <a:cubicBezTo>
                    <a:pt x="1" y="1003"/>
                    <a:pt x="90" y="1127"/>
                    <a:pt x="243" y="1127"/>
                  </a:cubicBezTo>
                  <a:cubicBezTo>
                    <a:pt x="299" y="1127"/>
                    <a:pt x="363" y="1110"/>
                    <a:pt x="434" y="1074"/>
                  </a:cubicBezTo>
                  <a:cubicBezTo>
                    <a:pt x="668" y="908"/>
                    <a:pt x="835" y="607"/>
                    <a:pt x="868" y="307"/>
                  </a:cubicBezTo>
                  <a:cubicBezTo>
                    <a:pt x="868" y="121"/>
                    <a:pt x="771" y="0"/>
                    <a:pt x="6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1"/>
            <p:cNvSpPr/>
            <p:nvPr/>
          </p:nvSpPr>
          <p:spPr>
            <a:xfrm>
              <a:off x="3379250" y="2780875"/>
              <a:ext cx="23375" cy="28175"/>
            </a:xfrm>
            <a:custGeom>
              <a:avLst/>
              <a:gdLst/>
              <a:ahLst/>
              <a:cxnLst/>
              <a:rect l="l" t="t" r="r" b="b"/>
              <a:pathLst>
                <a:path w="935" h="1127" extrusionOk="0">
                  <a:moveTo>
                    <a:pt x="657" y="0"/>
                  </a:moveTo>
                  <a:cubicBezTo>
                    <a:pt x="498" y="0"/>
                    <a:pt x="301" y="150"/>
                    <a:pt x="167" y="363"/>
                  </a:cubicBezTo>
                  <a:cubicBezTo>
                    <a:pt x="1" y="663"/>
                    <a:pt x="1" y="997"/>
                    <a:pt x="167" y="1097"/>
                  </a:cubicBezTo>
                  <a:cubicBezTo>
                    <a:pt x="200" y="1117"/>
                    <a:pt x="237" y="1126"/>
                    <a:pt x="276" y="1126"/>
                  </a:cubicBezTo>
                  <a:cubicBezTo>
                    <a:pt x="435" y="1126"/>
                    <a:pt x="634" y="971"/>
                    <a:pt x="768" y="730"/>
                  </a:cubicBezTo>
                  <a:cubicBezTo>
                    <a:pt x="935" y="430"/>
                    <a:pt x="935" y="130"/>
                    <a:pt x="768" y="29"/>
                  </a:cubicBezTo>
                  <a:cubicBezTo>
                    <a:pt x="734" y="9"/>
                    <a:pt x="697" y="0"/>
                    <a:pt x="6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1"/>
            <p:cNvSpPr/>
            <p:nvPr/>
          </p:nvSpPr>
          <p:spPr>
            <a:xfrm>
              <a:off x="346515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14" y="0"/>
                  </a:moveTo>
                  <a:cubicBezTo>
                    <a:pt x="553" y="0"/>
                    <a:pt x="482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874"/>
                    <a:pt x="834" y="607"/>
                    <a:pt x="834" y="307"/>
                  </a:cubicBezTo>
                  <a:cubicBezTo>
                    <a:pt x="834" y="121"/>
                    <a:pt x="753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3550200" y="2652175"/>
              <a:ext cx="20875" cy="28325"/>
            </a:xfrm>
            <a:custGeom>
              <a:avLst/>
              <a:gdLst/>
              <a:ahLst/>
              <a:cxnLst/>
              <a:rect l="l" t="t" r="r" b="b"/>
              <a:pathLst>
                <a:path w="835" h="1133" extrusionOk="0">
                  <a:moveTo>
                    <a:pt x="600" y="0"/>
                  </a:moveTo>
                  <a:cubicBezTo>
                    <a:pt x="540" y="0"/>
                    <a:pt x="472" y="23"/>
                    <a:pt x="401" y="74"/>
                  </a:cubicBezTo>
                  <a:cubicBezTo>
                    <a:pt x="168" y="241"/>
                    <a:pt x="1" y="507"/>
                    <a:pt x="1" y="808"/>
                  </a:cubicBezTo>
                  <a:cubicBezTo>
                    <a:pt x="1" y="1020"/>
                    <a:pt x="84" y="1133"/>
                    <a:pt x="216" y="1133"/>
                  </a:cubicBezTo>
                  <a:cubicBezTo>
                    <a:pt x="270" y="1133"/>
                    <a:pt x="333" y="1113"/>
                    <a:pt x="401" y="1075"/>
                  </a:cubicBezTo>
                  <a:cubicBezTo>
                    <a:pt x="668" y="908"/>
                    <a:pt x="801" y="608"/>
                    <a:pt x="835" y="307"/>
                  </a:cubicBezTo>
                  <a:cubicBezTo>
                    <a:pt x="835" y="121"/>
                    <a:pt x="738" y="0"/>
                    <a:pt x="6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1"/>
            <p:cNvSpPr/>
            <p:nvPr/>
          </p:nvSpPr>
          <p:spPr>
            <a:xfrm>
              <a:off x="3634425" y="26276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1"/>
            <p:cNvSpPr/>
            <p:nvPr/>
          </p:nvSpPr>
          <p:spPr>
            <a:xfrm>
              <a:off x="3719500" y="2554300"/>
              <a:ext cx="20875" cy="28500"/>
            </a:xfrm>
            <a:custGeom>
              <a:avLst/>
              <a:gdLst/>
              <a:ahLst/>
              <a:cxnLst/>
              <a:rect l="l" t="t" r="r" b="b"/>
              <a:pathLst>
                <a:path w="835" h="1140" extrusionOk="0">
                  <a:moveTo>
                    <a:pt x="578" y="0"/>
                  </a:moveTo>
                  <a:cubicBezTo>
                    <a:pt x="523" y="0"/>
                    <a:pt x="463" y="17"/>
                    <a:pt x="401" y="53"/>
                  </a:cubicBezTo>
                  <a:cubicBezTo>
                    <a:pt x="167" y="253"/>
                    <a:pt x="0" y="520"/>
                    <a:pt x="0" y="820"/>
                  </a:cubicBezTo>
                  <a:cubicBezTo>
                    <a:pt x="0" y="1015"/>
                    <a:pt x="90" y="1139"/>
                    <a:pt x="229" y="1139"/>
                  </a:cubicBezTo>
                  <a:cubicBezTo>
                    <a:pt x="280" y="1139"/>
                    <a:pt x="338" y="1123"/>
                    <a:pt x="401" y="1087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27" y="0"/>
                    <a:pt x="5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1"/>
            <p:cNvSpPr/>
            <p:nvPr/>
          </p:nvSpPr>
          <p:spPr>
            <a:xfrm>
              <a:off x="3803725" y="245702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42" y="1127"/>
                  </a:cubicBezTo>
                  <a:cubicBezTo>
                    <a:pt x="298" y="1127"/>
                    <a:pt x="362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3888775" y="2432375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597" y="1"/>
                  </a:moveTo>
                  <a:cubicBezTo>
                    <a:pt x="537" y="1"/>
                    <a:pt x="471" y="20"/>
                    <a:pt x="401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1"/>
            <p:cNvSpPr/>
            <p:nvPr/>
          </p:nvSpPr>
          <p:spPr>
            <a:xfrm>
              <a:off x="3973850" y="23590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596" y="0"/>
                  </a:moveTo>
                  <a:cubicBezTo>
                    <a:pt x="537" y="0"/>
                    <a:pt x="470" y="19"/>
                    <a:pt x="400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0" y="1060"/>
                  </a:cubicBezTo>
                  <a:cubicBezTo>
                    <a:pt x="634" y="893"/>
                    <a:pt x="801" y="593"/>
                    <a:pt x="834" y="293"/>
                  </a:cubicBezTo>
                  <a:cubicBezTo>
                    <a:pt x="834" y="105"/>
                    <a:pt x="736" y="0"/>
                    <a:pt x="5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1"/>
            <p:cNvSpPr/>
            <p:nvPr/>
          </p:nvSpPr>
          <p:spPr>
            <a:xfrm>
              <a:off x="4058075" y="2359000"/>
              <a:ext cx="20875" cy="27950"/>
            </a:xfrm>
            <a:custGeom>
              <a:avLst/>
              <a:gdLst/>
              <a:ahLst/>
              <a:cxnLst/>
              <a:rect l="l" t="t" r="r" b="b"/>
              <a:pathLst>
                <a:path w="835" h="1118" extrusionOk="0">
                  <a:moveTo>
                    <a:pt x="611" y="0"/>
                  </a:moveTo>
                  <a:cubicBezTo>
                    <a:pt x="551" y="0"/>
                    <a:pt x="480" y="19"/>
                    <a:pt x="401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1" y="1060"/>
                  </a:cubicBezTo>
                  <a:cubicBezTo>
                    <a:pt x="667" y="893"/>
                    <a:pt x="801" y="593"/>
                    <a:pt x="834" y="293"/>
                  </a:cubicBezTo>
                  <a:cubicBezTo>
                    <a:pt x="834" y="105"/>
                    <a:pt x="752" y="0"/>
                    <a:pt x="6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4142300" y="21631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1"/>
            <p:cNvSpPr/>
            <p:nvPr/>
          </p:nvSpPr>
          <p:spPr>
            <a:xfrm>
              <a:off x="4226525" y="2260600"/>
              <a:ext cx="21700" cy="27950"/>
            </a:xfrm>
            <a:custGeom>
              <a:avLst/>
              <a:gdLst/>
              <a:ahLst/>
              <a:cxnLst/>
              <a:rect l="l" t="t" r="r" b="b"/>
              <a:pathLst>
                <a:path w="868" h="1118" extrusionOk="0">
                  <a:moveTo>
                    <a:pt x="644" y="0"/>
                  </a:moveTo>
                  <a:cubicBezTo>
                    <a:pt x="584" y="0"/>
                    <a:pt x="514" y="19"/>
                    <a:pt x="434" y="59"/>
                  </a:cubicBezTo>
                  <a:cubicBezTo>
                    <a:pt x="201" y="226"/>
                    <a:pt x="34" y="493"/>
                    <a:pt x="0" y="793"/>
                  </a:cubicBezTo>
                  <a:cubicBezTo>
                    <a:pt x="0" y="1005"/>
                    <a:pt x="101" y="1118"/>
                    <a:pt x="242" y="1118"/>
                  </a:cubicBezTo>
                  <a:cubicBezTo>
                    <a:pt x="301" y="1118"/>
                    <a:pt x="366" y="1099"/>
                    <a:pt x="434" y="1060"/>
                  </a:cubicBezTo>
                  <a:cubicBezTo>
                    <a:pt x="701" y="893"/>
                    <a:pt x="868" y="593"/>
                    <a:pt x="868" y="292"/>
                  </a:cubicBezTo>
                  <a:cubicBezTo>
                    <a:pt x="868" y="105"/>
                    <a:pt x="786" y="0"/>
                    <a:pt x="6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1"/>
            <p:cNvSpPr/>
            <p:nvPr/>
          </p:nvSpPr>
          <p:spPr>
            <a:xfrm>
              <a:off x="4311575" y="2163175"/>
              <a:ext cx="20875" cy="28200"/>
            </a:xfrm>
            <a:custGeom>
              <a:avLst/>
              <a:gdLst/>
              <a:ahLst/>
              <a:cxnLst/>
              <a:rect l="l" t="t" r="r" b="b"/>
              <a:pathLst>
                <a:path w="835" h="1128" extrusionOk="0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34" y="520"/>
                    <a:pt x="1" y="820"/>
                  </a:cubicBezTo>
                  <a:cubicBezTo>
                    <a:pt x="1" y="1006"/>
                    <a:pt x="98" y="1127"/>
                    <a:pt x="236" y="1127"/>
                  </a:cubicBezTo>
                  <a:cubicBezTo>
                    <a:pt x="296" y="1127"/>
                    <a:pt x="36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1"/>
            <p:cNvSpPr/>
            <p:nvPr/>
          </p:nvSpPr>
          <p:spPr>
            <a:xfrm>
              <a:off x="4395800" y="2114650"/>
              <a:ext cx="21725" cy="27975"/>
            </a:xfrm>
            <a:custGeom>
              <a:avLst/>
              <a:gdLst/>
              <a:ahLst/>
              <a:cxnLst/>
              <a:rect l="l" t="t" r="r" b="b"/>
              <a:pathLst>
                <a:path w="869" h="1119" extrusionOk="0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1"/>
            <p:cNvSpPr/>
            <p:nvPr/>
          </p:nvSpPr>
          <p:spPr>
            <a:xfrm>
              <a:off x="4481700" y="2114650"/>
              <a:ext cx="20875" cy="27975"/>
            </a:xfrm>
            <a:custGeom>
              <a:avLst/>
              <a:gdLst/>
              <a:ahLst/>
              <a:cxnLst/>
              <a:rect l="l" t="t" r="r" b="b"/>
              <a:pathLst>
                <a:path w="835" h="1119" extrusionOk="0">
                  <a:moveTo>
                    <a:pt x="597" y="1"/>
                  </a:moveTo>
                  <a:cubicBezTo>
                    <a:pt x="537" y="1"/>
                    <a:pt x="471" y="20"/>
                    <a:pt x="401" y="59"/>
                  </a:cubicBezTo>
                  <a:cubicBezTo>
                    <a:pt x="167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1"/>
            <p:cNvSpPr/>
            <p:nvPr/>
          </p:nvSpPr>
          <p:spPr>
            <a:xfrm>
              <a:off x="4565925" y="2065475"/>
              <a:ext cx="21725" cy="27950"/>
            </a:xfrm>
            <a:custGeom>
              <a:avLst/>
              <a:gdLst/>
              <a:ahLst/>
              <a:cxnLst/>
              <a:rect l="l" t="t" r="r" b="b"/>
              <a:pathLst>
                <a:path w="869" h="1118" extrusionOk="0">
                  <a:moveTo>
                    <a:pt x="614" y="0"/>
                  </a:moveTo>
                  <a:cubicBezTo>
                    <a:pt x="551" y="0"/>
                    <a:pt x="479" y="19"/>
                    <a:pt x="401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83" y="1118"/>
                    <a:pt x="212" y="1118"/>
                  </a:cubicBezTo>
                  <a:cubicBezTo>
                    <a:pt x="268" y="1118"/>
                    <a:pt x="331" y="1099"/>
                    <a:pt x="401" y="1059"/>
                  </a:cubicBezTo>
                  <a:cubicBezTo>
                    <a:pt x="668" y="892"/>
                    <a:pt x="835" y="625"/>
                    <a:pt x="868" y="325"/>
                  </a:cubicBezTo>
                  <a:cubicBezTo>
                    <a:pt x="868" y="113"/>
                    <a:pt x="768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1"/>
            <p:cNvSpPr/>
            <p:nvPr/>
          </p:nvSpPr>
          <p:spPr>
            <a:xfrm>
              <a:off x="4650150" y="2065475"/>
              <a:ext cx="21725" cy="27950"/>
            </a:xfrm>
            <a:custGeom>
              <a:avLst/>
              <a:gdLst/>
              <a:ahLst/>
              <a:cxnLst/>
              <a:rect l="l" t="t" r="r" b="b"/>
              <a:pathLst>
                <a:path w="869" h="1118" extrusionOk="0">
                  <a:moveTo>
                    <a:pt x="653" y="0"/>
                  </a:moveTo>
                  <a:cubicBezTo>
                    <a:pt x="598" y="0"/>
                    <a:pt x="536" y="19"/>
                    <a:pt x="468" y="58"/>
                  </a:cubicBezTo>
                  <a:cubicBezTo>
                    <a:pt x="201" y="225"/>
                    <a:pt x="34" y="492"/>
                    <a:pt x="1" y="826"/>
                  </a:cubicBezTo>
                  <a:cubicBezTo>
                    <a:pt x="1" y="1013"/>
                    <a:pt x="99" y="1118"/>
                    <a:pt x="250" y="1118"/>
                  </a:cubicBezTo>
                  <a:cubicBezTo>
                    <a:pt x="315" y="1118"/>
                    <a:pt x="388" y="1099"/>
                    <a:pt x="468" y="1059"/>
                  </a:cubicBezTo>
                  <a:cubicBezTo>
                    <a:pt x="701" y="892"/>
                    <a:pt x="868" y="625"/>
                    <a:pt x="868" y="325"/>
                  </a:cubicBezTo>
                  <a:cubicBezTo>
                    <a:pt x="868" y="113"/>
                    <a:pt x="784" y="0"/>
                    <a:pt x="6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1"/>
            <p:cNvSpPr/>
            <p:nvPr/>
          </p:nvSpPr>
          <p:spPr>
            <a:xfrm>
              <a:off x="3218300" y="2077775"/>
              <a:ext cx="1446900" cy="884825"/>
            </a:xfrm>
            <a:custGeom>
              <a:avLst/>
              <a:gdLst/>
              <a:ahLst/>
              <a:cxnLst/>
              <a:rect l="l" t="t" r="r" b="b"/>
              <a:pathLst>
                <a:path w="57876" h="35393" extrusionOk="0">
                  <a:moveTo>
                    <a:pt x="54273" y="0"/>
                  </a:moveTo>
                  <a:lnTo>
                    <a:pt x="50937" y="1935"/>
                  </a:lnTo>
                  <a:lnTo>
                    <a:pt x="47501" y="1935"/>
                  </a:lnTo>
                  <a:lnTo>
                    <a:pt x="44132" y="3903"/>
                  </a:lnTo>
                  <a:lnTo>
                    <a:pt x="44099" y="3903"/>
                  </a:lnTo>
                  <a:lnTo>
                    <a:pt x="40796" y="7739"/>
                  </a:lnTo>
                  <a:lnTo>
                    <a:pt x="37461" y="3903"/>
                  </a:lnTo>
                  <a:cubicBezTo>
                    <a:pt x="37461" y="3903"/>
                    <a:pt x="37427" y="3869"/>
                    <a:pt x="37394" y="3869"/>
                  </a:cubicBezTo>
                  <a:cubicBezTo>
                    <a:pt x="37327" y="3869"/>
                    <a:pt x="37294" y="3903"/>
                    <a:pt x="37294" y="3936"/>
                  </a:cubicBezTo>
                  <a:lnTo>
                    <a:pt x="33958" y="11708"/>
                  </a:lnTo>
                  <a:lnTo>
                    <a:pt x="30556" y="11708"/>
                  </a:lnTo>
                  <a:lnTo>
                    <a:pt x="27187" y="14644"/>
                  </a:lnTo>
                  <a:lnTo>
                    <a:pt x="23818" y="15611"/>
                  </a:lnTo>
                  <a:cubicBezTo>
                    <a:pt x="23784" y="15611"/>
                    <a:pt x="23784" y="15645"/>
                    <a:pt x="23751" y="15645"/>
                  </a:cubicBezTo>
                  <a:lnTo>
                    <a:pt x="20382" y="19547"/>
                  </a:lnTo>
                  <a:lnTo>
                    <a:pt x="17013" y="22483"/>
                  </a:lnTo>
                  <a:lnTo>
                    <a:pt x="13677" y="23450"/>
                  </a:lnTo>
                  <a:lnTo>
                    <a:pt x="10341" y="21515"/>
                  </a:lnTo>
                  <a:cubicBezTo>
                    <a:pt x="10325" y="21499"/>
                    <a:pt x="10308" y="21490"/>
                    <a:pt x="10295" y="21490"/>
                  </a:cubicBezTo>
                  <a:cubicBezTo>
                    <a:pt x="10283" y="21490"/>
                    <a:pt x="10275" y="21499"/>
                    <a:pt x="10275" y="21515"/>
                  </a:cubicBezTo>
                  <a:cubicBezTo>
                    <a:pt x="10241" y="21515"/>
                    <a:pt x="10208" y="21515"/>
                    <a:pt x="10208" y="21549"/>
                  </a:cubicBezTo>
                  <a:lnTo>
                    <a:pt x="6839" y="28587"/>
                  </a:lnTo>
                  <a:lnTo>
                    <a:pt x="3503" y="29321"/>
                  </a:lnTo>
                  <a:cubicBezTo>
                    <a:pt x="3470" y="29321"/>
                    <a:pt x="3470" y="29321"/>
                    <a:pt x="3436" y="29354"/>
                  </a:cubicBezTo>
                  <a:lnTo>
                    <a:pt x="34" y="35225"/>
                  </a:lnTo>
                  <a:cubicBezTo>
                    <a:pt x="1" y="35292"/>
                    <a:pt x="34" y="35359"/>
                    <a:pt x="67" y="35392"/>
                  </a:cubicBezTo>
                  <a:lnTo>
                    <a:pt x="134" y="35392"/>
                  </a:lnTo>
                  <a:cubicBezTo>
                    <a:pt x="167" y="35359"/>
                    <a:pt x="201" y="35325"/>
                    <a:pt x="201" y="35292"/>
                  </a:cubicBezTo>
                  <a:lnTo>
                    <a:pt x="3570" y="29454"/>
                  </a:lnTo>
                  <a:lnTo>
                    <a:pt x="6906" y="28754"/>
                  </a:lnTo>
                  <a:cubicBezTo>
                    <a:pt x="6939" y="28754"/>
                    <a:pt x="6972" y="28721"/>
                    <a:pt x="6972" y="28721"/>
                  </a:cubicBezTo>
                  <a:lnTo>
                    <a:pt x="10308" y="21716"/>
                  </a:lnTo>
                  <a:lnTo>
                    <a:pt x="13610" y="23617"/>
                  </a:lnTo>
                  <a:lnTo>
                    <a:pt x="13710" y="23617"/>
                  </a:lnTo>
                  <a:lnTo>
                    <a:pt x="17079" y="22650"/>
                  </a:lnTo>
                  <a:lnTo>
                    <a:pt x="17113" y="22616"/>
                  </a:lnTo>
                  <a:lnTo>
                    <a:pt x="20515" y="19681"/>
                  </a:lnTo>
                  <a:lnTo>
                    <a:pt x="23884" y="15778"/>
                  </a:lnTo>
                  <a:lnTo>
                    <a:pt x="27253" y="14811"/>
                  </a:lnTo>
                  <a:lnTo>
                    <a:pt x="27287" y="14811"/>
                  </a:lnTo>
                  <a:lnTo>
                    <a:pt x="30689" y="11942"/>
                  </a:lnTo>
                  <a:lnTo>
                    <a:pt x="34025" y="11942"/>
                  </a:lnTo>
                  <a:cubicBezTo>
                    <a:pt x="34058" y="11942"/>
                    <a:pt x="34092" y="11909"/>
                    <a:pt x="34125" y="11875"/>
                  </a:cubicBezTo>
                  <a:lnTo>
                    <a:pt x="37461" y="4203"/>
                  </a:lnTo>
                  <a:lnTo>
                    <a:pt x="40730" y="7972"/>
                  </a:lnTo>
                  <a:cubicBezTo>
                    <a:pt x="40746" y="8006"/>
                    <a:pt x="40771" y="8022"/>
                    <a:pt x="40801" y="8022"/>
                  </a:cubicBezTo>
                  <a:cubicBezTo>
                    <a:pt x="40830" y="8022"/>
                    <a:pt x="40863" y="8006"/>
                    <a:pt x="40896" y="7972"/>
                  </a:cubicBezTo>
                  <a:lnTo>
                    <a:pt x="44266" y="4070"/>
                  </a:lnTo>
                  <a:lnTo>
                    <a:pt x="47635" y="2135"/>
                  </a:lnTo>
                  <a:lnTo>
                    <a:pt x="51037" y="2135"/>
                  </a:lnTo>
                  <a:lnTo>
                    <a:pt x="54373" y="200"/>
                  </a:lnTo>
                  <a:lnTo>
                    <a:pt x="57742" y="200"/>
                  </a:lnTo>
                  <a:cubicBezTo>
                    <a:pt x="57875" y="200"/>
                    <a:pt x="57875" y="0"/>
                    <a:pt x="577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1"/>
            <p:cNvSpPr/>
            <p:nvPr/>
          </p:nvSpPr>
          <p:spPr>
            <a:xfrm>
              <a:off x="3258325" y="2535275"/>
              <a:ext cx="97600" cy="66525"/>
            </a:xfrm>
            <a:custGeom>
              <a:avLst/>
              <a:gdLst/>
              <a:ahLst/>
              <a:cxnLst/>
              <a:rect l="l" t="t" r="r" b="b"/>
              <a:pathLst>
                <a:path w="3904" h="2661" extrusionOk="0">
                  <a:moveTo>
                    <a:pt x="3746" y="1"/>
                  </a:moveTo>
                  <a:cubicBezTo>
                    <a:pt x="3703" y="1"/>
                    <a:pt x="3655" y="15"/>
                    <a:pt x="3603" y="46"/>
                  </a:cubicBezTo>
                  <a:lnTo>
                    <a:pt x="301" y="1948"/>
                  </a:lnTo>
                  <a:cubicBezTo>
                    <a:pt x="134" y="2081"/>
                    <a:pt x="34" y="2248"/>
                    <a:pt x="1" y="2448"/>
                  </a:cubicBezTo>
                  <a:cubicBezTo>
                    <a:pt x="1" y="2586"/>
                    <a:pt x="64" y="2661"/>
                    <a:pt x="159" y="2661"/>
                  </a:cubicBezTo>
                  <a:cubicBezTo>
                    <a:pt x="201" y="2661"/>
                    <a:pt x="249" y="2646"/>
                    <a:pt x="301" y="2615"/>
                  </a:cubicBezTo>
                  <a:lnTo>
                    <a:pt x="3603" y="714"/>
                  </a:lnTo>
                  <a:cubicBezTo>
                    <a:pt x="3770" y="614"/>
                    <a:pt x="3870" y="413"/>
                    <a:pt x="3904" y="213"/>
                  </a:cubicBezTo>
                  <a:cubicBezTo>
                    <a:pt x="3904" y="75"/>
                    <a:pt x="3840" y="1"/>
                    <a:pt x="37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1"/>
            <p:cNvSpPr/>
            <p:nvPr/>
          </p:nvSpPr>
          <p:spPr>
            <a:xfrm>
              <a:off x="321080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07"/>
                    <a:pt x="0" y="507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0"/>
                    <a:pt x="434" y="1074"/>
                  </a:cubicBezTo>
                  <a:cubicBezTo>
                    <a:pt x="668" y="908"/>
                    <a:pt x="834" y="607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3210800" y="2602975"/>
              <a:ext cx="20875" cy="28175"/>
            </a:xfrm>
            <a:custGeom>
              <a:avLst/>
              <a:gdLst/>
              <a:ahLst/>
              <a:cxnLst/>
              <a:rect l="l" t="t" r="r" b="b"/>
              <a:pathLst>
                <a:path w="835" h="1127" extrusionOk="0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07"/>
                    <a:pt x="0" y="507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0"/>
                    <a:pt x="434" y="1074"/>
                  </a:cubicBezTo>
                  <a:cubicBezTo>
                    <a:pt x="668" y="908"/>
                    <a:pt x="834" y="607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1"/>
            <p:cNvSpPr/>
            <p:nvPr/>
          </p:nvSpPr>
          <p:spPr>
            <a:xfrm>
              <a:off x="3258325" y="2584450"/>
              <a:ext cx="96775" cy="65750"/>
            </a:xfrm>
            <a:custGeom>
              <a:avLst/>
              <a:gdLst/>
              <a:ahLst/>
              <a:cxnLst/>
              <a:rect l="l" t="t" r="r" b="b"/>
              <a:pathLst>
                <a:path w="3871" h="2630" extrusionOk="0">
                  <a:moveTo>
                    <a:pt x="3717" y="1"/>
                  </a:moveTo>
                  <a:cubicBezTo>
                    <a:pt x="3673" y="1"/>
                    <a:pt x="3623" y="15"/>
                    <a:pt x="3570" y="48"/>
                  </a:cubicBezTo>
                  <a:lnTo>
                    <a:pt x="301" y="1949"/>
                  </a:lnTo>
                  <a:cubicBezTo>
                    <a:pt x="134" y="2049"/>
                    <a:pt x="1" y="2249"/>
                    <a:pt x="1" y="2449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570" y="681"/>
                  </a:lnTo>
                  <a:cubicBezTo>
                    <a:pt x="3737" y="581"/>
                    <a:pt x="3870" y="381"/>
                    <a:pt x="3870" y="181"/>
                  </a:cubicBezTo>
                  <a:cubicBezTo>
                    <a:pt x="3870" y="68"/>
                    <a:pt x="3809" y="1"/>
                    <a:pt x="37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1"/>
            <p:cNvSpPr/>
            <p:nvPr/>
          </p:nvSpPr>
          <p:spPr>
            <a:xfrm>
              <a:off x="3210800" y="2652175"/>
              <a:ext cx="20875" cy="28325"/>
            </a:xfrm>
            <a:custGeom>
              <a:avLst/>
              <a:gdLst/>
              <a:ahLst/>
              <a:cxnLst/>
              <a:rect l="l" t="t" r="r" b="b"/>
              <a:pathLst>
                <a:path w="835" h="1133" extrusionOk="0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20"/>
                    <a:pt x="101" y="1133"/>
                    <a:pt x="242" y="1133"/>
                  </a:cubicBezTo>
                  <a:cubicBezTo>
                    <a:pt x="301" y="1133"/>
                    <a:pt x="366" y="1113"/>
                    <a:pt x="434" y="1075"/>
                  </a:cubicBezTo>
                  <a:cubicBezTo>
                    <a:pt x="668" y="908"/>
                    <a:pt x="834" y="608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3218300" y="3055350"/>
              <a:ext cx="386975" cy="249975"/>
            </a:xfrm>
            <a:custGeom>
              <a:avLst/>
              <a:gdLst/>
              <a:ahLst/>
              <a:cxnLst/>
              <a:rect l="l" t="t" r="r" b="b"/>
              <a:pathLst>
                <a:path w="15479" h="9999" extrusionOk="0">
                  <a:moveTo>
                    <a:pt x="15378" y="0"/>
                  </a:moveTo>
                  <a:cubicBezTo>
                    <a:pt x="15353" y="0"/>
                    <a:pt x="15328" y="8"/>
                    <a:pt x="15312" y="25"/>
                  </a:cubicBezTo>
                  <a:lnTo>
                    <a:pt x="13644" y="1493"/>
                  </a:lnTo>
                  <a:lnTo>
                    <a:pt x="11942" y="959"/>
                  </a:lnTo>
                  <a:lnTo>
                    <a:pt x="10208" y="3361"/>
                  </a:lnTo>
                  <a:lnTo>
                    <a:pt x="8507" y="4361"/>
                  </a:lnTo>
                  <a:lnTo>
                    <a:pt x="6839" y="5863"/>
                  </a:lnTo>
                  <a:lnTo>
                    <a:pt x="5138" y="5629"/>
                  </a:lnTo>
                  <a:lnTo>
                    <a:pt x="3436" y="7831"/>
                  </a:lnTo>
                  <a:lnTo>
                    <a:pt x="1769" y="8064"/>
                  </a:lnTo>
                  <a:lnTo>
                    <a:pt x="67" y="9832"/>
                  </a:lnTo>
                  <a:cubicBezTo>
                    <a:pt x="1" y="9865"/>
                    <a:pt x="1" y="9932"/>
                    <a:pt x="67" y="9965"/>
                  </a:cubicBezTo>
                  <a:cubicBezTo>
                    <a:pt x="67" y="9999"/>
                    <a:pt x="101" y="9999"/>
                    <a:pt x="134" y="9999"/>
                  </a:cubicBezTo>
                  <a:cubicBezTo>
                    <a:pt x="134" y="9999"/>
                    <a:pt x="167" y="9965"/>
                    <a:pt x="201" y="9932"/>
                  </a:cubicBezTo>
                  <a:lnTo>
                    <a:pt x="1869" y="8231"/>
                  </a:lnTo>
                  <a:lnTo>
                    <a:pt x="3637" y="8031"/>
                  </a:lnTo>
                  <a:lnTo>
                    <a:pt x="5304" y="5863"/>
                  </a:lnTo>
                  <a:lnTo>
                    <a:pt x="6972" y="6096"/>
                  </a:lnTo>
                  <a:lnTo>
                    <a:pt x="8673" y="4528"/>
                  </a:lnTo>
                  <a:lnTo>
                    <a:pt x="10375" y="3528"/>
                  </a:lnTo>
                  <a:lnTo>
                    <a:pt x="12043" y="1193"/>
                  </a:lnTo>
                  <a:lnTo>
                    <a:pt x="13710" y="1726"/>
                  </a:lnTo>
                  <a:lnTo>
                    <a:pt x="15445" y="192"/>
                  </a:lnTo>
                  <a:cubicBezTo>
                    <a:pt x="15478" y="125"/>
                    <a:pt x="15478" y="58"/>
                    <a:pt x="15445" y="25"/>
                  </a:cubicBezTo>
                  <a:cubicBezTo>
                    <a:pt x="15428" y="8"/>
                    <a:pt x="15403" y="0"/>
                    <a:pt x="1537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3224150" y="3135400"/>
              <a:ext cx="32550" cy="73200"/>
            </a:xfrm>
            <a:custGeom>
              <a:avLst/>
              <a:gdLst/>
              <a:ahLst/>
              <a:cxnLst/>
              <a:rect l="l" t="t" r="r" b="b"/>
              <a:pathLst>
                <a:path w="1302" h="2928" extrusionOk="0">
                  <a:moveTo>
                    <a:pt x="834" y="1293"/>
                  </a:moveTo>
                  <a:cubicBezTo>
                    <a:pt x="867" y="1293"/>
                    <a:pt x="901" y="1326"/>
                    <a:pt x="934" y="1360"/>
                  </a:cubicBezTo>
                  <a:cubicBezTo>
                    <a:pt x="1001" y="1393"/>
                    <a:pt x="1001" y="1426"/>
                    <a:pt x="1034" y="1493"/>
                  </a:cubicBezTo>
                  <a:cubicBezTo>
                    <a:pt x="1034" y="1560"/>
                    <a:pt x="1068" y="1626"/>
                    <a:pt x="1068" y="1693"/>
                  </a:cubicBezTo>
                  <a:cubicBezTo>
                    <a:pt x="1068" y="1860"/>
                    <a:pt x="1034" y="1993"/>
                    <a:pt x="934" y="2160"/>
                  </a:cubicBezTo>
                  <a:cubicBezTo>
                    <a:pt x="901" y="2227"/>
                    <a:pt x="867" y="2294"/>
                    <a:pt x="834" y="2360"/>
                  </a:cubicBezTo>
                  <a:cubicBezTo>
                    <a:pt x="767" y="2394"/>
                    <a:pt x="701" y="2460"/>
                    <a:pt x="634" y="2494"/>
                  </a:cubicBezTo>
                  <a:cubicBezTo>
                    <a:pt x="601" y="2527"/>
                    <a:pt x="534" y="2560"/>
                    <a:pt x="467" y="2560"/>
                  </a:cubicBezTo>
                  <a:cubicBezTo>
                    <a:pt x="434" y="2560"/>
                    <a:pt x="400" y="2527"/>
                    <a:pt x="367" y="2494"/>
                  </a:cubicBezTo>
                  <a:cubicBezTo>
                    <a:pt x="300" y="2460"/>
                    <a:pt x="300" y="2394"/>
                    <a:pt x="267" y="2360"/>
                  </a:cubicBezTo>
                  <a:cubicBezTo>
                    <a:pt x="267" y="2294"/>
                    <a:pt x="234" y="2227"/>
                    <a:pt x="234" y="2160"/>
                  </a:cubicBezTo>
                  <a:cubicBezTo>
                    <a:pt x="234" y="2093"/>
                    <a:pt x="267" y="1993"/>
                    <a:pt x="267" y="1927"/>
                  </a:cubicBezTo>
                  <a:cubicBezTo>
                    <a:pt x="300" y="1827"/>
                    <a:pt x="334" y="1760"/>
                    <a:pt x="367" y="1693"/>
                  </a:cubicBezTo>
                  <a:cubicBezTo>
                    <a:pt x="400" y="1626"/>
                    <a:pt x="434" y="1560"/>
                    <a:pt x="467" y="1493"/>
                  </a:cubicBezTo>
                  <a:cubicBezTo>
                    <a:pt x="534" y="1426"/>
                    <a:pt x="601" y="1393"/>
                    <a:pt x="634" y="1326"/>
                  </a:cubicBezTo>
                  <a:cubicBezTo>
                    <a:pt x="701" y="1326"/>
                    <a:pt x="767" y="1293"/>
                    <a:pt x="834" y="1293"/>
                  </a:cubicBezTo>
                  <a:close/>
                  <a:moveTo>
                    <a:pt x="851" y="0"/>
                  </a:moveTo>
                  <a:cubicBezTo>
                    <a:pt x="842" y="0"/>
                    <a:pt x="834" y="9"/>
                    <a:pt x="834" y="25"/>
                  </a:cubicBezTo>
                  <a:lnTo>
                    <a:pt x="701" y="92"/>
                  </a:lnTo>
                  <a:cubicBezTo>
                    <a:pt x="667" y="92"/>
                    <a:pt x="667" y="125"/>
                    <a:pt x="634" y="159"/>
                  </a:cubicBezTo>
                  <a:cubicBezTo>
                    <a:pt x="634" y="159"/>
                    <a:pt x="634" y="192"/>
                    <a:pt x="634" y="225"/>
                  </a:cubicBezTo>
                  <a:lnTo>
                    <a:pt x="167" y="1493"/>
                  </a:lnTo>
                  <a:cubicBezTo>
                    <a:pt x="134" y="1560"/>
                    <a:pt x="134" y="1626"/>
                    <a:pt x="100" y="1693"/>
                  </a:cubicBezTo>
                  <a:cubicBezTo>
                    <a:pt x="100" y="1760"/>
                    <a:pt x="33" y="1793"/>
                    <a:pt x="33" y="1860"/>
                  </a:cubicBezTo>
                  <a:cubicBezTo>
                    <a:pt x="33" y="1927"/>
                    <a:pt x="33" y="1993"/>
                    <a:pt x="0" y="2093"/>
                  </a:cubicBezTo>
                  <a:cubicBezTo>
                    <a:pt x="0" y="2160"/>
                    <a:pt x="0" y="2227"/>
                    <a:pt x="0" y="2294"/>
                  </a:cubicBezTo>
                  <a:cubicBezTo>
                    <a:pt x="0" y="2394"/>
                    <a:pt x="33" y="2527"/>
                    <a:pt x="67" y="2627"/>
                  </a:cubicBezTo>
                  <a:cubicBezTo>
                    <a:pt x="67" y="2694"/>
                    <a:pt x="134" y="2794"/>
                    <a:pt x="200" y="2827"/>
                  </a:cubicBezTo>
                  <a:cubicBezTo>
                    <a:pt x="234" y="2894"/>
                    <a:pt x="334" y="2927"/>
                    <a:pt x="400" y="2927"/>
                  </a:cubicBezTo>
                  <a:cubicBezTo>
                    <a:pt x="467" y="2927"/>
                    <a:pt x="567" y="2894"/>
                    <a:pt x="667" y="2827"/>
                  </a:cubicBezTo>
                  <a:cubicBezTo>
                    <a:pt x="734" y="2794"/>
                    <a:pt x="834" y="2694"/>
                    <a:pt x="901" y="2627"/>
                  </a:cubicBezTo>
                  <a:cubicBezTo>
                    <a:pt x="1001" y="2527"/>
                    <a:pt x="1068" y="2427"/>
                    <a:pt x="1101" y="2327"/>
                  </a:cubicBezTo>
                  <a:cubicBezTo>
                    <a:pt x="1168" y="2194"/>
                    <a:pt x="1201" y="2060"/>
                    <a:pt x="1234" y="1927"/>
                  </a:cubicBezTo>
                  <a:cubicBezTo>
                    <a:pt x="1268" y="1827"/>
                    <a:pt x="1301" y="1693"/>
                    <a:pt x="1301" y="1560"/>
                  </a:cubicBezTo>
                  <a:cubicBezTo>
                    <a:pt x="1301" y="1426"/>
                    <a:pt x="1268" y="1326"/>
                    <a:pt x="1234" y="1226"/>
                  </a:cubicBezTo>
                  <a:cubicBezTo>
                    <a:pt x="1201" y="1126"/>
                    <a:pt x="1168" y="1059"/>
                    <a:pt x="1101" y="993"/>
                  </a:cubicBezTo>
                  <a:cubicBezTo>
                    <a:pt x="1068" y="959"/>
                    <a:pt x="967" y="926"/>
                    <a:pt x="901" y="926"/>
                  </a:cubicBezTo>
                  <a:cubicBezTo>
                    <a:pt x="801" y="926"/>
                    <a:pt x="734" y="959"/>
                    <a:pt x="667" y="993"/>
                  </a:cubicBezTo>
                  <a:cubicBezTo>
                    <a:pt x="634" y="1026"/>
                    <a:pt x="634" y="1026"/>
                    <a:pt x="601" y="1026"/>
                  </a:cubicBezTo>
                  <a:cubicBezTo>
                    <a:pt x="601" y="1059"/>
                    <a:pt x="567" y="1059"/>
                    <a:pt x="567" y="1059"/>
                  </a:cubicBezTo>
                  <a:lnTo>
                    <a:pt x="867" y="125"/>
                  </a:lnTo>
                  <a:lnTo>
                    <a:pt x="867" y="92"/>
                  </a:lnTo>
                  <a:lnTo>
                    <a:pt x="867" y="59"/>
                  </a:lnTo>
                  <a:lnTo>
                    <a:pt x="867" y="25"/>
                  </a:lnTo>
                  <a:cubicBezTo>
                    <a:pt x="867" y="9"/>
                    <a:pt x="859" y="0"/>
                    <a:pt x="8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3260825" y="3111000"/>
              <a:ext cx="31725" cy="76750"/>
            </a:xfrm>
            <a:custGeom>
              <a:avLst/>
              <a:gdLst/>
              <a:ahLst/>
              <a:cxnLst/>
              <a:rect l="l" t="t" r="r" b="b"/>
              <a:pathLst>
                <a:path w="1269" h="3070" extrusionOk="0">
                  <a:moveTo>
                    <a:pt x="1135" y="1"/>
                  </a:moveTo>
                  <a:lnTo>
                    <a:pt x="168" y="568"/>
                  </a:lnTo>
                  <a:cubicBezTo>
                    <a:pt x="134" y="568"/>
                    <a:pt x="134" y="601"/>
                    <a:pt x="101" y="601"/>
                  </a:cubicBezTo>
                  <a:cubicBezTo>
                    <a:pt x="101" y="634"/>
                    <a:pt x="101" y="668"/>
                    <a:pt x="101" y="701"/>
                  </a:cubicBezTo>
                  <a:lnTo>
                    <a:pt x="101" y="835"/>
                  </a:lnTo>
                  <a:cubicBezTo>
                    <a:pt x="101" y="868"/>
                    <a:pt x="101" y="901"/>
                    <a:pt x="101" y="901"/>
                  </a:cubicBezTo>
                  <a:lnTo>
                    <a:pt x="168" y="901"/>
                  </a:lnTo>
                  <a:lnTo>
                    <a:pt x="868" y="468"/>
                  </a:lnTo>
                  <a:lnTo>
                    <a:pt x="434" y="1468"/>
                  </a:lnTo>
                  <a:lnTo>
                    <a:pt x="401" y="1535"/>
                  </a:lnTo>
                  <a:cubicBezTo>
                    <a:pt x="401" y="1568"/>
                    <a:pt x="401" y="1602"/>
                    <a:pt x="401" y="1602"/>
                  </a:cubicBezTo>
                  <a:lnTo>
                    <a:pt x="401" y="1735"/>
                  </a:lnTo>
                  <a:cubicBezTo>
                    <a:pt x="401" y="1769"/>
                    <a:pt x="401" y="1802"/>
                    <a:pt x="401" y="1802"/>
                  </a:cubicBezTo>
                  <a:cubicBezTo>
                    <a:pt x="401" y="1819"/>
                    <a:pt x="409" y="1827"/>
                    <a:pt x="418" y="1827"/>
                  </a:cubicBezTo>
                  <a:cubicBezTo>
                    <a:pt x="426" y="1827"/>
                    <a:pt x="434" y="1819"/>
                    <a:pt x="434" y="1802"/>
                  </a:cubicBezTo>
                  <a:lnTo>
                    <a:pt x="668" y="1702"/>
                  </a:lnTo>
                  <a:cubicBezTo>
                    <a:pt x="701" y="1668"/>
                    <a:pt x="768" y="1635"/>
                    <a:pt x="801" y="1635"/>
                  </a:cubicBezTo>
                  <a:cubicBezTo>
                    <a:pt x="818" y="1618"/>
                    <a:pt x="843" y="1610"/>
                    <a:pt x="868" y="1610"/>
                  </a:cubicBezTo>
                  <a:cubicBezTo>
                    <a:pt x="893" y="1610"/>
                    <a:pt x="918" y="1618"/>
                    <a:pt x="935" y="1635"/>
                  </a:cubicBezTo>
                  <a:cubicBezTo>
                    <a:pt x="968" y="1635"/>
                    <a:pt x="1002" y="1668"/>
                    <a:pt x="1002" y="1702"/>
                  </a:cubicBezTo>
                  <a:cubicBezTo>
                    <a:pt x="1035" y="1769"/>
                    <a:pt x="1035" y="1835"/>
                    <a:pt x="1035" y="1902"/>
                  </a:cubicBezTo>
                  <a:cubicBezTo>
                    <a:pt x="1035" y="1969"/>
                    <a:pt x="1035" y="2069"/>
                    <a:pt x="1002" y="2135"/>
                  </a:cubicBezTo>
                  <a:cubicBezTo>
                    <a:pt x="1002" y="2202"/>
                    <a:pt x="968" y="2269"/>
                    <a:pt x="935" y="2336"/>
                  </a:cubicBezTo>
                  <a:cubicBezTo>
                    <a:pt x="901" y="2402"/>
                    <a:pt x="835" y="2436"/>
                    <a:pt x="801" y="2502"/>
                  </a:cubicBezTo>
                  <a:cubicBezTo>
                    <a:pt x="768" y="2536"/>
                    <a:pt x="701" y="2569"/>
                    <a:pt x="668" y="2602"/>
                  </a:cubicBezTo>
                  <a:cubicBezTo>
                    <a:pt x="601" y="2636"/>
                    <a:pt x="535" y="2669"/>
                    <a:pt x="468" y="2703"/>
                  </a:cubicBezTo>
                  <a:lnTo>
                    <a:pt x="334" y="2703"/>
                  </a:lnTo>
                  <a:cubicBezTo>
                    <a:pt x="334" y="2669"/>
                    <a:pt x="301" y="2636"/>
                    <a:pt x="268" y="2636"/>
                  </a:cubicBezTo>
                  <a:cubicBezTo>
                    <a:pt x="268" y="2602"/>
                    <a:pt x="268" y="2569"/>
                    <a:pt x="234" y="2536"/>
                  </a:cubicBezTo>
                  <a:cubicBezTo>
                    <a:pt x="234" y="2502"/>
                    <a:pt x="234" y="2469"/>
                    <a:pt x="201" y="2469"/>
                  </a:cubicBezTo>
                  <a:lnTo>
                    <a:pt x="168" y="2469"/>
                  </a:lnTo>
                  <a:lnTo>
                    <a:pt x="34" y="2536"/>
                  </a:lnTo>
                  <a:cubicBezTo>
                    <a:pt x="34" y="2536"/>
                    <a:pt x="1" y="2569"/>
                    <a:pt x="1" y="2569"/>
                  </a:cubicBezTo>
                  <a:cubicBezTo>
                    <a:pt x="1" y="2602"/>
                    <a:pt x="1" y="2602"/>
                    <a:pt x="1" y="2636"/>
                  </a:cubicBezTo>
                  <a:cubicBezTo>
                    <a:pt x="1" y="2703"/>
                    <a:pt x="34" y="2803"/>
                    <a:pt x="34" y="2869"/>
                  </a:cubicBezTo>
                  <a:cubicBezTo>
                    <a:pt x="68" y="2936"/>
                    <a:pt x="101" y="2969"/>
                    <a:pt x="168" y="3003"/>
                  </a:cubicBezTo>
                  <a:cubicBezTo>
                    <a:pt x="234" y="3036"/>
                    <a:pt x="301" y="3069"/>
                    <a:pt x="368" y="3069"/>
                  </a:cubicBezTo>
                  <a:cubicBezTo>
                    <a:pt x="468" y="3036"/>
                    <a:pt x="568" y="3003"/>
                    <a:pt x="635" y="2936"/>
                  </a:cubicBezTo>
                  <a:cubicBezTo>
                    <a:pt x="735" y="2903"/>
                    <a:pt x="835" y="2836"/>
                    <a:pt x="901" y="2769"/>
                  </a:cubicBezTo>
                  <a:cubicBezTo>
                    <a:pt x="968" y="2669"/>
                    <a:pt x="1035" y="2569"/>
                    <a:pt x="1068" y="2469"/>
                  </a:cubicBezTo>
                  <a:cubicBezTo>
                    <a:pt x="1135" y="2369"/>
                    <a:pt x="1202" y="2269"/>
                    <a:pt x="1202" y="2135"/>
                  </a:cubicBezTo>
                  <a:cubicBezTo>
                    <a:pt x="1268" y="2035"/>
                    <a:pt x="1268" y="1902"/>
                    <a:pt x="1268" y="1769"/>
                  </a:cubicBezTo>
                  <a:cubicBezTo>
                    <a:pt x="1268" y="1668"/>
                    <a:pt x="1268" y="1568"/>
                    <a:pt x="1235" y="1468"/>
                  </a:cubicBezTo>
                  <a:cubicBezTo>
                    <a:pt x="1202" y="1402"/>
                    <a:pt x="1168" y="1335"/>
                    <a:pt x="1102" y="1302"/>
                  </a:cubicBezTo>
                  <a:cubicBezTo>
                    <a:pt x="1068" y="1235"/>
                    <a:pt x="1002" y="1235"/>
                    <a:pt x="935" y="1235"/>
                  </a:cubicBezTo>
                  <a:cubicBezTo>
                    <a:pt x="868" y="1235"/>
                    <a:pt x="768" y="1268"/>
                    <a:pt x="701" y="1302"/>
                  </a:cubicBezTo>
                  <a:lnTo>
                    <a:pt x="1135" y="334"/>
                  </a:lnTo>
                  <a:cubicBezTo>
                    <a:pt x="1168" y="301"/>
                    <a:pt x="1168" y="267"/>
                    <a:pt x="1168" y="234"/>
                  </a:cubicBezTo>
                  <a:cubicBezTo>
                    <a:pt x="1168" y="234"/>
                    <a:pt x="1168" y="201"/>
                    <a:pt x="1168" y="167"/>
                  </a:cubicBezTo>
                  <a:lnTo>
                    <a:pt x="1168" y="67"/>
                  </a:lnTo>
                  <a:cubicBezTo>
                    <a:pt x="1202" y="34"/>
                    <a:pt x="1202" y="1"/>
                    <a:pt x="11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3298350" y="3089325"/>
              <a:ext cx="31725" cy="77575"/>
            </a:xfrm>
            <a:custGeom>
              <a:avLst/>
              <a:gdLst/>
              <a:ahLst/>
              <a:cxnLst/>
              <a:rect l="l" t="t" r="r" b="b"/>
              <a:pathLst>
                <a:path w="1269" h="3103" extrusionOk="0">
                  <a:moveTo>
                    <a:pt x="1102" y="0"/>
                  </a:moveTo>
                  <a:lnTo>
                    <a:pt x="134" y="567"/>
                  </a:lnTo>
                  <a:cubicBezTo>
                    <a:pt x="101" y="567"/>
                    <a:pt x="101" y="601"/>
                    <a:pt x="68" y="634"/>
                  </a:cubicBezTo>
                  <a:cubicBezTo>
                    <a:pt x="68" y="667"/>
                    <a:pt x="68" y="667"/>
                    <a:pt x="68" y="701"/>
                  </a:cubicBezTo>
                  <a:lnTo>
                    <a:pt x="68" y="834"/>
                  </a:lnTo>
                  <a:cubicBezTo>
                    <a:pt x="68" y="868"/>
                    <a:pt x="68" y="901"/>
                    <a:pt x="68" y="901"/>
                  </a:cubicBezTo>
                  <a:cubicBezTo>
                    <a:pt x="84" y="918"/>
                    <a:pt x="101" y="926"/>
                    <a:pt x="113" y="926"/>
                  </a:cubicBezTo>
                  <a:cubicBezTo>
                    <a:pt x="126" y="926"/>
                    <a:pt x="134" y="918"/>
                    <a:pt x="134" y="901"/>
                  </a:cubicBezTo>
                  <a:lnTo>
                    <a:pt x="835" y="501"/>
                  </a:lnTo>
                  <a:lnTo>
                    <a:pt x="401" y="1501"/>
                  </a:lnTo>
                  <a:cubicBezTo>
                    <a:pt x="401" y="1501"/>
                    <a:pt x="368" y="1535"/>
                    <a:pt x="368" y="1568"/>
                  </a:cubicBezTo>
                  <a:cubicBezTo>
                    <a:pt x="368" y="1568"/>
                    <a:pt x="368" y="1601"/>
                    <a:pt x="368" y="1635"/>
                  </a:cubicBezTo>
                  <a:lnTo>
                    <a:pt x="368" y="1768"/>
                  </a:lnTo>
                  <a:cubicBezTo>
                    <a:pt x="368" y="1768"/>
                    <a:pt x="368" y="1802"/>
                    <a:pt x="368" y="1835"/>
                  </a:cubicBezTo>
                  <a:lnTo>
                    <a:pt x="435" y="1835"/>
                  </a:lnTo>
                  <a:lnTo>
                    <a:pt x="635" y="1702"/>
                  </a:lnTo>
                  <a:cubicBezTo>
                    <a:pt x="668" y="1668"/>
                    <a:pt x="735" y="1668"/>
                    <a:pt x="768" y="1635"/>
                  </a:cubicBezTo>
                  <a:lnTo>
                    <a:pt x="902" y="1635"/>
                  </a:lnTo>
                  <a:cubicBezTo>
                    <a:pt x="935" y="1668"/>
                    <a:pt x="968" y="1702"/>
                    <a:pt x="968" y="1735"/>
                  </a:cubicBezTo>
                  <a:cubicBezTo>
                    <a:pt x="1002" y="1802"/>
                    <a:pt x="1002" y="1868"/>
                    <a:pt x="1002" y="1935"/>
                  </a:cubicBezTo>
                  <a:cubicBezTo>
                    <a:pt x="1002" y="2002"/>
                    <a:pt x="1002" y="2068"/>
                    <a:pt x="968" y="2169"/>
                  </a:cubicBezTo>
                  <a:cubicBezTo>
                    <a:pt x="968" y="2235"/>
                    <a:pt x="935" y="2302"/>
                    <a:pt x="902" y="2369"/>
                  </a:cubicBezTo>
                  <a:cubicBezTo>
                    <a:pt x="868" y="2402"/>
                    <a:pt x="835" y="2469"/>
                    <a:pt x="768" y="2502"/>
                  </a:cubicBezTo>
                  <a:cubicBezTo>
                    <a:pt x="735" y="2569"/>
                    <a:pt x="668" y="2602"/>
                    <a:pt x="635" y="2636"/>
                  </a:cubicBezTo>
                  <a:cubicBezTo>
                    <a:pt x="568" y="2669"/>
                    <a:pt x="501" y="2702"/>
                    <a:pt x="435" y="2702"/>
                  </a:cubicBezTo>
                  <a:cubicBezTo>
                    <a:pt x="418" y="2719"/>
                    <a:pt x="401" y="2727"/>
                    <a:pt x="385" y="2727"/>
                  </a:cubicBezTo>
                  <a:cubicBezTo>
                    <a:pt x="368" y="2727"/>
                    <a:pt x="351" y="2719"/>
                    <a:pt x="334" y="2702"/>
                  </a:cubicBezTo>
                  <a:cubicBezTo>
                    <a:pt x="301" y="2702"/>
                    <a:pt x="268" y="2669"/>
                    <a:pt x="268" y="2636"/>
                  </a:cubicBezTo>
                  <a:cubicBezTo>
                    <a:pt x="234" y="2602"/>
                    <a:pt x="234" y="2569"/>
                    <a:pt x="234" y="2535"/>
                  </a:cubicBezTo>
                  <a:cubicBezTo>
                    <a:pt x="234" y="2535"/>
                    <a:pt x="201" y="2502"/>
                    <a:pt x="201" y="2502"/>
                  </a:cubicBezTo>
                  <a:cubicBezTo>
                    <a:pt x="201" y="2485"/>
                    <a:pt x="193" y="2477"/>
                    <a:pt x="184" y="2477"/>
                  </a:cubicBezTo>
                  <a:cubicBezTo>
                    <a:pt x="176" y="2477"/>
                    <a:pt x="168" y="2485"/>
                    <a:pt x="168" y="2502"/>
                  </a:cubicBezTo>
                  <a:lnTo>
                    <a:pt x="34" y="2569"/>
                  </a:lnTo>
                  <a:cubicBezTo>
                    <a:pt x="34" y="2569"/>
                    <a:pt x="1" y="2602"/>
                    <a:pt x="1" y="2602"/>
                  </a:cubicBezTo>
                  <a:cubicBezTo>
                    <a:pt x="1" y="2636"/>
                    <a:pt x="1" y="2636"/>
                    <a:pt x="1" y="2669"/>
                  </a:cubicBezTo>
                  <a:cubicBezTo>
                    <a:pt x="1" y="2736"/>
                    <a:pt x="1" y="2836"/>
                    <a:pt x="34" y="2902"/>
                  </a:cubicBezTo>
                  <a:cubicBezTo>
                    <a:pt x="68" y="2969"/>
                    <a:pt x="101" y="3002"/>
                    <a:pt x="168" y="3036"/>
                  </a:cubicBezTo>
                  <a:cubicBezTo>
                    <a:pt x="234" y="3069"/>
                    <a:pt x="301" y="3103"/>
                    <a:pt x="368" y="3103"/>
                  </a:cubicBezTo>
                  <a:cubicBezTo>
                    <a:pt x="468" y="3069"/>
                    <a:pt x="568" y="3036"/>
                    <a:pt x="635" y="2969"/>
                  </a:cubicBezTo>
                  <a:cubicBezTo>
                    <a:pt x="735" y="2936"/>
                    <a:pt x="801" y="2869"/>
                    <a:pt x="902" y="2802"/>
                  </a:cubicBezTo>
                  <a:cubicBezTo>
                    <a:pt x="968" y="2702"/>
                    <a:pt x="1035" y="2602"/>
                    <a:pt x="1068" y="2502"/>
                  </a:cubicBezTo>
                  <a:cubicBezTo>
                    <a:pt x="1135" y="2402"/>
                    <a:pt x="1168" y="2302"/>
                    <a:pt x="1202" y="2169"/>
                  </a:cubicBezTo>
                  <a:cubicBezTo>
                    <a:pt x="1235" y="2068"/>
                    <a:pt x="1268" y="1935"/>
                    <a:pt x="1268" y="1802"/>
                  </a:cubicBezTo>
                  <a:cubicBezTo>
                    <a:pt x="1268" y="1702"/>
                    <a:pt x="1235" y="1601"/>
                    <a:pt x="1235" y="1501"/>
                  </a:cubicBezTo>
                  <a:cubicBezTo>
                    <a:pt x="1202" y="1435"/>
                    <a:pt x="1168" y="1368"/>
                    <a:pt x="1102" y="1335"/>
                  </a:cubicBezTo>
                  <a:cubicBezTo>
                    <a:pt x="1068" y="1268"/>
                    <a:pt x="1002" y="1268"/>
                    <a:pt x="935" y="1268"/>
                  </a:cubicBezTo>
                  <a:cubicBezTo>
                    <a:pt x="835" y="1268"/>
                    <a:pt x="768" y="1301"/>
                    <a:pt x="701" y="1335"/>
                  </a:cubicBezTo>
                  <a:lnTo>
                    <a:pt x="1135" y="367"/>
                  </a:lnTo>
                  <a:cubicBezTo>
                    <a:pt x="1168" y="334"/>
                    <a:pt x="1168" y="301"/>
                    <a:pt x="1168" y="267"/>
                  </a:cubicBezTo>
                  <a:cubicBezTo>
                    <a:pt x="1168" y="267"/>
                    <a:pt x="1168" y="234"/>
                    <a:pt x="1168" y="200"/>
                  </a:cubicBezTo>
                  <a:lnTo>
                    <a:pt x="1168" y="67"/>
                  </a:lnTo>
                  <a:cubicBezTo>
                    <a:pt x="1168" y="34"/>
                    <a:pt x="1168" y="34"/>
                    <a:pt x="11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3221650" y="3125675"/>
              <a:ext cx="381125" cy="230325"/>
            </a:xfrm>
            <a:custGeom>
              <a:avLst/>
              <a:gdLst/>
              <a:ahLst/>
              <a:cxnLst/>
              <a:rect l="l" t="t" r="r" b="b"/>
              <a:pathLst>
                <a:path w="15245" h="9213" extrusionOk="0">
                  <a:moveTo>
                    <a:pt x="15091" y="0"/>
                  </a:moveTo>
                  <a:cubicBezTo>
                    <a:pt x="15048" y="0"/>
                    <a:pt x="14998" y="15"/>
                    <a:pt x="14944" y="47"/>
                  </a:cubicBezTo>
                  <a:lnTo>
                    <a:pt x="300" y="8520"/>
                  </a:lnTo>
                  <a:cubicBezTo>
                    <a:pt x="133" y="8620"/>
                    <a:pt x="0" y="8820"/>
                    <a:pt x="0" y="9020"/>
                  </a:cubicBezTo>
                  <a:cubicBezTo>
                    <a:pt x="0" y="9144"/>
                    <a:pt x="73" y="9213"/>
                    <a:pt x="179" y="9213"/>
                  </a:cubicBezTo>
                  <a:cubicBezTo>
                    <a:pt x="216" y="9213"/>
                    <a:pt x="257" y="9204"/>
                    <a:pt x="300" y="9187"/>
                  </a:cubicBezTo>
                  <a:lnTo>
                    <a:pt x="14944" y="681"/>
                  </a:lnTo>
                  <a:cubicBezTo>
                    <a:pt x="15111" y="581"/>
                    <a:pt x="15211" y="414"/>
                    <a:pt x="15244" y="181"/>
                  </a:cubicBezTo>
                  <a:cubicBezTo>
                    <a:pt x="15244" y="67"/>
                    <a:pt x="15183" y="0"/>
                    <a:pt x="150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3221650" y="3045650"/>
              <a:ext cx="96750" cy="66025"/>
            </a:xfrm>
            <a:custGeom>
              <a:avLst/>
              <a:gdLst/>
              <a:ahLst/>
              <a:cxnLst/>
              <a:rect l="l" t="t" r="r" b="b"/>
              <a:pathLst>
                <a:path w="3870" h="2641" extrusionOk="0">
                  <a:moveTo>
                    <a:pt x="3712" y="0"/>
                  </a:moveTo>
                  <a:cubicBezTo>
                    <a:pt x="3669" y="0"/>
                    <a:pt x="3621" y="15"/>
                    <a:pt x="3569" y="46"/>
                  </a:cubicBezTo>
                  <a:lnTo>
                    <a:pt x="300" y="1947"/>
                  </a:lnTo>
                  <a:cubicBezTo>
                    <a:pt x="133" y="2048"/>
                    <a:pt x="0" y="2248"/>
                    <a:pt x="0" y="2448"/>
                  </a:cubicBezTo>
                  <a:cubicBezTo>
                    <a:pt x="0" y="2572"/>
                    <a:pt x="73" y="2640"/>
                    <a:pt x="179" y="2640"/>
                  </a:cubicBezTo>
                  <a:cubicBezTo>
                    <a:pt x="216" y="2640"/>
                    <a:pt x="257" y="2632"/>
                    <a:pt x="300" y="2615"/>
                  </a:cubicBezTo>
                  <a:lnTo>
                    <a:pt x="3569" y="713"/>
                  </a:lnTo>
                  <a:cubicBezTo>
                    <a:pt x="3736" y="580"/>
                    <a:pt x="3869" y="413"/>
                    <a:pt x="3869" y="213"/>
                  </a:cubicBezTo>
                  <a:cubicBezTo>
                    <a:pt x="3869" y="75"/>
                    <a:pt x="3806" y="0"/>
                    <a:pt x="37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1"/>
            <p:cNvSpPr/>
            <p:nvPr/>
          </p:nvSpPr>
          <p:spPr>
            <a:xfrm>
              <a:off x="3218300" y="3312900"/>
              <a:ext cx="388650" cy="285150"/>
            </a:xfrm>
            <a:custGeom>
              <a:avLst/>
              <a:gdLst/>
              <a:ahLst/>
              <a:cxnLst/>
              <a:rect l="l" t="t" r="r" b="b"/>
              <a:pathLst>
                <a:path w="15546" h="11406" extrusionOk="0">
                  <a:moveTo>
                    <a:pt x="15407" y="1"/>
                  </a:moveTo>
                  <a:cubicBezTo>
                    <a:pt x="15371" y="1"/>
                    <a:pt x="15334" y="19"/>
                    <a:pt x="15312" y="64"/>
                  </a:cubicBezTo>
                  <a:lnTo>
                    <a:pt x="13644" y="2932"/>
                  </a:lnTo>
                  <a:lnTo>
                    <a:pt x="12009" y="3266"/>
                  </a:lnTo>
                  <a:lnTo>
                    <a:pt x="11976" y="3266"/>
                  </a:lnTo>
                  <a:lnTo>
                    <a:pt x="10308" y="4734"/>
                  </a:lnTo>
                  <a:lnTo>
                    <a:pt x="8573" y="3900"/>
                  </a:lnTo>
                  <a:lnTo>
                    <a:pt x="6839" y="7302"/>
                  </a:lnTo>
                  <a:lnTo>
                    <a:pt x="5171" y="7769"/>
                  </a:lnTo>
                  <a:lnTo>
                    <a:pt x="3470" y="9270"/>
                  </a:lnTo>
                  <a:lnTo>
                    <a:pt x="1769" y="9470"/>
                  </a:lnTo>
                  <a:lnTo>
                    <a:pt x="67" y="11238"/>
                  </a:lnTo>
                  <a:cubicBezTo>
                    <a:pt x="1" y="11272"/>
                    <a:pt x="1" y="11338"/>
                    <a:pt x="67" y="11372"/>
                  </a:cubicBezTo>
                  <a:cubicBezTo>
                    <a:pt x="67" y="11405"/>
                    <a:pt x="101" y="11405"/>
                    <a:pt x="134" y="11405"/>
                  </a:cubicBezTo>
                  <a:cubicBezTo>
                    <a:pt x="167" y="11405"/>
                    <a:pt x="201" y="11405"/>
                    <a:pt x="234" y="11372"/>
                  </a:cubicBezTo>
                  <a:lnTo>
                    <a:pt x="1902" y="9671"/>
                  </a:lnTo>
                  <a:lnTo>
                    <a:pt x="3570" y="9437"/>
                  </a:lnTo>
                  <a:lnTo>
                    <a:pt x="5271" y="7936"/>
                  </a:lnTo>
                  <a:lnTo>
                    <a:pt x="7006" y="7469"/>
                  </a:lnTo>
                  <a:lnTo>
                    <a:pt x="8673" y="4133"/>
                  </a:lnTo>
                  <a:lnTo>
                    <a:pt x="10341" y="4967"/>
                  </a:lnTo>
                  <a:lnTo>
                    <a:pt x="12076" y="3466"/>
                  </a:lnTo>
                  <a:lnTo>
                    <a:pt x="13777" y="3133"/>
                  </a:lnTo>
                  <a:lnTo>
                    <a:pt x="15478" y="164"/>
                  </a:lnTo>
                  <a:cubicBezTo>
                    <a:pt x="15545" y="75"/>
                    <a:pt x="15478" y="1"/>
                    <a:pt x="1540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1"/>
            <p:cNvSpPr/>
            <p:nvPr/>
          </p:nvSpPr>
          <p:spPr>
            <a:xfrm>
              <a:off x="3218300" y="3312900"/>
              <a:ext cx="388650" cy="285150"/>
            </a:xfrm>
            <a:custGeom>
              <a:avLst/>
              <a:gdLst/>
              <a:ahLst/>
              <a:cxnLst/>
              <a:rect l="l" t="t" r="r" b="b"/>
              <a:pathLst>
                <a:path w="15546" h="11406" extrusionOk="0">
                  <a:moveTo>
                    <a:pt x="15407" y="1"/>
                  </a:moveTo>
                  <a:cubicBezTo>
                    <a:pt x="15371" y="1"/>
                    <a:pt x="15334" y="19"/>
                    <a:pt x="15312" y="64"/>
                  </a:cubicBezTo>
                  <a:lnTo>
                    <a:pt x="13644" y="2932"/>
                  </a:lnTo>
                  <a:lnTo>
                    <a:pt x="12009" y="3266"/>
                  </a:lnTo>
                  <a:lnTo>
                    <a:pt x="11976" y="3266"/>
                  </a:lnTo>
                  <a:lnTo>
                    <a:pt x="10308" y="4734"/>
                  </a:lnTo>
                  <a:lnTo>
                    <a:pt x="8573" y="3900"/>
                  </a:lnTo>
                  <a:lnTo>
                    <a:pt x="6839" y="7302"/>
                  </a:lnTo>
                  <a:lnTo>
                    <a:pt x="5171" y="7769"/>
                  </a:lnTo>
                  <a:lnTo>
                    <a:pt x="3470" y="9270"/>
                  </a:lnTo>
                  <a:lnTo>
                    <a:pt x="1769" y="9470"/>
                  </a:lnTo>
                  <a:lnTo>
                    <a:pt x="67" y="11238"/>
                  </a:lnTo>
                  <a:cubicBezTo>
                    <a:pt x="1" y="11272"/>
                    <a:pt x="1" y="11338"/>
                    <a:pt x="67" y="11372"/>
                  </a:cubicBezTo>
                  <a:cubicBezTo>
                    <a:pt x="67" y="11405"/>
                    <a:pt x="101" y="11405"/>
                    <a:pt x="134" y="11405"/>
                  </a:cubicBezTo>
                  <a:cubicBezTo>
                    <a:pt x="167" y="11405"/>
                    <a:pt x="201" y="11405"/>
                    <a:pt x="234" y="11372"/>
                  </a:cubicBezTo>
                  <a:lnTo>
                    <a:pt x="1902" y="9671"/>
                  </a:lnTo>
                  <a:lnTo>
                    <a:pt x="3570" y="9437"/>
                  </a:lnTo>
                  <a:lnTo>
                    <a:pt x="5271" y="7936"/>
                  </a:lnTo>
                  <a:lnTo>
                    <a:pt x="7006" y="7469"/>
                  </a:lnTo>
                  <a:lnTo>
                    <a:pt x="8673" y="4133"/>
                  </a:lnTo>
                  <a:lnTo>
                    <a:pt x="10341" y="4967"/>
                  </a:lnTo>
                  <a:lnTo>
                    <a:pt x="12076" y="3466"/>
                  </a:lnTo>
                  <a:lnTo>
                    <a:pt x="13777" y="3133"/>
                  </a:lnTo>
                  <a:lnTo>
                    <a:pt x="15478" y="164"/>
                  </a:lnTo>
                  <a:cubicBezTo>
                    <a:pt x="15545" y="75"/>
                    <a:pt x="15478" y="1"/>
                    <a:pt x="154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1"/>
            <p:cNvSpPr/>
            <p:nvPr/>
          </p:nvSpPr>
          <p:spPr>
            <a:xfrm>
              <a:off x="3223300" y="3431450"/>
              <a:ext cx="20050" cy="68200"/>
            </a:xfrm>
            <a:custGeom>
              <a:avLst/>
              <a:gdLst/>
              <a:ahLst/>
              <a:cxnLst/>
              <a:rect l="l" t="t" r="r" b="b"/>
              <a:pathLst>
                <a:path w="802" h="2728" extrusionOk="0">
                  <a:moveTo>
                    <a:pt x="785" y="0"/>
                  </a:moveTo>
                  <a:cubicBezTo>
                    <a:pt x="776" y="0"/>
                    <a:pt x="768" y="8"/>
                    <a:pt x="768" y="25"/>
                  </a:cubicBezTo>
                  <a:lnTo>
                    <a:pt x="668" y="92"/>
                  </a:lnTo>
                  <a:lnTo>
                    <a:pt x="635" y="92"/>
                  </a:lnTo>
                  <a:cubicBezTo>
                    <a:pt x="601" y="125"/>
                    <a:pt x="601" y="125"/>
                    <a:pt x="568" y="159"/>
                  </a:cubicBezTo>
                  <a:lnTo>
                    <a:pt x="34" y="1093"/>
                  </a:lnTo>
                  <a:cubicBezTo>
                    <a:pt x="34" y="1126"/>
                    <a:pt x="34" y="1126"/>
                    <a:pt x="34" y="1159"/>
                  </a:cubicBezTo>
                  <a:cubicBezTo>
                    <a:pt x="1" y="1193"/>
                    <a:pt x="1" y="1226"/>
                    <a:pt x="34" y="1226"/>
                  </a:cubicBezTo>
                  <a:lnTo>
                    <a:pt x="67" y="1326"/>
                  </a:lnTo>
                  <a:lnTo>
                    <a:pt x="134" y="1326"/>
                  </a:lnTo>
                  <a:cubicBezTo>
                    <a:pt x="134" y="1326"/>
                    <a:pt x="168" y="1293"/>
                    <a:pt x="168" y="1259"/>
                  </a:cubicBezTo>
                  <a:lnTo>
                    <a:pt x="601" y="559"/>
                  </a:lnTo>
                  <a:lnTo>
                    <a:pt x="601" y="2660"/>
                  </a:lnTo>
                  <a:cubicBezTo>
                    <a:pt x="601" y="2660"/>
                    <a:pt x="601" y="2694"/>
                    <a:pt x="601" y="2727"/>
                  </a:cubicBezTo>
                  <a:lnTo>
                    <a:pt x="635" y="2727"/>
                  </a:lnTo>
                  <a:lnTo>
                    <a:pt x="735" y="2660"/>
                  </a:lnTo>
                  <a:cubicBezTo>
                    <a:pt x="768" y="2660"/>
                    <a:pt x="768" y="2627"/>
                    <a:pt x="801" y="2594"/>
                  </a:cubicBezTo>
                  <a:cubicBezTo>
                    <a:pt x="801" y="2594"/>
                    <a:pt x="801" y="2560"/>
                    <a:pt x="801" y="2527"/>
                  </a:cubicBezTo>
                  <a:lnTo>
                    <a:pt x="801" y="92"/>
                  </a:lnTo>
                  <a:cubicBezTo>
                    <a:pt x="801" y="58"/>
                    <a:pt x="801" y="25"/>
                    <a:pt x="801" y="25"/>
                  </a:cubicBezTo>
                  <a:cubicBezTo>
                    <a:pt x="801" y="8"/>
                    <a:pt x="793" y="0"/>
                    <a:pt x="78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1"/>
            <p:cNvSpPr/>
            <p:nvPr/>
          </p:nvSpPr>
          <p:spPr>
            <a:xfrm>
              <a:off x="3250825" y="3413725"/>
              <a:ext cx="30050" cy="78200"/>
            </a:xfrm>
            <a:custGeom>
              <a:avLst/>
              <a:gdLst/>
              <a:ahLst/>
              <a:cxnLst/>
              <a:rect l="l" t="t" r="r" b="b"/>
              <a:pathLst>
                <a:path w="1202" h="3128" extrusionOk="0">
                  <a:moveTo>
                    <a:pt x="868" y="0"/>
                  </a:moveTo>
                  <a:cubicBezTo>
                    <a:pt x="768" y="34"/>
                    <a:pt x="701" y="34"/>
                    <a:pt x="634" y="100"/>
                  </a:cubicBezTo>
                  <a:cubicBezTo>
                    <a:pt x="534" y="134"/>
                    <a:pt x="434" y="234"/>
                    <a:pt x="367" y="300"/>
                  </a:cubicBezTo>
                  <a:cubicBezTo>
                    <a:pt x="301" y="401"/>
                    <a:pt x="234" y="501"/>
                    <a:pt x="201" y="601"/>
                  </a:cubicBezTo>
                  <a:cubicBezTo>
                    <a:pt x="134" y="701"/>
                    <a:pt x="101" y="834"/>
                    <a:pt x="67" y="934"/>
                  </a:cubicBezTo>
                  <a:cubicBezTo>
                    <a:pt x="34" y="1034"/>
                    <a:pt x="34" y="1134"/>
                    <a:pt x="34" y="1268"/>
                  </a:cubicBezTo>
                  <a:cubicBezTo>
                    <a:pt x="34" y="1268"/>
                    <a:pt x="34" y="1301"/>
                    <a:pt x="34" y="1301"/>
                  </a:cubicBezTo>
                  <a:lnTo>
                    <a:pt x="67" y="1301"/>
                  </a:lnTo>
                  <a:lnTo>
                    <a:pt x="201" y="1234"/>
                  </a:lnTo>
                  <a:cubicBezTo>
                    <a:pt x="201" y="1234"/>
                    <a:pt x="201" y="1201"/>
                    <a:pt x="234" y="1201"/>
                  </a:cubicBezTo>
                  <a:cubicBezTo>
                    <a:pt x="234" y="1168"/>
                    <a:pt x="234" y="1134"/>
                    <a:pt x="267" y="1101"/>
                  </a:cubicBezTo>
                  <a:cubicBezTo>
                    <a:pt x="267" y="1034"/>
                    <a:pt x="267" y="968"/>
                    <a:pt x="301" y="901"/>
                  </a:cubicBezTo>
                  <a:cubicBezTo>
                    <a:pt x="301" y="834"/>
                    <a:pt x="334" y="767"/>
                    <a:pt x="367" y="734"/>
                  </a:cubicBezTo>
                  <a:cubicBezTo>
                    <a:pt x="367" y="667"/>
                    <a:pt x="401" y="601"/>
                    <a:pt x="468" y="567"/>
                  </a:cubicBezTo>
                  <a:cubicBezTo>
                    <a:pt x="501" y="501"/>
                    <a:pt x="534" y="467"/>
                    <a:pt x="601" y="434"/>
                  </a:cubicBezTo>
                  <a:cubicBezTo>
                    <a:pt x="651" y="401"/>
                    <a:pt x="701" y="384"/>
                    <a:pt x="743" y="384"/>
                  </a:cubicBezTo>
                  <a:cubicBezTo>
                    <a:pt x="784" y="384"/>
                    <a:pt x="818" y="401"/>
                    <a:pt x="834" y="434"/>
                  </a:cubicBezTo>
                  <a:cubicBezTo>
                    <a:pt x="901" y="534"/>
                    <a:pt x="935" y="634"/>
                    <a:pt x="935" y="734"/>
                  </a:cubicBezTo>
                  <a:cubicBezTo>
                    <a:pt x="935" y="834"/>
                    <a:pt x="901" y="934"/>
                    <a:pt x="901" y="1034"/>
                  </a:cubicBezTo>
                  <a:cubicBezTo>
                    <a:pt x="868" y="1134"/>
                    <a:pt x="834" y="1201"/>
                    <a:pt x="768" y="1301"/>
                  </a:cubicBezTo>
                  <a:lnTo>
                    <a:pt x="67" y="2736"/>
                  </a:lnTo>
                  <a:cubicBezTo>
                    <a:pt x="34" y="2769"/>
                    <a:pt x="34" y="2802"/>
                    <a:pt x="34" y="2836"/>
                  </a:cubicBezTo>
                  <a:cubicBezTo>
                    <a:pt x="1" y="2869"/>
                    <a:pt x="1" y="2902"/>
                    <a:pt x="34" y="2902"/>
                  </a:cubicBezTo>
                  <a:lnTo>
                    <a:pt x="34" y="3036"/>
                  </a:lnTo>
                  <a:cubicBezTo>
                    <a:pt x="34" y="3069"/>
                    <a:pt x="34" y="3102"/>
                    <a:pt x="34" y="3102"/>
                  </a:cubicBezTo>
                  <a:cubicBezTo>
                    <a:pt x="51" y="3119"/>
                    <a:pt x="59" y="3128"/>
                    <a:pt x="67" y="3128"/>
                  </a:cubicBezTo>
                  <a:cubicBezTo>
                    <a:pt x="76" y="3128"/>
                    <a:pt x="84" y="3119"/>
                    <a:pt x="101" y="3102"/>
                  </a:cubicBezTo>
                  <a:lnTo>
                    <a:pt x="1168" y="2502"/>
                  </a:lnTo>
                  <a:cubicBezTo>
                    <a:pt x="1168" y="2469"/>
                    <a:pt x="1201" y="2469"/>
                    <a:pt x="1201" y="2435"/>
                  </a:cubicBezTo>
                  <a:cubicBezTo>
                    <a:pt x="1201" y="2402"/>
                    <a:pt x="1201" y="2369"/>
                    <a:pt x="1201" y="2335"/>
                  </a:cubicBezTo>
                  <a:lnTo>
                    <a:pt x="1201" y="2202"/>
                  </a:lnTo>
                  <a:lnTo>
                    <a:pt x="1201" y="2168"/>
                  </a:lnTo>
                  <a:cubicBezTo>
                    <a:pt x="1201" y="2152"/>
                    <a:pt x="1193" y="2143"/>
                    <a:pt x="1185" y="2143"/>
                  </a:cubicBezTo>
                  <a:cubicBezTo>
                    <a:pt x="1176" y="2143"/>
                    <a:pt x="1168" y="2152"/>
                    <a:pt x="1168" y="2168"/>
                  </a:cubicBezTo>
                  <a:lnTo>
                    <a:pt x="401" y="2602"/>
                  </a:lnTo>
                  <a:lnTo>
                    <a:pt x="968" y="1468"/>
                  </a:lnTo>
                  <a:cubicBezTo>
                    <a:pt x="1001" y="1401"/>
                    <a:pt x="1035" y="1335"/>
                    <a:pt x="1068" y="1234"/>
                  </a:cubicBezTo>
                  <a:cubicBezTo>
                    <a:pt x="1101" y="1168"/>
                    <a:pt x="1101" y="1101"/>
                    <a:pt x="1135" y="1034"/>
                  </a:cubicBezTo>
                  <a:cubicBezTo>
                    <a:pt x="1135" y="968"/>
                    <a:pt x="1168" y="901"/>
                    <a:pt x="1168" y="801"/>
                  </a:cubicBezTo>
                  <a:cubicBezTo>
                    <a:pt x="1168" y="734"/>
                    <a:pt x="1168" y="667"/>
                    <a:pt x="1168" y="601"/>
                  </a:cubicBezTo>
                  <a:cubicBezTo>
                    <a:pt x="1168" y="501"/>
                    <a:pt x="1168" y="401"/>
                    <a:pt x="1135" y="300"/>
                  </a:cubicBezTo>
                  <a:cubicBezTo>
                    <a:pt x="1135" y="200"/>
                    <a:pt x="1068" y="134"/>
                    <a:pt x="1035" y="100"/>
                  </a:cubicBezTo>
                  <a:cubicBezTo>
                    <a:pt x="1001" y="34"/>
                    <a:pt x="935" y="34"/>
                    <a:pt x="8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1"/>
            <p:cNvSpPr/>
            <p:nvPr/>
          </p:nvSpPr>
          <p:spPr>
            <a:xfrm>
              <a:off x="3287525" y="3392025"/>
              <a:ext cx="31700" cy="73425"/>
            </a:xfrm>
            <a:custGeom>
              <a:avLst/>
              <a:gdLst/>
              <a:ahLst/>
              <a:cxnLst/>
              <a:rect l="l" t="t" r="r" b="b"/>
              <a:pathLst>
                <a:path w="1268" h="2937" extrusionOk="0">
                  <a:moveTo>
                    <a:pt x="809" y="393"/>
                  </a:moveTo>
                  <a:cubicBezTo>
                    <a:pt x="859" y="393"/>
                    <a:pt x="901" y="418"/>
                    <a:pt x="934" y="468"/>
                  </a:cubicBezTo>
                  <a:cubicBezTo>
                    <a:pt x="1001" y="601"/>
                    <a:pt x="1034" y="768"/>
                    <a:pt x="1034" y="935"/>
                  </a:cubicBezTo>
                  <a:lnTo>
                    <a:pt x="1034" y="1569"/>
                  </a:lnTo>
                  <a:cubicBezTo>
                    <a:pt x="1034" y="1769"/>
                    <a:pt x="1001" y="1969"/>
                    <a:pt x="934" y="2169"/>
                  </a:cubicBezTo>
                  <a:cubicBezTo>
                    <a:pt x="868" y="2303"/>
                    <a:pt x="767" y="2436"/>
                    <a:pt x="634" y="2503"/>
                  </a:cubicBezTo>
                  <a:cubicBezTo>
                    <a:pt x="567" y="2553"/>
                    <a:pt x="509" y="2578"/>
                    <a:pt x="459" y="2578"/>
                  </a:cubicBezTo>
                  <a:cubicBezTo>
                    <a:pt x="409" y="2578"/>
                    <a:pt x="367" y="2553"/>
                    <a:pt x="334" y="2503"/>
                  </a:cubicBezTo>
                  <a:cubicBezTo>
                    <a:pt x="267" y="2369"/>
                    <a:pt x="234" y="2203"/>
                    <a:pt x="234" y="2036"/>
                  </a:cubicBezTo>
                  <a:lnTo>
                    <a:pt x="234" y="1402"/>
                  </a:lnTo>
                  <a:cubicBezTo>
                    <a:pt x="234" y="1202"/>
                    <a:pt x="267" y="1002"/>
                    <a:pt x="334" y="802"/>
                  </a:cubicBezTo>
                  <a:cubicBezTo>
                    <a:pt x="401" y="668"/>
                    <a:pt x="501" y="535"/>
                    <a:pt x="634" y="468"/>
                  </a:cubicBezTo>
                  <a:cubicBezTo>
                    <a:pt x="701" y="418"/>
                    <a:pt x="759" y="393"/>
                    <a:pt x="809" y="393"/>
                  </a:cubicBezTo>
                  <a:close/>
                  <a:moveTo>
                    <a:pt x="901" y="1"/>
                  </a:moveTo>
                  <a:cubicBezTo>
                    <a:pt x="801" y="1"/>
                    <a:pt x="701" y="34"/>
                    <a:pt x="634" y="68"/>
                  </a:cubicBezTo>
                  <a:cubicBezTo>
                    <a:pt x="534" y="134"/>
                    <a:pt x="434" y="234"/>
                    <a:pt x="367" y="335"/>
                  </a:cubicBezTo>
                  <a:cubicBezTo>
                    <a:pt x="267" y="435"/>
                    <a:pt x="200" y="535"/>
                    <a:pt x="167" y="668"/>
                  </a:cubicBezTo>
                  <a:cubicBezTo>
                    <a:pt x="100" y="802"/>
                    <a:pt x="67" y="935"/>
                    <a:pt x="34" y="1068"/>
                  </a:cubicBezTo>
                  <a:cubicBezTo>
                    <a:pt x="34" y="1235"/>
                    <a:pt x="0" y="1369"/>
                    <a:pt x="0" y="1535"/>
                  </a:cubicBezTo>
                  <a:lnTo>
                    <a:pt x="0" y="2169"/>
                  </a:lnTo>
                  <a:cubicBezTo>
                    <a:pt x="0" y="2303"/>
                    <a:pt x="0" y="2436"/>
                    <a:pt x="34" y="2569"/>
                  </a:cubicBezTo>
                  <a:cubicBezTo>
                    <a:pt x="67" y="2670"/>
                    <a:pt x="100" y="2770"/>
                    <a:pt x="167" y="2836"/>
                  </a:cubicBezTo>
                  <a:cubicBezTo>
                    <a:pt x="200" y="2903"/>
                    <a:pt x="267" y="2936"/>
                    <a:pt x="367" y="2936"/>
                  </a:cubicBezTo>
                  <a:cubicBezTo>
                    <a:pt x="467" y="2936"/>
                    <a:pt x="534" y="2903"/>
                    <a:pt x="634" y="2870"/>
                  </a:cubicBezTo>
                  <a:cubicBezTo>
                    <a:pt x="734" y="2803"/>
                    <a:pt x="834" y="2703"/>
                    <a:pt x="901" y="2603"/>
                  </a:cubicBezTo>
                  <a:cubicBezTo>
                    <a:pt x="1001" y="2503"/>
                    <a:pt x="1068" y="2403"/>
                    <a:pt x="1101" y="2269"/>
                  </a:cubicBezTo>
                  <a:cubicBezTo>
                    <a:pt x="1168" y="2136"/>
                    <a:pt x="1201" y="2002"/>
                    <a:pt x="1234" y="1869"/>
                  </a:cubicBezTo>
                  <a:cubicBezTo>
                    <a:pt x="1268" y="1736"/>
                    <a:pt x="1268" y="1569"/>
                    <a:pt x="1268" y="1435"/>
                  </a:cubicBezTo>
                  <a:lnTo>
                    <a:pt x="1268" y="1102"/>
                  </a:lnTo>
                  <a:lnTo>
                    <a:pt x="1268" y="802"/>
                  </a:lnTo>
                  <a:cubicBezTo>
                    <a:pt x="1268" y="668"/>
                    <a:pt x="1268" y="501"/>
                    <a:pt x="1234" y="368"/>
                  </a:cubicBezTo>
                  <a:cubicBezTo>
                    <a:pt x="1201" y="268"/>
                    <a:pt x="1168" y="201"/>
                    <a:pt x="1101" y="101"/>
                  </a:cubicBezTo>
                  <a:cubicBezTo>
                    <a:pt x="1068" y="34"/>
                    <a:pt x="1001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1"/>
            <p:cNvSpPr/>
            <p:nvPr/>
          </p:nvSpPr>
          <p:spPr>
            <a:xfrm>
              <a:off x="3221650" y="3418925"/>
              <a:ext cx="381125" cy="230325"/>
            </a:xfrm>
            <a:custGeom>
              <a:avLst/>
              <a:gdLst/>
              <a:ahLst/>
              <a:cxnLst/>
              <a:rect l="l" t="t" r="r" b="b"/>
              <a:pathLst>
                <a:path w="15245" h="9213" extrusionOk="0">
                  <a:moveTo>
                    <a:pt x="15065" y="0"/>
                  </a:moveTo>
                  <a:cubicBezTo>
                    <a:pt x="15028" y="0"/>
                    <a:pt x="14987" y="9"/>
                    <a:pt x="14944" y="26"/>
                  </a:cubicBezTo>
                  <a:lnTo>
                    <a:pt x="300" y="8532"/>
                  </a:lnTo>
                  <a:cubicBezTo>
                    <a:pt x="133" y="8632"/>
                    <a:pt x="0" y="8799"/>
                    <a:pt x="0" y="9032"/>
                  </a:cubicBezTo>
                  <a:cubicBezTo>
                    <a:pt x="0" y="9146"/>
                    <a:pt x="62" y="9213"/>
                    <a:pt x="153" y="9213"/>
                  </a:cubicBezTo>
                  <a:cubicBezTo>
                    <a:pt x="197" y="9213"/>
                    <a:pt x="247" y="9198"/>
                    <a:pt x="300" y="9166"/>
                  </a:cubicBezTo>
                  <a:lnTo>
                    <a:pt x="14944" y="693"/>
                  </a:lnTo>
                  <a:cubicBezTo>
                    <a:pt x="15111" y="593"/>
                    <a:pt x="15211" y="393"/>
                    <a:pt x="15244" y="193"/>
                  </a:cubicBezTo>
                  <a:cubicBezTo>
                    <a:pt x="15244" y="69"/>
                    <a:pt x="15171" y="0"/>
                    <a:pt x="150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1"/>
            <p:cNvSpPr/>
            <p:nvPr/>
          </p:nvSpPr>
          <p:spPr>
            <a:xfrm>
              <a:off x="3221650" y="3338500"/>
              <a:ext cx="96750" cy="66375"/>
            </a:xfrm>
            <a:custGeom>
              <a:avLst/>
              <a:gdLst/>
              <a:ahLst/>
              <a:cxnLst/>
              <a:rect l="l" t="t" r="r" b="b"/>
              <a:pathLst>
                <a:path w="3870" h="2655" extrusionOk="0">
                  <a:moveTo>
                    <a:pt x="3697" y="1"/>
                  </a:moveTo>
                  <a:cubicBezTo>
                    <a:pt x="3659" y="1"/>
                    <a:pt x="3615" y="13"/>
                    <a:pt x="3569" y="40"/>
                  </a:cubicBezTo>
                  <a:lnTo>
                    <a:pt x="300" y="1942"/>
                  </a:lnTo>
                  <a:cubicBezTo>
                    <a:pt x="133" y="2075"/>
                    <a:pt x="0" y="2242"/>
                    <a:pt x="0" y="2442"/>
                  </a:cubicBezTo>
                  <a:cubicBezTo>
                    <a:pt x="0" y="2580"/>
                    <a:pt x="64" y="2655"/>
                    <a:pt x="158" y="2655"/>
                  </a:cubicBezTo>
                  <a:cubicBezTo>
                    <a:pt x="200" y="2655"/>
                    <a:pt x="249" y="2640"/>
                    <a:pt x="300" y="2609"/>
                  </a:cubicBezTo>
                  <a:lnTo>
                    <a:pt x="3569" y="708"/>
                  </a:lnTo>
                  <a:cubicBezTo>
                    <a:pt x="3736" y="608"/>
                    <a:pt x="3869" y="407"/>
                    <a:pt x="3869" y="207"/>
                  </a:cubicBezTo>
                  <a:cubicBezTo>
                    <a:pt x="3869" y="86"/>
                    <a:pt x="3799" y="1"/>
                    <a:pt x="369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1"/>
            <p:cNvSpPr/>
            <p:nvPr/>
          </p:nvSpPr>
          <p:spPr>
            <a:xfrm>
              <a:off x="3726175" y="2760950"/>
              <a:ext cx="386950" cy="250000"/>
            </a:xfrm>
            <a:custGeom>
              <a:avLst/>
              <a:gdLst/>
              <a:ahLst/>
              <a:cxnLst/>
              <a:rect l="l" t="t" r="r" b="b"/>
              <a:pathLst>
                <a:path w="15478" h="10000" extrusionOk="0">
                  <a:moveTo>
                    <a:pt x="15361" y="1"/>
                  </a:moveTo>
                  <a:cubicBezTo>
                    <a:pt x="15328" y="1"/>
                    <a:pt x="15294" y="9"/>
                    <a:pt x="15278" y="26"/>
                  </a:cubicBezTo>
                  <a:lnTo>
                    <a:pt x="13610" y="1527"/>
                  </a:lnTo>
                  <a:lnTo>
                    <a:pt x="11909" y="1494"/>
                  </a:lnTo>
                  <a:lnTo>
                    <a:pt x="10241" y="4162"/>
                  </a:lnTo>
                  <a:lnTo>
                    <a:pt x="8573" y="3862"/>
                  </a:lnTo>
                  <a:lnTo>
                    <a:pt x="6838" y="5897"/>
                  </a:lnTo>
                  <a:lnTo>
                    <a:pt x="5170" y="6264"/>
                  </a:lnTo>
                  <a:lnTo>
                    <a:pt x="3469" y="6497"/>
                  </a:lnTo>
                  <a:lnTo>
                    <a:pt x="1735" y="8465"/>
                  </a:lnTo>
                  <a:lnTo>
                    <a:pt x="67" y="9800"/>
                  </a:lnTo>
                  <a:cubicBezTo>
                    <a:pt x="0" y="9866"/>
                    <a:pt x="0" y="9933"/>
                    <a:pt x="67" y="9966"/>
                  </a:cubicBezTo>
                  <a:cubicBezTo>
                    <a:pt x="67" y="9966"/>
                    <a:pt x="100" y="10000"/>
                    <a:pt x="134" y="10000"/>
                  </a:cubicBezTo>
                  <a:lnTo>
                    <a:pt x="200" y="10000"/>
                  </a:lnTo>
                  <a:lnTo>
                    <a:pt x="1901" y="8599"/>
                  </a:lnTo>
                  <a:lnTo>
                    <a:pt x="3569" y="6697"/>
                  </a:lnTo>
                  <a:lnTo>
                    <a:pt x="5237" y="6464"/>
                  </a:lnTo>
                  <a:lnTo>
                    <a:pt x="6972" y="6064"/>
                  </a:lnTo>
                  <a:lnTo>
                    <a:pt x="8640" y="4096"/>
                  </a:lnTo>
                  <a:lnTo>
                    <a:pt x="10341" y="4396"/>
                  </a:lnTo>
                  <a:lnTo>
                    <a:pt x="12042" y="1694"/>
                  </a:lnTo>
                  <a:lnTo>
                    <a:pt x="13710" y="1727"/>
                  </a:lnTo>
                  <a:lnTo>
                    <a:pt x="15444" y="193"/>
                  </a:lnTo>
                  <a:cubicBezTo>
                    <a:pt x="15478" y="159"/>
                    <a:pt x="15478" y="93"/>
                    <a:pt x="15444" y="26"/>
                  </a:cubicBezTo>
                  <a:cubicBezTo>
                    <a:pt x="15428" y="9"/>
                    <a:pt x="15394" y="1"/>
                    <a:pt x="1536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1"/>
            <p:cNvSpPr/>
            <p:nvPr/>
          </p:nvSpPr>
          <p:spPr>
            <a:xfrm>
              <a:off x="3732000" y="2841650"/>
              <a:ext cx="32550" cy="73400"/>
            </a:xfrm>
            <a:custGeom>
              <a:avLst/>
              <a:gdLst/>
              <a:ahLst/>
              <a:cxnLst/>
              <a:rect l="l" t="t" r="r" b="b"/>
              <a:pathLst>
                <a:path w="1302" h="2936" extrusionOk="0">
                  <a:moveTo>
                    <a:pt x="835" y="1268"/>
                  </a:moveTo>
                  <a:cubicBezTo>
                    <a:pt x="868" y="1301"/>
                    <a:pt x="935" y="1301"/>
                    <a:pt x="968" y="1335"/>
                  </a:cubicBezTo>
                  <a:cubicBezTo>
                    <a:pt x="1001" y="1368"/>
                    <a:pt x="1035" y="1435"/>
                    <a:pt x="1035" y="1468"/>
                  </a:cubicBezTo>
                  <a:cubicBezTo>
                    <a:pt x="1068" y="1535"/>
                    <a:pt x="1068" y="1601"/>
                    <a:pt x="1068" y="1668"/>
                  </a:cubicBezTo>
                  <a:cubicBezTo>
                    <a:pt x="1068" y="1768"/>
                    <a:pt x="1068" y="1835"/>
                    <a:pt x="1035" y="1902"/>
                  </a:cubicBezTo>
                  <a:cubicBezTo>
                    <a:pt x="1035" y="2002"/>
                    <a:pt x="1001" y="2068"/>
                    <a:pt x="968" y="2135"/>
                  </a:cubicBezTo>
                  <a:cubicBezTo>
                    <a:pt x="935" y="2202"/>
                    <a:pt x="868" y="2269"/>
                    <a:pt x="835" y="2335"/>
                  </a:cubicBezTo>
                  <a:cubicBezTo>
                    <a:pt x="768" y="2402"/>
                    <a:pt x="734" y="2435"/>
                    <a:pt x="668" y="2502"/>
                  </a:cubicBezTo>
                  <a:cubicBezTo>
                    <a:pt x="601" y="2535"/>
                    <a:pt x="568" y="2535"/>
                    <a:pt x="501" y="2535"/>
                  </a:cubicBezTo>
                  <a:cubicBezTo>
                    <a:pt x="434" y="2535"/>
                    <a:pt x="401" y="2535"/>
                    <a:pt x="368" y="2502"/>
                  </a:cubicBezTo>
                  <a:cubicBezTo>
                    <a:pt x="334" y="2435"/>
                    <a:pt x="301" y="2402"/>
                    <a:pt x="301" y="2335"/>
                  </a:cubicBezTo>
                  <a:cubicBezTo>
                    <a:pt x="267" y="2269"/>
                    <a:pt x="267" y="2202"/>
                    <a:pt x="267" y="2135"/>
                  </a:cubicBezTo>
                  <a:cubicBezTo>
                    <a:pt x="267" y="2068"/>
                    <a:pt x="267" y="2002"/>
                    <a:pt x="301" y="1902"/>
                  </a:cubicBezTo>
                  <a:cubicBezTo>
                    <a:pt x="301" y="1835"/>
                    <a:pt x="334" y="1768"/>
                    <a:pt x="368" y="1701"/>
                  </a:cubicBezTo>
                  <a:cubicBezTo>
                    <a:pt x="401" y="1601"/>
                    <a:pt x="434" y="1535"/>
                    <a:pt x="501" y="1468"/>
                  </a:cubicBezTo>
                  <a:cubicBezTo>
                    <a:pt x="534" y="1435"/>
                    <a:pt x="601" y="1368"/>
                    <a:pt x="668" y="1335"/>
                  </a:cubicBezTo>
                  <a:cubicBezTo>
                    <a:pt x="701" y="1301"/>
                    <a:pt x="768" y="1301"/>
                    <a:pt x="835" y="1268"/>
                  </a:cubicBezTo>
                  <a:close/>
                  <a:moveTo>
                    <a:pt x="868" y="0"/>
                  </a:moveTo>
                  <a:lnTo>
                    <a:pt x="701" y="67"/>
                  </a:lnTo>
                  <a:cubicBezTo>
                    <a:pt x="701" y="67"/>
                    <a:pt x="668" y="100"/>
                    <a:pt x="668" y="134"/>
                  </a:cubicBezTo>
                  <a:lnTo>
                    <a:pt x="634" y="200"/>
                  </a:lnTo>
                  <a:lnTo>
                    <a:pt x="167" y="1468"/>
                  </a:lnTo>
                  <a:cubicBezTo>
                    <a:pt x="167" y="1535"/>
                    <a:pt x="134" y="1601"/>
                    <a:pt x="101" y="1668"/>
                  </a:cubicBezTo>
                  <a:lnTo>
                    <a:pt x="67" y="1835"/>
                  </a:lnTo>
                  <a:cubicBezTo>
                    <a:pt x="34" y="1902"/>
                    <a:pt x="34" y="1968"/>
                    <a:pt x="34" y="2068"/>
                  </a:cubicBezTo>
                  <a:cubicBezTo>
                    <a:pt x="1" y="2135"/>
                    <a:pt x="1" y="2202"/>
                    <a:pt x="34" y="2269"/>
                  </a:cubicBezTo>
                  <a:cubicBezTo>
                    <a:pt x="1" y="2369"/>
                    <a:pt x="34" y="2502"/>
                    <a:pt x="67" y="2602"/>
                  </a:cubicBezTo>
                  <a:cubicBezTo>
                    <a:pt x="67" y="2702"/>
                    <a:pt x="134" y="2769"/>
                    <a:pt x="167" y="2836"/>
                  </a:cubicBezTo>
                  <a:cubicBezTo>
                    <a:pt x="234" y="2902"/>
                    <a:pt x="301" y="2936"/>
                    <a:pt x="401" y="2936"/>
                  </a:cubicBezTo>
                  <a:cubicBezTo>
                    <a:pt x="468" y="2936"/>
                    <a:pt x="568" y="2902"/>
                    <a:pt x="634" y="2836"/>
                  </a:cubicBezTo>
                  <a:cubicBezTo>
                    <a:pt x="734" y="2802"/>
                    <a:pt x="835" y="2702"/>
                    <a:pt x="901" y="2635"/>
                  </a:cubicBezTo>
                  <a:cubicBezTo>
                    <a:pt x="968" y="2535"/>
                    <a:pt x="1035" y="2435"/>
                    <a:pt x="1101" y="2335"/>
                  </a:cubicBezTo>
                  <a:cubicBezTo>
                    <a:pt x="1168" y="2202"/>
                    <a:pt x="1201" y="2068"/>
                    <a:pt x="1235" y="1935"/>
                  </a:cubicBezTo>
                  <a:cubicBezTo>
                    <a:pt x="1268" y="1835"/>
                    <a:pt x="1268" y="1701"/>
                    <a:pt x="1302" y="1568"/>
                  </a:cubicBezTo>
                  <a:cubicBezTo>
                    <a:pt x="1302" y="1435"/>
                    <a:pt x="1268" y="1335"/>
                    <a:pt x="1235" y="1234"/>
                  </a:cubicBezTo>
                  <a:cubicBezTo>
                    <a:pt x="1201" y="1134"/>
                    <a:pt x="1168" y="1068"/>
                    <a:pt x="1101" y="1001"/>
                  </a:cubicBezTo>
                  <a:cubicBezTo>
                    <a:pt x="1035" y="968"/>
                    <a:pt x="968" y="934"/>
                    <a:pt x="901" y="934"/>
                  </a:cubicBezTo>
                  <a:cubicBezTo>
                    <a:pt x="801" y="934"/>
                    <a:pt x="734" y="968"/>
                    <a:pt x="668" y="1001"/>
                  </a:cubicBezTo>
                  <a:lnTo>
                    <a:pt x="601" y="1034"/>
                  </a:lnTo>
                  <a:lnTo>
                    <a:pt x="568" y="1068"/>
                  </a:lnTo>
                  <a:lnTo>
                    <a:pt x="901" y="100"/>
                  </a:lnTo>
                  <a:cubicBezTo>
                    <a:pt x="901" y="100"/>
                    <a:pt x="901" y="67"/>
                    <a:pt x="901" y="67"/>
                  </a:cubicBezTo>
                  <a:cubicBezTo>
                    <a:pt x="901" y="67"/>
                    <a:pt x="901" y="34"/>
                    <a:pt x="901" y="34"/>
                  </a:cubicBezTo>
                  <a:cubicBezTo>
                    <a:pt x="901" y="34"/>
                    <a:pt x="901" y="0"/>
                    <a:pt x="9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1"/>
            <p:cNvSpPr/>
            <p:nvPr/>
          </p:nvSpPr>
          <p:spPr>
            <a:xfrm>
              <a:off x="3770375" y="2820800"/>
              <a:ext cx="30025" cy="77575"/>
            </a:xfrm>
            <a:custGeom>
              <a:avLst/>
              <a:gdLst/>
              <a:ahLst/>
              <a:cxnLst/>
              <a:rect l="l" t="t" r="r" b="b"/>
              <a:pathLst>
                <a:path w="1201" h="3103" extrusionOk="0">
                  <a:moveTo>
                    <a:pt x="834" y="0"/>
                  </a:moveTo>
                  <a:cubicBezTo>
                    <a:pt x="734" y="0"/>
                    <a:pt x="667" y="34"/>
                    <a:pt x="600" y="67"/>
                  </a:cubicBezTo>
                  <a:cubicBezTo>
                    <a:pt x="500" y="134"/>
                    <a:pt x="434" y="200"/>
                    <a:pt x="367" y="301"/>
                  </a:cubicBezTo>
                  <a:cubicBezTo>
                    <a:pt x="267" y="401"/>
                    <a:pt x="200" y="501"/>
                    <a:pt x="167" y="601"/>
                  </a:cubicBezTo>
                  <a:cubicBezTo>
                    <a:pt x="133" y="701"/>
                    <a:pt x="67" y="801"/>
                    <a:pt x="67" y="934"/>
                  </a:cubicBezTo>
                  <a:cubicBezTo>
                    <a:pt x="33" y="1034"/>
                    <a:pt x="0" y="1134"/>
                    <a:pt x="0" y="1235"/>
                  </a:cubicBezTo>
                  <a:cubicBezTo>
                    <a:pt x="0" y="1235"/>
                    <a:pt x="0" y="1268"/>
                    <a:pt x="0" y="1301"/>
                  </a:cubicBezTo>
                  <a:lnTo>
                    <a:pt x="67" y="1301"/>
                  </a:lnTo>
                  <a:lnTo>
                    <a:pt x="167" y="1235"/>
                  </a:lnTo>
                  <a:cubicBezTo>
                    <a:pt x="167" y="1201"/>
                    <a:pt x="200" y="1201"/>
                    <a:pt x="200" y="1168"/>
                  </a:cubicBezTo>
                  <a:cubicBezTo>
                    <a:pt x="234" y="1134"/>
                    <a:pt x="234" y="1134"/>
                    <a:pt x="234" y="1101"/>
                  </a:cubicBezTo>
                  <a:cubicBezTo>
                    <a:pt x="234" y="1034"/>
                    <a:pt x="267" y="968"/>
                    <a:pt x="267" y="901"/>
                  </a:cubicBezTo>
                  <a:cubicBezTo>
                    <a:pt x="300" y="834"/>
                    <a:pt x="300" y="768"/>
                    <a:pt x="334" y="701"/>
                  </a:cubicBezTo>
                  <a:cubicBezTo>
                    <a:pt x="367" y="634"/>
                    <a:pt x="400" y="601"/>
                    <a:pt x="434" y="534"/>
                  </a:cubicBezTo>
                  <a:cubicBezTo>
                    <a:pt x="467" y="501"/>
                    <a:pt x="534" y="434"/>
                    <a:pt x="600" y="434"/>
                  </a:cubicBezTo>
                  <a:cubicBezTo>
                    <a:pt x="651" y="401"/>
                    <a:pt x="692" y="384"/>
                    <a:pt x="730" y="384"/>
                  </a:cubicBezTo>
                  <a:cubicBezTo>
                    <a:pt x="767" y="384"/>
                    <a:pt x="801" y="401"/>
                    <a:pt x="834" y="434"/>
                  </a:cubicBezTo>
                  <a:cubicBezTo>
                    <a:pt x="901" y="501"/>
                    <a:pt x="901" y="601"/>
                    <a:pt x="901" y="701"/>
                  </a:cubicBezTo>
                  <a:cubicBezTo>
                    <a:pt x="901" y="801"/>
                    <a:pt x="901" y="901"/>
                    <a:pt x="867" y="1001"/>
                  </a:cubicBezTo>
                  <a:cubicBezTo>
                    <a:pt x="834" y="1101"/>
                    <a:pt x="801" y="1201"/>
                    <a:pt x="767" y="1301"/>
                  </a:cubicBezTo>
                  <a:lnTo>
                    <a:pt x="67" y="2702"/>
                  </a:lnTo>
                  <a:cubicBezTo>
                    <a:pt x="33" y="2736"/>
                    <a:pt x="33" y="2769"/>
                    <a:pt x="0" y="2802"/>
                  </a:cubicBezTo>
                  <a:cubicBezTo>
                    <a:pt x="0" y="2836"/>
                    <a:pt x="0" y="2869"/>
                    <a:pt x="0" y="2902"/>
                  </a:cubicBezTo>
                  <a:lnTo>
                    <a:pt x="0" y="3036"/>
                  </a:lnTo>
                  <a:cubicBezTo>
                    <a:pt x="0" y="3036"/>
                    <a:pt x="0" y="3069"/>
                    <a:pt x="0" y="3103"/>
                  </a:cubicBezTo>
                  <a:lnTo>
                    <a:pt x="67" y="3103"/>
                  </a:lnTo>
                  <a:lnTo>
                    <a:pt x="1134" y="2469"/>
                  </a:lnTo>
                  <a:cubicBezTo>
                    <a:pt x="1168" y="2469"/>
                    <a:pt x="1168" y="2435"/>
                    <a:pt x="1168" y="2435"/>
                  </a:cubicBezTo>
                  <a:cubicBezTo>
                    <a:pt x="1201" y="2402"/>
                    <a:pt x="1201" y="2369"/>
                    <a:pt x="1201" y="2335"/>
                  </a:cubicBezTo>
                  <a:lnTo>
                    <a:pt x="1201" y="2202"/>
                  </a:lnTo>
                  <a:cubicBezTo>
                    <a:pt x="1201" y="2169"/>
                    <a:pt x="1201" y="2169"/>
                    <a:pt x="1168" y="2135"/>
                  </a:cubicBezTo>
                  <a:lnTo>
                    <a:pt x="1134" y="2135"/>
                  </a:lnTo>
                  <a:lnTo>
                    <a:pt x="367" y="2569"/>
                  </a:lnTo>
                  <a:lnTo>
                    <a:pt x="934" y="1468"/>
                  </a:lnTo>
                  <a:cubicBezTo>
                    <a:pt x="967" y="1368"/>
                    <a:pt x="1001" y="1301"/>
                    <a:pt x="1034" y="1235"/>
                  </a:cubicBezTo>
                  <a:cubicBezTo>
                    <a:pt x="1067" y="1168"/>
                    <a:pt x="1101" y="1101"/>
                    <a:pt x="1101" y="1001"/>
                  </a:cubicBezTo>
                  <a:cubicBezTo>
                    <a:pt x="1134" y="934"/>
                    <a:pt x="1134" y="868"/>
                    <a:pt x="1134" y="801"/>
                  </a:cubicBezTo>
                  <a:cubicBezTo>
                    <a:pt x="1168" y="734"/>
                    <a:pt x="1168" y="634"/>
                    <a:pt x="1134" y="567"/>
                  </a:cubicBezTo>
                  <a:cubicBezTo>
                    <a:pt x="1168" y="467"/>
                    <a:pt x="1134" y="367"/>
                    <a:pt x="1101" y="267"/>
                  </a:cubicBezTo>
                  <a:cubicBezTo>
                    <a:pt x="1101" y="200"/>
                    <a:pt x="1067" y="134"/>
                    <a:pt x="1001" y="67"/>
                  </a:cubicBezTo>
                  <a:cubicBezTo>
                    <a:pt x="967" y="34"/>
                    <a:pt x="901" y="0"/>
                    <a:pt x="8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1"/>
            <p:cNvSpPr/>
            <p:nvPr/>
          </p:nvSpPr>
          <p:spPr>
            <a:xfrm>
              <a:off x="3804550" y="2796600"/>
              <a:ext cx="28375" cy="77600"/>
            </a:xfrm>
            <a:custGeom>
              <a:avLst/>
              <a:gdLst/>
              <a:ahLst/>
              <a:cxnLst/>
              <a:rect l="l" t="t" r="r" b="b"/>
              <a:pathLst>
                <a:path w="1135" h="3104" extrusionOk="0">
                  <a:moveTo>
                    <a:pt x="1068" y="1"/>
                  </a:moveTo>
                  <a:lnTo>
                    <a:pt x="67" y="635"/>
                  </a:lnTo>
                  <a:cubicBezTo>
                    <a:pt x="67" y="668"/>
                    <a:pt x="34" y="668"/>
                    <a:pt x="34" y="701"/>
                  </a:cubicBezTo>
                  <a:cubicBezTo>
                    <a:pt x="34" y="735"/>
                    <a:pt x="1" y="768"/>
                    <a:pt x="1" y="768"/>
                  </a:cubicBezTo>
                  <a:lnTo>
                    <a:pt x="1" y="935"/>
                  </a:lnTo>
                  <a:cubicBezTo>
                    <a:pt x="1" y="935"/>
                    <a:pt x="1" y="968"/>
                    <a:pt x="34" y="1002"/>
                  </a:cubicBezTo>
                  <a:lnTo>
                    <a:pt x="67" y="1002"/>
                  </a:lnTo>
                  <a:lnTo>
                    <a:pt x="901" y="501"/>
                  </a:lnTo>
                  <a:lnTo>
                    <a:pt x="368" y="3003"/>
                  </a:lnTo>
                  <a:cubicBezTo>
                    <a:pt x="368" y="3036"/>
                    <a:pt x="368" y="3036"/>
                    <a:pt x="368" y="3036"/>
                  </a:cubicBezTo>
                  <a:cubicBezTo>
                    <a:pt x="368" y="3070"/>
                    <a:pt x="368" y="3070"/>
                    <a:pt x="368" y="3103"/>
                  </a:cubicBezTo>
                  <a:lnTo>
                    <a:pt x="401" y="3103"/>
                  </a:lnTo>
                  <a:lnTo>
                    <a:pt x="501" y="3036"/>
                  </a:lnTo>
                  <a:cubicBezTo>
                    <a:pt x="534" y="3036"/>
                    <a:pt x="568" y="3003"/>
                    <a:pt x="568" y="2970"/>
                  </a:cubicBezTo>
                  <a:cubicBezTo>
                    <a:pt x="568" y="2970"/>
                    <a:pt x="568" y="2936"/>
                    <a:pt x="601" y="2903"/>
                  </a:cubicBezTo>
                  <a:lnTo>
                    <a:pt x="1135" y="401"/>
                  </a:lnTo>
                  <a:cubicBezTo>
                    <a:pt x="1135" y="368"/>
                    <a:pt x="1135" y="334"/>
                    <a:pt x="1135" y="301"/>
                  </a:cubicBezTo>
                  <a:cubicBezTo>
                    <a:pt x="1135" y="301"/>
                    <a:pt x="1135" y="268"/>
                    <a:pt x="1135" y="234"/>
                  </a:cubicBezTo>
                  <a:lnTo>
                    <a:pt x="1135" y="68"/>
                  </a:lnTo>
                  <a:cubicBezTo>
                    <a:pt x="1135" y="68"/>
                    <a:pt x="1135" y="34"/>
                    <a:pt x="11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1"/>
            <p:cNvSpPr/>
            <p:nvPr/>
          </p:nvSpPr>
          <p:spPr>
            <a:xfrm>
              <a:off x="3729500" y="2831825"/>
              <a:ext cx="381125" cy="230350"/>
            </a:xfrm>
            <a:custGeom>
              <a:avLst/>
              <a:gdLst/>
              <a:ahLst/>
              <a:cxnLst/>
              <a:rect l="l" t="t" r="r" b="b"/>
              <a:pathLst>
                <a:path w="15245" h="9214" extrusionOk="0">
                  <a:moveTo>
                    <a:pt x="15065" y="1"/>
                  </a:moveTo>
                  <a:cubicBezTo>
                    <a:pt x="15028" y="1"/>
                    <a:pt x="14988" y="9"/>
                    <a:pt x="14945" y="26"/>
                  </a:cubicBezTo>
                  <a:lnTo>
                    <a:pt x="301" y="8532"/>
                  </a:lnTo>
                  <a:cubicBezTo>
                    <a:pt x="134" y="8632"/>
                    <a:pt x="34" y="8833"/>
                    <a:pt x="1" y="9033"/>
                  </a:cubicBezTo>
                  <a:cubicBezTo>
                    <a:pt x="1" y="9146"/>
                    <a:pt x="62" y="9213"/>
                    <a:pt x="154" y="9213"/>
                  </a:cubicBezTo>
                  <a:cubicBezTo>
                    <a:pt x="197" y="9213"/>
                    <a:pt x="247" y="9198"/>
                    <a:pt x="301" y="9166"/>
                  </a:cubicBezTo>
                  <a:lnTo>
                    <a:pt x="14945" y="693"/>
                  </a:lnTo>
                  <a:cubicBezTo>
                    <a:pt x="15111" y="593"/>
                    <a:pt x="15245" y="393"/>
                    <a:pt x="15245" y="193"/>
                  </a:cubicBezTo>
                  <a:cubicBezTo>
                    <a:pt x="15245" y="69"/>
                    <a:pt x="15171" y="1"/>
                    <a:pt x="1506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1"/>
            <p:cNvSpPr/>
            <p:nvPr/>
          </p:nvSpPr>
          <p:spPr>
            <a:xfrm>
              <a:off x="3729500" y="2751775"/>
              <a:ext cx="97600" cy="66025"/>
            </a:xfrm>
            <a:custGeom>
              <a:avLst/>
              <a:gdLst/>
              <a:ahLst/>
              <a:cxnLst/>
              <a:rect l="l" t="t" r="r" b="b"/>
              <a:pathLst>
                <a:path w="3904" h="2641" extrusionOk="0">
                  <a:moveTo>
                    <a:pt x="3724" y="0"/>
                  </a:moveTo>
                  <a:cubicBezTo>
                    <a:pt x="3687" y="0"/>
                    <a:pt x="3646" y="9"/>
                    <a:pt x="3603" y="26"/>
                  </a:cubicBezTo>
                  <a:lnTo>
                    <a:pt x="301" y="1927"/>
                  </a:lnTo>
                  <a:cubicBezTo>
                    <a:pt x="134" y="2061"/>
                    <a:pt x="34" y="2228"/>
                    <a:pt x="1" y="2428"/>
                  </a:cubicBezTo>
                  <a:cubicBezTo>
                    <a:pt x="1" y="2566"/>
                    <a:pt x="64" y="2640"/>
                    <a:pt x="158" y="2640"/>
                  </a:cubicBezTo>
                  <a:cubicBezTo>
                    <a:pt x="201" y="2640"/>
                    <a:pt x="249" y="2625"/>
                    <a:pt x="301" y="2595"/>
                  </a:cubicBezTo>
                  <a:lnTo>
                    <a:pt x="3603" y="693"/>
                  </a:lnTo>
                  <a:cubicBezTo>
                    <a:pt x="3770" y="593"/>
                    <a:pt x="3870" y="393"/>
                    <a:pt x="3903" y="193"/>
                  </a:cubicBezTo>
                  <a:cubicBezTo>
                    <a:pt x="3903" y="69"/>
                    <a:pt x="3830" y="0"/>
                    <a:pt x="372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1"/>
            <p:cNvSpPr/>
            <p:nvPr/>
          </p:nvSpPr>
          <p:spPr>
            <a:xfrm>
              <a:off x="3727000" y="3055275"/>
              <a:ext cx="386475" cy="249225"/>
            </a:xfrm>
            <a:custGeom>
              <a:avLst/>
              <a:gdLst/>
              <a:ahLst/>
              <a:cxnLst/>
              <a:rect l="l" t="t" r="r" b="b"/>
              <a:pathLst>
                <a:path w="15459" h="9969" extrusionOk="0">
                  <a:moveTo>
                    <a:pt x="15305" y="1"/>
                  </a:moveTo>
                  <a:cubicBezTo>
                    <a:pt x="15285" y="1"/>
                    <a:pt x="15264" y="9"/>
                    <a:pt x="15245" y="28"/>
                  </a:cubicBezTo>
                  <a:lnTo>
                    <a:pt x="13577" y="1529"/>
                  </a:lnTo>
                  <a:lnTo>
                    <a:pt x="11942" y="1829"/>
                  </a:lnTo>
                  <a:lnTo>
                    <a:pt x="10208" y="1329"/>
                  </a:lnTo>
                  <a:lnTo>
                    <a:pt x="8473" y="4364"/>
                  </a:lnTo>
                  <a:lnTo>
                    <a:pt x="6805" y="4798"/>
                  </a:lnTo>
                  <a:lnTo>
                    <a:pt x="5137" y="6833"/>
                  </a:lnTo>
                  <a:lnTo>
                    <a:pt x="3503" y="7300"/>
                  </a:lnTo>
                  <a:lnTo>
                    <a:pt x="1735" y="6966"/>
                  </a:lnTo>
                  <a:lnTo>
                    <a:pt x="0" y="9802"/>
                  </a:lnTo>
                  <a:cubicBezTo>
                    <a:pt x="0" y="9868"/>
                    <a:pt x="0" y="9935"/>
                    <a:pt x="34" y="9968"/>
                  </a:cubicBezTo>
                  <a:lnTo>
                    <a:pt x="101" y="9968"/>
                  </a:lnTo>
                  <a:cubicBezTo>
                    <a:pt x="134" y="9968"/>
                    <a:pt x="167" y="9935"/>
                    <a:pt x="201" y="9902"/>
                  </a:cubicBezTo>
                  <a:lnTo>
                    <a:pt x="1868" y="7200"/>
                  </a:lnTo>
                  <a:lnTo>
                    <a:pt x="3470" y="7500"/>
                  </a:lnTo>
                  <a:lnTo>
                    <a:pt x="3503" y="7500"/>
                  </a:lnTo>
                  <a:lnTo>
                    <a:pt x="5238" y="7033"/>
                  </a:lnTo>
                  <a:lnTo>
                    <a:pt x="6939" y="4965"/>
                  </a:lnTo>
                  <a:lnTo>
                    <a:pt x="8640" y="4565"/>
                  </a:lnTo>
                  <a:lnTo>
                    <a:pt x="10308" y="1562"/>
                  </a:lnTo>
                  <a:lnTo>
                    <a:pt x="11942" y="2029"/>
                  </a:lnTo>
                  <a:lnTo>
                    <a:pt x="13644" y="1696"/>
                  </a:lnTo>
                  <a:lnTo>
                    <a:pt x="13677" y="1696"/>
                  </a:lnTo>
                  <a:lnTo>
                    <a:pt x="15378" y="195"/>
                  </a:lnTo>
                  <a:cubicBezTo>
                    <a:pt x="15459" y="141"/>
                    <a:pt x="15388" y="1"/>
                    <a:pt x="153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1"/>
            <p:cNvSpPr/>
            <p:nvPr/>
          </p:nvSpPr>
          <p:spPr>
            <a:xfrm>
              <a:off x="3727000" y="3055275"/>
              <a:ext cx="386475" cy="249225"/>
            </a:xfrm>
            <a:custGeom>
              <a:avLst/>
              <a:gdLst/>
              <a:ahLst/>
              <a:cxnLst/>
              <a:rect l="l" t="t" r="r" b="b"/>
              <a:pathLst>
                <a:path w="15459" h="9969" extrusionOk="0">
                  <a:moveTo>
                    <a:pt x="15305" y="1"/>
                  </a:moveTo>
                  <a:cubicBezTo>
                    <a:pt x="15285" y="1"/>
                    <a:pt x="15264" y="9"/>
                    <a:pt x="15245" y="28"/>
                  </a:cubicBezTo>
                  <a:lnTo>
                    <a:pt x="13577" y="1529"/>
                  </a:lnTo>
                  <a:lnTo>
                    <a:pt x="11942" y="1829"/>
                  </a:lnTo>
                  <a:lnTo>
                    <a:pt x="10208" y="1329"/>
                  </a:lnTo>
                  <a:lnTo>
                    <a:pt x="8473" y="4364"/>
                  </a:lnTo>
                  <a:lnTo>
                    <a:pt x="6805" y="4798"/>
                  </a:lnTo>
                  <a:lnTo>
                    <a:pt x="5137" y="6833"/>
                  </a:lnTo>
                  <a:lnTo>
                    <a:pt x="3503" y="7300"/>
                  </a:lnTo>
                  <a:lnTo>
                    <a:pt x="1735" y="6966"/>
                  </a:lnTo>
                  <a:lnTo>
                    <a:pt x="0" y="9802"/>
                  </a:lnTo>
                  <a:cubicBezTo>
                    <a:pt x="0" y="9868"/>
                    <a:pt x="0" y="9935"/>
                    <a:pt x="34" y="9968"/>
                  </a:cubicBezTo>
                  <a:lnTo>
                    <a:pt x="101" y="9968"/>
                  </a:lnTo>
                  <a:cubicBezTo>
                    <a:pt x="134" y="9968"/>
                    <a:pt x="167" y="9935"/>
                    <a:pt x="201" y="9902"/>
                  </a:cubicBezTo>
                  <a:lnTo>
                    <a:pt x="1868" y="7200"/>
                  </a:lnTo>
                  <a:lnTo>
                    <a:pt x="3470" y="7500"/>
                  </a:lnTo>
                  <a:lnTo>
                    <a:pt x="3503" y="7500"/>
                  </a:lnTo>
                  <a:lnTo>
                    <a:pt x="5238" y="7033"/>
                  </a:lnTo>
                  <a:lnTo>
                    <a:pt x="6939" y="4965"/>
                  </a:lnTo>
                  <a:lnTo>
                    <a:pt x="8640" y="4565"/>
                  </a:lnTo>
                  <a:lnTo>
                    <a:pt x="10308" y="1562"/>
                  </a:lnTo>
                  <a:lnTo>
                    <a:pt x="11942" y="2029"/>
                  </a:lnTo>
                  <a:lnTo>
                    <a:pt x="13644" y="1696"/>
                  </a:lnTo>
                  <a:lnTo>
                    <a:pt x="13677" y="1696"/>
                  </a:lnTo>
                  <a:lnTo>
                    <a:pt x="15378" y="195"/>
                  </a:lnTo>
                  <a:cubicBezTo>
                    <a:pt x="15459" y="141"/>
                    <a:pt x="15388" y="1"/>
                    <a:pt x="153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1"/>
            <p:cNvSpPr/>
            <p:nvPr/>
          </p:nvSpPr>
          <p:spPr>
            <a:xfrm>
              <a:off x="3732000" y="3135175"/>
              <a:ext cx="31725" cy="73425"/>
            </a:xfrm>
            <a:custGeom>
              <a:avLst/>
              <a:gdLst/>
              <a:ahLst/>
              <a:cxnLst/>
              <a:rect l="l" t="t" r="r" b="b"/>
              <a:pathLst>
                <a:path w="1269" h="2937" extrusionOk="0">
                  <a:moveTo>
                    <a:pt x="768" y="401"/>
                  </a:moveTo>
                  <a:cubicBezTo>
                    <a:pt x="835" y="401"/>
                    <a:pt x="868" y="435"/>
                    <a:pt x="901" y="468"/>
                  </a:cubicBezTo>
                  <a:cubicBezTo>
                    <a:pt x="935" y="468"/>
                    <a:pt x="968" y="535"/>
                    <a:pt x="968" y="568"/>
                  </a:cubicBezTo>
                  <a:cubicBezTo>
                    <a:pt x="1001" y="635"/>
                    <a:pt x="1001" y="701"/>
                    <a:pt x="1001" y="768"/>
                  </a:cubicBezTo>
                  <a:cubicBezTo>
                    <a:pt x="1001" y="868"/>
                    <a:pt x="1001" y="935"/>
                    <a:pt x="968" y="1035"/>
                  </a:cubicBezTo>
                  <a:cubicBezTo>
                    <a:pt x="968" y="1102"/>
                    <a:pt x="935" y="1168"/>
                    <a:pt x="901" y="1235"/>
                  </a:cubicBezTo>
                  <a:cubicBezTo>
                    <a:pt x="868" y="1302"/>
                    <a:pt x="835" y="1369"/>
                    <a:pt x="768" y="1435"/>
                  </a:cubicBezTo>
                  <a:cubicBezTo>
                    <a:pt x="734" y="1502"/>
                    <a:pt x="668" y="1535"/>
                    <a:pt x="634" y="1569"/>
                  </a:cubicBezTo>
                  <a:cubicBezTo>
                    <a:pt x="568" y="1602"/>
                    <a:pt x="534" y="1602"/>
                    <a:pt x="468" y="1602"/>
                  </a:cubicBezTo>
                  <a:cubicBezTo>
                    <a:pt x="434" y="1602"/>
                    <a:pt x="368" y="1602"/>
                    <a:pt x="334" y="1569"/>
                  </a:cubicBezTo>
                  <a:cubicBezTo>
                    <a:pt x="301" y="1535"/>
                    <a:pt x="267" y="1502"/>
                    <a:pt x="267" y="1435"/>
                  </a:cubicBezTo>
                  <a:cubicBezTo>
                    <a:pt x="234" y="1369"/>
                    <a:pt x="234" y="1302"/>
                    <a:pt x="234" y="1235"/>
                  </a:cubicBezTo>
                  <a:cubicBezTo>
                    <a:pt x="234" y="1068"/>
                    <a:pt x="267" y="902"/>
                    <a:pt x="334" y="768"/>
                  </a:cubicBezTo>
                  <a:cubicBezTo>
                    <a:pt x="368" y="701"/>
                    <a:pt x="401" y="635"/>
                    <a:pt x="468" y="601"/>
                  </a:cubicBezTo>
                  <a:cubicBezTo>
                    <a:pt x="501" y="535"/>
                    <a:pt x="568" y="501"/>
                    <a:pt x="634" y="468"/>
                  </a:cubicBezTo>
                  <a:cubicBezTo>
                    <a:pt x="668" y="435"/>
                    <a:pt x="734" y="401"/>
                    <a:pt x="768" y="401"/>
                  </a:cubicBezTo>
                  <a:close/>
                  <a:moveTo>
                    <a:pt x="901" y="1"/>
                  </a:moveTo>
                  <a:cubicBezTo>
                    <a:pt x="801" y="1"/>
                    <a:pt x="701" y="34"/>
                    <a:pt x="634" y="101"/>
                  </a:cubicBezTo>
                  <a:cubicBezTo>
                    <a:pt x="534" y="134"/>
                    <a:pt x="468" y="201"/>
                    <a:pt x="401" y="301"/>
                  </a:cubicBezTo>
                  <a:cubicBezTo>
                    <a:pt x="334" y="401"/>
                    <a:pt x="267" y="501"/>
                    <a:pt x="201" y="601"/>
                  </a:cubicBezTo>
                  <a:cubicBezTo>
                    <a:pt x="134" y="701"/>
                    <a:pt x="101" y="835"/>
                    <a:pt x="67" y="968"/>
                  </a:cubicBezTo>
                  <a:cubicBezTo>
                    <a:pt x="34" y="1102"/>
                    <a:pt x="1" y="1202"/>
                    <a:pt x="1" y="1335"/>
                  </a:cubicBezTo>
                  <a:cubicBezTo>
                    <a:pt x="1" y="1469"/>
                    <a:pt x="34" y="1602"/>
                    <a:pt x="67" y="1702"/>
                  </a:cubicBezTo>
                  <a:cubicBezTo>
                    <a:pt x="101" y="1769"/>
                    <a:pt x="134" y="1836"/>
                    <a:pt x="201" y="1902"/>
                  </a:cubicBezTo>
                  <a:cubicBezTo>
                    <a:pt x="234" y="1936"/>
                    <a:pt x="301" y="1936"/>
                    <a:pt x="401" y="1936"/>
                  </a:cubicBezTo>
                  <a:cubicBezTo>
                    <a:pt x="468" y="1936"/>
                    <a:pt x="534" y="1902"/>
                    <a:pt x="601" y="1869"/>
                  </a:cubicBezTo>
                  <a:lnTo>
                    <a:pt x="634" y="1869"/>
                  </a:lnTo>
                  <a:lnTo>
                    <a:pt x="701" y="1836"/>
                  </a:lnTo>
                  <a:lnTo>
                    <a:pt x="368" y="2836"/>
                  </a:lnTo>
                  <a:cubicBezTo>
                    <a:pt x="368" y="2836"/>
                    <a:pt x="368" y="2836"/>
                    <a:pt x="368" y="2870"/>
                  </a:cubicBezTo>
                  <a:cubicBezTo>
                    <a:pt x="368" y="2903"/>
                    <a:pt x="368" y="2936"/>
                    <a:pt x="368" y="2936"/>
                  </a:cubicBezTo>
                  <a:lnTo>
                    <a:pt x="401" y="2936"/>
                  </a:lnTo>
                  <a:lnTo>
                    <a:pt x="534" y="2870"/>
                  </a:lnTo>
                  <a:cubicBezTo>
                    <a:pt x="568" y="2836"/>
                    <a:pt x="601" y="2836"/>
                    <a:pt x="601" y="2803"/>
                  </a:cubicBezTo>
                  <a:lnTo>
                    <a:pt x="634" y="2736"/>
                  </a:lnTo>
                  <a:lnTo>
                    <a:pt x="1068" y="1435"/>
                  </a:lnTo>
                  <a:cubicBezTo>
                    <a:pt x="1101" y="1402"/>
                    <a:pt x="1101" y="1335"/>
                    <a:pt x="1135" y="1269"/>
                  </a:cubicBezTo>
                  <a:cubicBezTo>
                    <a:pt x="1168" y="1202"/>
                    <a:pt x="1201" y="1135"/>
                    <a:pt x="1201" y="1035"/>
                  </a:cubicBezTo>
                  <a:cubicBezTo>
                    <a:pt x="1235" y="968"/>
                    <a:pt x="1268" y="902"/>
                    <a:pt x="1268" y="835"/>
                  </a:cubicBezTo>
                  <a:cubicBezTo>
                    <a:pt x="1268" y="768"/>
                    <a:pt x="1268" y="701"/>
                    <a:pt x="1268" y="635"/>
                  </a:cubicBezTo>
                  <a:cubicBezTo>
                    <a:pt x="1268" y="501"/>
                    <a:pt x="1235" y="401"/>
                    <a:pt x="1201" y="301"/>
                  </a:cubicBezTo>
                  <a:cubicBezTo>
                    <a:pt x="1201" y="201"/>
                    <a:pt x="1135" y="134"/>
                    <a:pt x="1101" y="68"/>
                  </a:cubicBezTo>
                  <a:cubicBezTo>
                    <a:pt x="1035" y="34"/>
                    <a:pt x="968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1"/>
            <p:cNvSpPr/>
            <p:nvPr/>
          </p:nvSpPr>
          <p:spPr>
            <a:xfrm>
              <a:off x="3767850" y="3111000"/>
              <a:ext cx="31725" cy="77100"/>
            </a:xfrm>
            <a:custGeom>
              <a:avLst/>
              <a:gdLst/>
              <a:ahLst/>
              <a:cxnLst/>
              <a:rect l="l" t="t" r="r" b="b"/>
              <a:pathLst>
                <a:path w="1269" h="3084" extrusionOk="0">
                  <a:moveTo>
                    <a:pt x="1102" y="1"/>
                  </a:moveTo>
                  <a:lnTo>
                    <a:pt x="134" y="568"/>
                  </a:lnTo>
                  <a:cubicBezTo>
                    <a:pt x="101" y="568"/>
                    <a:pt x="101" y="601"/>
                    <a:pt x="68" y="634"/>
                  </a:cubicBezTo>
                  <a:cubicBezTo>
                    <a:pt x="68" y="634"/>
                    <a:pt x="68" y="668"/>
                    <a:pt x="68" y="701"/>
                  </a:cubicBezTo>
                  <a:lnTo>
                    <a:pt x="68" y="835"/>
                  </a:lnTo>
                  <a:cubicBezTo>
                    <a:pt x="68" y="868"/>
                    <a:pt x="68" y="868"/>
                    <a:pt x="68" y="901"/>
                  </a:cubicBezTo>
                  <a:lnTo>
                    <a:pt x="134" y="901"/>
                  </a:lnTo>
                  <a:lnTo>
                    <a:pt x="835" y="501"/>
                  </a:lnTo>
                  <a:lnTo>
                    <a:pt x="835" y="501"/>
                  </a:lnTo>
                  <a:lnTo>
                    <a:pt x="401" y="1502"/>
                  </a:lnTo>
                  <a:lnTo>
                    <a:pt x="368" y="1568"/>
                  </a:lnTo>
                  <a:cubicBezTo>
                    <a:pt x="368" y="1568"/>
                    <a:pt x="368" y="1602"/>
                    <a:pt x="368" y="1635"/>
                  </a:cubicBezTo>
                  <a:lnTo>
                    <a:pt x="368" y="1769"/>
                  </a:lnTo>
                  <a:cubicBezTo>
                    <a:pt x="368" y="1769"/>
                    <a:pt x="368" y="1802"/>
                    <a:pt x="368" y="1835"/>
                  </a:cubicBezTo>
                  <a:lnTo>
                    <a:pt x="401" y="1835"/>
                  </a:lnTo>
                  <a:lnTo>
                    <a:pt x="635" y="1702"/>
                  </a:lnTo>
                  <a:cubicBezTo>
                    <a:pt x="668" y="1668"/>
                    <a:pt x="735" y="1635"/>
                    <a:pt x="768" y="1635"/>
                  </a:cubicBezTo>
                  <a:lnTo>
                    <a:pt x="902" y="1635"/>
                  </a:lnTo>
                  <a:cubicBezTo>
                    <a:pt x="935" y="1668"/>
                    <a:pt x="968" y="1702"/>
                    <a:pt x="968" y="1735"/>
                  </a:cubicBezTo>
                  <a:cubicBezTo>
                    <a:pt x="1002" y="1802"/>
                    <a:pt x="1002" y="1869"/>
                    <a:pt x="1002" y="1935"/>
                  </a:cubicBezTo>
                  <a:cubicBezTo>
                    <a:pt x="1002" y="2002"/>
                    <a:pt x="1002" y="2069"/>
                    <a:pt x="968" y="2169"/>
                  </a:cubicBezTo>
                  <a:cubicBezTo>
                    <a:pt x="968" y="2236"/>
                    <a:pt x="935" y="2302"/>
                    <a:pt x="902" y="2369"/>
                  </a:cubicBezTo>
                  <a:cubicBezTo>
                    <a:pt x="868" y="2402"/>
                    <a:pt x="802" y="2469"/>
                    <a:pt x="768" y="2502"/>
                  </a:cubicBezTo>
                  <a:cubicBezTo>
                    <a:pt x="735" y="2569"/>
                    <a:pt x="668" y="2602"/>
                    <a:pt x="635" y="2636"/>
                  </a:cubicBezTo>
                  <a:cubicBezTo>
                    <a:pt x="568" y="2669"/>
                    <a:pt x="501" y="2703"/>
                    <a:pt x="435" y="2703"/>
                  </a:cubicBezTo>
                  <a:lnTo>
                    <a:pt x="335" y="2703"/>
                  </a:lnTo>
                  <a:cubicBezTo>
                    <a:pt x="301" y="2703"/>
                    <a:pt x="268" y="2669"/>
                    <a:pt x="268" y="2636"/>
                  </a:cubicBezTo>
                  <a:cubicBezTo>
                    <a:pt x="234" y="2602"/>
                    <a:pt x="234" y="2569"/>
                    <a:pt x="201" y="2536"/>
                  </a:cubicBezTo>
                  <a:cubicBezTo>
                    <a:pt x="201" y="2502"/>
                    <a:pt x="201" y="2502"/>
                    <a:pt x="201" y="2502"/>
                  </a:cubicBezTo>
                  <a:lnTo>
                    <a:pt x="168" y="2502"/>
                  </a:lnTo>
                  <a:lnTo>
                    <a:pt x="34" y="2569"/>
                  </a:lnTo>
                  <a:cubicBezTo>
                    <a:pt x="34" y="2569"/>
                    <a:pt x="1" y="2569"/>
                    <a:pt x="1" y="2602"/>
                  </a:cubicBezTo>
                  <a:cubicBezTo>
                    <a:pt x="1" y="2636"/>
                    <a:pt x="1" y="2636"/>
                    <a:pt x="1" y="2669"/>
                  </a:cubicBezTo>
                  <a:cubicBezTo>
                    <a:pt x="1" y="2736"/>
                    <a:pt x="1" y="2836"/>
                    <a:pt x="34" y="2903"/>
                  </a:cubicBezTo>
                  <a:cubicBezTo>
                    <a:pt x="68" y="2936"/>
                    <a:pt x="101" y="3003"/>
                    <a:pt x="168" y="3036"/>
                  </a:cubicBezTo>
                  <a:cubicBezTo>
                    <a:pt x="215" y="3060"/>
                    <a:pt x="262" y="3083"/>
                    <a:pt x="309" y="3083"/>
                  </a:cubicBezTo>
                  <a:cubicBezTo>
                    <a:pt x="329" y="3083"/>
                    <a:pt x="348" y="3079"/>
                    <a:pt x="368" y="3069"/>
                  </a:cubicBezTo>
                  <a:cubicBezTo>
                    <a:pt x="468" y="3069"/>
                    <a:pt x="568" y="3036"/>
                    <a:pt x="635" y="2969"/>
                  </a:cubicBezTo>
                  <a:cubicBezTo>
                    <a:pt x="735" y="2936"/>
                    <a:pt x="802" y="2869"/>
                    <a:pt x="868" y="2769"/>
                  </a:cubicBezTo>
                  <a:cubicBezTo>
                    <a:pt x="968" y="2703"/>
                    <a:pt x="1035" y="2602"/>
                    <a:pt x="1068" y="2502"/>
                  </a:cubicBezTo>
                  <a:cubicBezTo>
                    <a:pt x="1135" y="2402"/>
                    <a:pt x="1168" y="2302"/>
                    <a:pt x="1202" y="2169"/>
                  </a:cubicBezTo>
                  <a:cubicBezTo>
                    <a:pt x="1235" y="2035"/>
                    <a:pt x="1269" y="1902"/>
                    <a:pt x="1269" y="1802"/>
                  </a:cubicBezTo>
                  <a:cubicBezTo>
                    <a:pt x="1269" y="1702"/>
                    <a:pt x="1235" y="1602"/>
                    <a:pt x="1235" y="1502"/>
                  </a:cubicBezTo>
                  <a:cubicBezTo>
                    <a:pt x="1202" y="1435"/>
                    <a:pt x="1168" y="1368"/>
                    <a:pt x="1102" y="1302"/>
                  </a:cubicBezTo>
                  <a:cubicBezTo>
                    <a:pt x="1068" y="1268"/>
                    <a:pt x="1002" y="1268"/>
                    <a:pt x="935" y="1268"/>
                  </a:cubicBezTo>
                  <a:cubicBezTo>
                    <a:pt x="835" y="1268"/>
                    <a:pt x="768" y="1302"/>
                    <a:pt x="701" y="1335"/>
                  </a:cubicBezTo>
                  <a:lnTo>
                    <a:pt x="1135" y="334"/>
                  </a:lnTo>
                  <a:cubicBezTo>
                    <a:pt x="1168" y="334"/>
                    <a:pt x="1168" y="301"/>
                    <a:pt x="1168" y="267"/>
                  </a:cubicBezTo>
                  <a:cubicBezTo>
                    <a:pt x="1168" y="234"/>
                    <a:pt x="1168" y="201"/>
                    <a:pt x="1168" y="201"/>
                  </a:cubicBezTo>
                  <a:lnTo>
                    <a:pt x="1168" y="67"/>
                  </a:lnTo>
                  <a:cubicBezTo>
                    <a:pt x="1168" y="34"/>
                    <a:pt x="1168" y="1"/>
                    <a:pt x="11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1"/>
            <p:cNvSpPr/>
            <p:nvPr/>
          </p:nvSpPr>
          <p:spPr>
            <a:xfrm>
              <a:off x="3729500" y="3124850"/>
              <a:ext cx="381125" cy="230025"/>
            </a:xfrm>
            <a:custGeom>
              <a:avLst/>
              <a:gdLst/>
              <a:ahLst/>
              <a:cxnLst/>
              <a:rect l="l" t="t" r="r" b="b"/>
              <a:pathLst>
                <a:path w="15245" h="9201" extrusionOk="0">
                  <a:moveTo>
                    <a:pt x="15091" y="0"/>
                  </a:moveTo>
                  <a:cubicBezTo>
                    <a:pt x="15048" y="0"/>
                    <a:pt x="14998" y="15"/>
                    <a:pt x="14945" y="47"/>
                  </a:cubicBezTo>
                  <a:lnTo>
                    <a:pt x="301" y="8520"/>
                  </a:lnTo>
                  <a:cubicBezTo>
                    <a:pt x="134" y="8620"/>
                    <a:pt x="34" y="8820"/>
                    <a:pt x="1" y="9020"/>
                  </a:cubicBezTo>
                  <a:cubicBezTo>
                    <a:pt x="1" y="9133"/>
                    <a:pt x="62" y="9201"/>
                    <a:pt x="154" y="9201"/>
                  </a:cubicBezTo>
                  <a:cubicBezTo>
                    <a:pt x="197" y="9201"/>
                    <a:pt x="247" y="9186"/>
                    <a:pt x="301" y="9154"/>
                  </a:cubicBezTo>
                  <a:lnTo>
                    <a:pt x="14945" y="681"/>
                  </a:lnTo>
                  <a:cubicBezTo>
                    <a:pt x="15111" y="581"/>
                    <a:pt x="15245" y="381"/>
                    <a:pt x="15245" y="180"/>
                  </a:cubicBezTo>
                  <a:cubicBezTo>
                    <a:pt x="15245" y="67"/>
                    <a:pt x="15183" y="0"/>
                    <a:pt x="150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1"/>
            <p:cNvSpPr/>
            <p:nvPr/>
          </p:nvSpPr>
          <p:spPr>
            <a:xfrm>
              <a:off x="3729500" y="3044775"/>
              <a:ext cx="97600" cy="65750"/>
            </a:xfrm>
            <a:custGeom>
              <a:avLst/>
              <a:gdLst/>
              <a:ahLst/>
              <a:cxnLst/>
              <a:rect l="l" t="t" r="r" b="b"/>
              <a:pathLst>
                <a:path w="3904" h="2630" extrusionOk="0">
                  <a:moveTo>
                    <a:pt x="3750" y="1"/>
                  </a:moveTo>
                  <a:cubicBezTo>
                    <a:pt x="3707" y="1"/>
                    <a:pt x="3657" y="16"/>
                    <a:pt x="3603" y="48"/>
                  </a:cubicBezTo>
                  <a:lnTo>
                    <a:pt x="301" y="1949"/>
                  </a:lnTo>
                  <a:cubicBezTo>
                    <a:pt x="134" y="2049"/>
                    <a:pt x="34" y="2249"/>
                    <a:pt x="1" y="2449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603" y="682"/>
                  </a:lnTo>
                  <a:cubicBezTo>
                    <a:pt x="3770" y="581"/>
                    <a:pt x="3870" y="415"/>
                    <a:pt x="3903" y="181"/>
                  </a:cubicBezTo>
                  <a:cubicBezTo>
                    <a:pt x="3903" y="68"/>
                    <a:pt x="3842" y="1"/>
                    <a:pt x="375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1"/>
            <p:cNvSpPr/>
            <p:nvPr/>
          </p:nvSpPr>
          <p:spPr>
            <a:xfrm>
              <a:off x="4279900" y="2526750"/>
              <a:ext cx="48375" cy="134800"/>
            </a:xfrm>
            <a:custGeom>
              <a:avLst/>
              <a:gdLst/>
              <a:ahLst/>
              <a:cxnLst/>
              <a:rect l="l" t="t" r="r" b="b"/>
              <a:pathLst>
                <a:path w="1935" h="5392" extrusionOk="0">
                  <a:moveTo>
                    <a:pt x="1109" y="1"/>
                  </a:moveTo>
                  <a:cubicBezTo>
                    <a:pt x="718" y="1"/>
                    <a:pt x="331" y="121"/>
                    <a:pt x="0" y="354"/>
                  </a:cubicBezTo>
                  <a:lnTo>
                    <a:pt x="0" y="5391"/>
                  </a:lnTo>
                  <a:lnTo>
                    <a:pt x="1935" y="187"/>
                  </a:lnTo>
                  <a:cubicBezTo>
                    <a:pt x="1671" y="62"/>
                    <a:pt x="1389" y="1"/>
                    <a:pt x="1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1"/>
            <p:cNvSpPr/>
            <p:nvPr/>
          </p:nvSpPr>
          <p:spPr>
            <a:xfrm>
              <a:off x="4231525" y="2535600"/>
              <a:ext cx="48400" cy="126775"/>
            </a:xfrm>
            <a:custGeom>
              <a:avLst/>
              <a:gdLst/>
              <a:ahLst/>
              <a:cxnLst/>
              <a:rect l="l" t="t" r="r" b="b"/>
              <a:pathLst>
                <a:path w="1936" h="5071" extrusionOk="0">
                  <a:moveTo>
                    <a:pt x="1935" y="0"/>
                  </a:moveTo>
                  <a:cubicBezTo>
                    <a:pt x="1135" y="500"/>
                    <a:pt x="468" y="1234"/>
                    <a:pt x="1" y="2068"/>
                  </a:cubicBezTo>
                  <a:lnTo>
                    <a:pt x="1935" y="5070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1"/>
            <p:cNvSpPr/>
            <p:nvPr/>
          </p:nvSpPr>
          <p:spPr>
            <a:xfrm>
              <a:off x="4201500" y="2587300"/>
              <a:ext cx="78425" cy="80900"/>
            </a:xfrm>
            <a:custGeom>
              <a:avLst/>
              <a:gdLst/>
              <a:ahLst/>
              <a:cxnLst/>
              <a:rect l="l" t="t" r="r" b="b"/>
              <a:pathLst>
                <a:path w="3137" h="3236" extrusionOk="0">
                  <a:moveTo>
                    <a:pt x="1202" y="0"/>
                  </a:moveTo>
                  <a:cubicBezTo>
                    <a:pt x="634" y="1001"/>
                    <a:pt x="234" y="2102"/>
                    <a:pt x="1" y="3236"/>
                  </a:cubicBezTo>
                  <a:lnTo>
                    <a:pt x="3136" y="3002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1"/>
            <p:cNvSpPr/>
            <p:nvPr/>
          </p:nvSpPr>
          <p:spPr>
            <a:xfrm>
              <a:off x="4201500" y="2535600"/>
              <a:ext cx="78425" cy="132600"/>
            </a:xfrm>
            <a:custGeom>
              <a:avLst/>
              <a:gdLst/>
              <a:ahLst/>
              <a:cxnLst/>
              <a:rect l="l" t="t" r="r" b="b"/>
              <a:pathLst>
                <a:path w="3137" h="5304" extrusionOk="0">
                  <a:moveTo>
                    <a:pt x="3136" y="0"/>
                  </a:moveTo>
                  <a:cubicBezTo>
                    <a:pt x="2336" y="500"/>
                    <a:pt x="1669" y="1234"/>
                    <a:pt x="1202" y="2068"/>
                  </a:cubicBezTo>
                  <a:cubicBezTo>
                    <a:pt x="634" y="3069"/>
                    <a:pt x="234" y="4170"/>
                    <a:pt x="1" y="5304"/>
                  </a:cubicBezTo>
                  <a:lnTo>
                    <a:pt x="3136" y="5070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1"/>
            <p:cNvSpPr/>
            <p:nvPr/>
          </p:nvSpPr>
          <p:spPr>
            <a:xfrm>
              <a:off x="4279900" y="2531425"/>
              <a:ext cx="77575" cy="130125"/>
            </a:xfrm>
            <a:custGeom>
              <a:avLst/>
              <a:gdLst/>
              <a:ahLst/>
              <a:cxnLst/>
              <a:rect l="l" t="t" r="r" b="b"/>
              <a:pathLst>
                <a:path w="3103" h="5205" extrusionOk="0">
                  <a:moveTo>
                    <a:pt x="1935" y="0"/>
                  </a:moveTo>
                  <a:lnTo>
                    <a:pt x="0" y="5204"/>
                  </a:lnTo>
                  <a:lnTo>
                    <a:pt x="3102" y="1835"/>
                  </a:lnTo>
                  <a:cubicBezTo>
                    <a:pt x="3002" y="1068"/>
                    <a:pt x="2569" y="401"/>
                    <a:pt x="193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1"/>
            <p:cNvSpPr/>
            <p:nvPr/>
          </p:nvSpPr>
          <p:spPr>
            <a:xfrm>
              <a:off x="4197325" y="2661525"/>
              <a:ext cx="82600" cy="85075"/>
            </a:xfrm>
            <a:custGeom>
              <a:avLst/>
              <a:gdLst/>
              <a:ahLst/>
              <a:cxnLst/>
              <a:rect l="l" t="t" r="r" b="b"/>
              <a:pathLst>
                <a:path w="3304" h="3403" extrusionOk="0">
                  <a:moveTo>
                    <a:pt x="3303" y="0"/>
                  </a:moveTo>
                  <a:lnTo>
                    <a:pt x="168" y="234"/>
                  </a:lnTo>
                  <a:cubicBezTo>
                    <a:pt x="68" y="801"/>
                    <a:pt x="34" y="1368"/>
                    <a:pt x="34" y="1901"/>
                  </a:cubicBezTo>
                  <a:cubicBezTo>
                    <a:pt x="1" y="2402"/>
                    <a:pt x="68" y="2902"/>
                    <a:pt x="168" y="3402"/>
                  </a:cubicBezTo>
                  <a:lnTo>
                    <a:pt x="3303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1"/>
            <p:cNvSpPr/>
            <p:nvPr/>
          </p:nvSpPr>
          <p:spPr>
            <a:xfrm>
              <a:off x="4279900" y="2655675"/>
              <a:ext cx="78400" cy="80925"/>
            </a:xfrm>
            <a:custGeom>
              <a:avLst/>
              <a:gdLst/>
              <a:ahLst/>
              <a:cxnLst/>
              <a:rect l="l" t="t" r="r" b="b"/>
              <a:pathLst>
                <a:path w="3136" h="3237" extrusionOk="0">
                  <a:moveTo>
                    <a:pt x="3136" y="1"/>
                  </a:moveTo>
                  <a:lnTo>
                    <a:pt x="0" y="267"/>
                  </a:lnTo>
                  <a:lnTo>
                    <a:pt x="1935" y="3236"/>
                  </a:lnTo>
                  <a:cubicBezTo>
                    <a:pt x="2502" y="2235"/>
                    <a:pt x="2902" y="1135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1"/>
            <p:cNvSpPr/>
            <p:nvPr/>
          </p:nvSpPr>
          <p:spPr>
            <a:xfrm>
              <a:off x="4231525" y="2662350"/>
              <a:ext cx="48400" cy="134775"/>
            </a:xfrm>
            <a:custGeom>
              <a:avLst/>
              <a:gdLst/>
              <a:ahLst/>
              <a:cxnLst/>
              <a:rect l="l" t="t" r="r" b="b"/>
              <a:pathLst>
                <a:path w="1936" h="5391" extrusionOk="0">
                  <a:moveTo>
                    <a:pt x="1935" y="0"/>
                  </a:moveTo>
                  <a:lnTo>
                    <a:pt x="1" y="5204"/>
                  </a:lnTo>
                  <a:cubicBezTo>
                    <a:pt x="265" y="5329"/>
                    <a:pt x="547" y="5391"/>
                    <a:pt x="826" y="5391"/>
                  </a:cubicBezTo>
                  <a:cubicBezTo>
                    <a:pt x="1217" y="5391"/>
                    <a:pt x="1605" y="5271"/>
                    <a:pt x="1935" y="5037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1"/>
            <p:cNvSpPr/>
            <p:nvPr/>
          </p:nvSpPr>
          <p:spPr>
            <a:xfrm>
              <a:off x="4201500" y="2662350"/>
              <a:ext cx="78425" cy="130125"/>
            </a:xfrm>
            <a:custGeom>
              <a:avLst/>
              <a:gdLst/>
              <a:ahLst/>
              <a:cxnLst/>
              <a:rect l="l" t="t" r="r" b="b"/>
              <a:pathLst>
                <a:path w="3137" h="5205" extrusionOk="0">
                  <a:moveTo>
                    <a:pt x="3136" y="0"/>
                  </a:moveTo>
                  <a:lnTo>
                    <a:pt x="1" y="3369"/>
                  </a:lnTo>
                  <a:cubicBezTo>
                    <a:pt x="134" y="4103"/>
                    <a:pt x="568" y="4770"/>
                    <a:pt x="1202" y="5204"/>
                  </a:cubicBezTo>
                  <a:lnTo>
                    <a:pt x="313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1"/>
            <p:cNvSpPr/>
            <p:nvPr/>
          </p:nvSpPr>
          <p:spPr>
            <a:xfrm>
              <a:off x="4279900" y="2578125"/>
              <a:ext cx="82575" cy="84250"/>
            </a:xfrm>
            <a:custGeom>
              <a:avLst/>
              <a:gdLst/>
              <a:ahLst/>
              <a:cxnLst/>
              <a:rect l="l" t="t" r="r" b="b"/>
              <a:pathLst>
                <a:path w="3303" h="3370" extrusionOk="0">
                  <a:moveTo>
                    <a:pt x="3136" y="0"/>
                  </a:moveTo>
                  <a:lnTo>
                    <a:pt x="0" y="3369"/>
                  </a:lnTo>
                  <a:lnTo>
                    <a:pt x="3136" y="3136"/>
                  </a:lnTo>
                  <a:cubicBezTo>
                    <a:pt x="3236" y="2569"/>
                    <a:pt x="3303" y="2002"/>
                    <a:pt x="3303" y="1468"/>
                  </a:cubicBezTo>
                  <a:cubicBezTo>
                    <a:pt x="3303" y="968"/>
                    <a:pt x="3236" y="467"/>
                    <a:pt x="31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1"/>
            <p:cNvSpPr/>
            <p:nvPr/>
          </p:nvSpPr>
          <p:spPr>
            <a:xfrm>
              <a:off x="4279900" y="2662350"/>
              <a:ext cx="48375" cy="125950"/>
            </a:xfrm>
            <a:custGeom>
              <a:avLst/>
              <a:gdLst/>
              <a:ahLst/>
              <a:cxnLst/>
              <a:rect l="l" t="t" r="r" b="b"/>
              <a:pathLst>
                <a:path w="1935" h="5038" extrusionOk="0">
                  <a:moveTo>
                    <a:pt x="0" y="0"/>
                  </a:moveTo>
                  <a:lnTo>
                    <a:pt x="0" y="5037"/>
                  </a:lnTo>
                  <a:cubicBezTo>
                    <a:pt x="801" y="4537"/>
                    <a:pt x="1468" y="3803"/>
                    <a:pt x="1935" y="296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1"/>
            <p:cNvSpPr/>
            <p:nvPr/>
          </p:nvSpPr>
          <p:spPr>
            <a:xfrm>
              <a:off x="4231525" y="2804600"/>
              <a:ext cx="96750" cy="65775"/>
            </a:xfrm>
            <a:custGeom>
              <a:avLst/>
              <a:gdLst/>
              <a:ahLst/>
              <a:cxnLst/>
              <a:rect l="l" t="t" r="r" b="b"/>
              <a:pathLst>
                <a:path w="3870" h="2631" extrusionOk="0">
                  <a:moveTo>
                    <a:pt x="3717" y="1"/>
                  </a:moveTo>
                  <a:cubicBezTo>
                    <a:pt x="3673" y="1"/>
                    <a:pt x="3623" y="16"/>
                    <a:pt x="3570" y="48"/>
                  </a:cubicBezTo>
                  <a:lnTo>
                    <a:pt x="301" y="1949"/>
                  </a:lnTo>
                  <a:cubicBezTo>
                    <a:pt x="134" y="2049"/>
                    <a:pt x="1" y="2216"/>
                    <a:pt x="1" y="2450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570" y="682"/>
                  </a:lnTo>
                  <a:cubicBezTo>
                    <a:pt x="3737" y="582"/>
                    <a:pt x="3870" y="381"/>
                    <a:pt x="3870" y="181"/>
                  </a:cubicBezTo>
                  <a:cubicBezTo>
                    <a:pt x="3870" y="68"/>
                    <a:pt x="3808" y="1"/>
                    <a:pt x="37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4213175" y="2843000"/>
              <a:ext cx="133450" cy="87375"/>
            </a:xfrm>
            <a:custGeom>
              <a:avLst/>
              <a:gdLst/>
              <a:ahLst/>
              <a:cxnLst/>
              <a:rect l="l" t="t" r="r" b="b"/>
              <a:pathLst>
                <a:path w="5338" h="3495" extrusionOk="0">
                  <a:moveTo>
                    <a:pt x="5180" y="0"/>
                  </a:moveTo>
                  <a:cubicBezTo>
                    <a:pt x="5138" y="0"/>
                    <a:pt x="5089" y="15"/>
                    <a:pt x="5038" y="46"/>
                  </a:cubicBezTo>
                  <a:lnTo>
                    <a:pt x="301" y="2782"/>
                  </a:lnTo>
                  <a:cubicBezTo>
                    <a:pt x="134" y="2882"/>
                    <a:pt x="34" y="3082"/>
                    <a:pt x="1" y="3282"/>
                  </a:cubicBezTo>
                  <a:cubicBezTo>
                    <a:pt x="1" y="3420"/>
                    <a:pt x="64" y="3495"/>
                    <a:pt x="159" y="3495"/>
                  </a:cubicBezTo>
                  <a:cubicBezTo>
                    <a:pt x="201" y="3495"/>
                    <a:pt x="249" y="3480"/>
                    <a:pt x="301" y="3449"/>
                  </a:cubicBezTo>
                  <a:lnTo>
                    <a:pt x="5038" y="713"/>
                  </a:lnTo>
                  <a:cubicBezTo>
                    <a:pt x="5204" y="580"/>
                    <a:pt x="5338" y="413"/>
                    <a:pt x="5338" y="213"/>
                  </a:cubicBezTo>
                  <a:cubicBezTo>
                    <a:pt x="5338" y="75"/>
                    <a:pt x="5274" y="0"/>
                    <a:pt x="51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1"/>
            <p:cNvSpPr/>
            <p:nvPr/>
          </p:nvSpPr>
          <p:spPr>
            <a:xfrm>
              <a:off x="4213175" y="2891875"/>
              <a:ext cx="133450" cy="86900"/>
            </a:xfrm>
            <a:custGeom>
              <a:avLst/>
              <a:gdLst/>
              <a:ahLst/>
              <a:cxnLst/>
              <a:rect l="l" t="t" r="r" b="b"/>
              <a:pathLst>
                <a:path w="5338" h="3476" extrusionOk="0">
                  <a:moveTo>
                    <a:pt x="5158" y="0"/>
                  </a:moveTo>
                  <a:cubicBezTo>
                    <a:pt x="5122" y="0"/>
                    <a:pt x="5081" y="9"/>
                    <a:pt x="5038" y="26"/>
                  </a:cubicBezTo>
                  <a:lnTo>
                    <a:pt x="301" y="2795"/>
                  </a:lnTo>
                  <a:cubicBezTo>
                    <a:pt x="134" y="2895"/>
                    <a:pt x="34" y="3095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7" y="3475"/>
                    <a:pt x="247" y="3461"/>
                    <a:pt x="301" y="3428"/>
                  </a:cubicBezTo>
                  <a:lnTo>
                    <a:pt x="5038" y="693"/>
                  </a:lnTo>
                  <a:cubicBezTo>
                    <a:pt x="5204" y="593"/>
                    <a:pt x="5338" y="393"/>
                    <a:pt x="5338" y="193"/>
                  </a:cubicBezTo>
                  <a:cubicBezTo>
                    <a:pt x="5338" y="69"/>
                    <a:pt x="5264" y="0"/>
                    <a:pt x="51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1"/>
            <p:cNvSpPr/>
            <p:nvPr/>
          </p:nvSpPr>
          <p:spPr>
            <a:xfrm>
              <a:off x="4213175" y="2941375"/>
              <a:ext cx="133450" cy="86900"/>
            </a:xfrm>
            <a:custGeom>
              <a:avLst/>
              <a:gdLst/>
              <a:ahLst/>
              <a:cxnLst/>
              <a:rect l="l" t="t" r="r" b="b"/>
              <a:pathLst>
                <a:path w="5338" h="3476" extrusionOk="0">
                  <a:moveTo>
                    <a:pt x="5184" y="0"/>
                  </a:moveTo>
                  <a:cubicBezTo>
                    <a:pt x="5141" y="0"/>
                    <a:pt x="5091" y="15"/>
                    <a:pt x="5038" y="47"/>
                  </a:cubicBezTo>
                  <a:lnTo>
                    <a:pt x="301" y="2783"/>
                  </a:lnTo>
                  <a:cubicBezTo>
                    <a:pt x="134" y="2883"/>
                    <a:pt x="34" y="3083"/>
                    <a:pt x="1" y="3283"/>
                  </a:cubicBezTo>
                  <a:cubicBezTo>
                    <a:pt x="1" y="3407"/>
                    <a:pt x="74" y="3475"/>
                    <a:pt x="180" y="3475"/>
                  </a:cubicBezTo>
                  <a:cubicBezTo>
                    <a:pt x="217" y="3475"/>
                    <a:pt x="258" y="3467"/>
                    <a:pt x="301" y="3450"/>
                  </a:cubicBezTo>
                  <a:lnTo>
                    <a:pt x="5038" y="681"/>
                  </a:lnTo>
                  <a:cubicBezTo>
                    <a:pt x="5204" y="581"/>
                    <a:pt x="5338" y="414"/>
                    <a:pt x="5338" y="181"/>
                  </a:cubicBezTo>
                  <a:cubicBezTo>
                    <a:pt x="5338" y="68"/>
                    <a:pt x="5276" y="0"/>
                    <a:pt x="51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1"/>
            <p:cNvSpPr/>
            <p:nvPr/>
          </p:nvSpPr>
          <p:spPr>
            <a:xfrm>
              <a:off x="4575950" y="2355125"/>
              <a:ext cx="48375" cy="134625"/>
            </a:xfrm>
            <a:custGeom>
              <a:avLst/>
              <a:gdLst/>
              <a:ahLst/>
              <a:cxnLst/>
              <a:rect l="l" t="t" r="r" b="b"/>
              <a:pathLst>
                <a:path w="1935" h="5385" extrusionOk="0">
                  <a:moveTo>
                    <a:pt x="1103" y="1"/>
                  </a:moveTo>
                  <a:cubicBezTo>
                    <a:pt x="725" y="1"/>
                    <a:pt x="341" y="120"/>
                    <a:pt x="0" y="348"/>
                  </a:cubicBezTo>
                  <a:lnTo>
                    <a:pt x="0" y="5384"/>
                  </a:lnTo>
                  <a:lnTo>
                    <a:pt x="1935" y="214"/>
                  </a:lnTo>
                  <a:cubicBezTo>
                    <a:pt x="1675" y="70"/>
                    <a:pt x="1391" y="1"/>
                    <a:pt x="11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1"/>
            <p:cNvSpPr/>
            <p:nvPr/>
          </p:nvSpPr>
          <p:spPr>
            <a:xfrm>
              <a:off x="4528400" y="2363800"/>
              <a:ext cx="47575" cy="125950"/>
            </a:xfrm>
            <a:custGeom>
              <a:avLst/>
              <a:gdLst/>
              <a:ahLst/>
              <a:cxnLst/>
              <a:rect l="l" t="t" r="r" b="b"/>
              <a:pathLst>
                <a:path w="1903" h="5038" extrusionOk="0">
                  <a:moveTo>
                    <a:pt x="1902" y="1"/>
                  </a:moveTo>
                  <a:cubicBezTo>
                    <a:pt x="1101" y="501"/>
                    <a:pt x="434" y="1235"/>
                    <a:pt x="1" y="2069"/>
                  </a:cubicBezTo>
                  <a:lnTo>
                    <a:pt x="1902" y="5037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1"/>
            <p:cNvSpPr/>
            <p:nvPr/>
          </p:nvSpPr>
          <p:spPr>
            <a:xfrm>
              <a:off x="4498375" y="2415500"/>
              <a:ext cx="78425" cy="80925"/>
            </a:xfrm>
            <a:custGeom>
              <a:avLst/>
              <a:gdLst/>
              <a:ahLst/>
              <a:cxnLst/>
              <a:rect l="l" t="t" r="r" b="b"/>
              <a:pathLst>
                <a:path w="3137" h="3237" extrusionOk="0">
                  <a:moveTo>
                    <a:pt x="1202" y="1"/>
                  </a:moveTo>
                  <a:cubicBezTo>
                    <a:pt x="601" y="1001"/>
                    <a:pt x="201" y="2102"/>
                    <a:pt x="1" y="3236"/>
                  </a:cubicBezTo>
                  <a:lnTo>
                    <a:pt x="3136" y="3003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1"/>
            <p:cNvSpPr/>
            <p:nvPr/>
          </p:nvSpPr>
          <p:spPr>
            <a:xfrm>
              <a:off x="4576775" y="2360475"/>
              <a:ext cx="77575" cy="130100"/>
            </a:xfrm>
            <a:custGeom>
              <a:avLst/>
              <a:gdLst/>
              <a:ahLst/>
              <a:cxnLst/>
              <a:rect l="l" t="t" r="r" b="b"/>
              <a:pathLst>
                <a:path w="3103" h="5204" extrusionOk="0">
                  <a:moveTo>
                    <a:pt x="1902" y="0"/>
                  </a:moveTo>
                  <a:lnTo>
                    <a:pt x="0" y="5204"/>
                  </a:lnTo>
                  <a:lnTo>
                    <a:pt x="3103" y="1835"/>
                  </a:lnTo>
                  <a:cubicBezTo>
                    <a:pt x="3003" y="1068"/>
                    <a:pt x="2569" y="400"/>
                    <a:pt x="19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1"/>
            <p:cNvSpPr/>
            <p:nvPr/>
          </p:nvSpPr>
          <p:spPr>
            <a:xfrm>
              <a:off x="4494225" y="2489725"/>
              <a:ext cx="82575" cy="85075"/>
            </a:xfrm>
            <a:custGeom>
              <a:avLst/>
              <a:gdLst/>
              <a:ahLst/>
              <a:cxnLst/>
              <a:rect l="l" t="t" r="r" b="b"/>
              <a:pathLst>
                <a:path w="3303" h="3403" extrusionOk="0">
                  <a:moveTo>
                    <a:pt x="3302" y="0"/>
                  </a:moveTo>
                  <a:lnTo>
                    <a:pt x="167" y="234"/>
                  </a:lnTo>
                  <a:cubicBezTo>
                    <a:pt x="67" y="801"/>
                    <a:pt x="0" y="1368"/>
                    <a:pt x="0" y="1902"/>
                  </a:cubicBezTo>
                  <a:cubicBezTo>
                    <a:pt x="0" y="2402"/>
                    <a:pt x="67" y="2903"/>
                    <a:pt x="167" y="3403"/>
                  </a:cubicBezTo>
                  <a:lnTo>
                    <a:pt x="33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1"/>
            <p:cNvSpPr/>
            <p:nvPr/>
          </p:nvSpPr>
          <p:spPr>
            <a:xfrm>
              <a:off x="4575950" y="2483875"/>
              <a:ext cx="78400" cy="80925"/>
            </a:xfrm>
            <a:custGeom>
              <a:avLst/>
              <a:gdLst/>
              <a:ahLst/>
              <a:cxnLst/>
              <a:rect l="l" t="t" r="r" b="b"/>
              <a:pathLst>
                <a:path w="3136" h="3237" extrusionOk="0">
                  <a:moveTo>
                    <a:pt x="3136" y="1"/>
                  </a:moveTo>
                  <a:lnTo>
                    <a:pt x="0" y="234"/>
                  </a:lnTo>
                  <a:lnTo>
                    <a:pt x="1935" y="3237"/>
                  </a:lnTo>
                  <a:cubicBezTo>
                    <a:pt x="2535" y="2236"/>
                    <a:pt x="2935" y="1135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1"/>
            <p:cNvSpPr/>
            <p:nvPr/>
          </p:nvSpPr>
          <p:spPr>
            <a:xfrm>
              <a:off x="4528400" y="2489725"/>
              <a:ext cx="47575" cy="135625"/>
            </a:xfrm>
            <a:custGeom>
              <a:avLst/>
              <a:gdLst/>
              <a:ahLst/>
              <a:cxnLst/>
              <a:rect l="l" t="t" r="r" b="b"/>
              <a:pathLst>
                <a:path w="1903" h="5425" extrusionOk="0">
                  <a:moveTo>
                    <a:pt x="1902" y="0"/>
                  </a:moveTo>
                  <a:lnTo>
                    <a:pt x="1" y="5238"/>
                  </a:lnTo>
                  <a:cubicBezTo>
                    <a:pt x="251" y="5363"/>
                    <a:pt x="525" y="5424"/>
                    <a:pt x="800" y="5424"/>
                  </a:cubicBezTo>
                  <a:cubicBezTo>
                    <a:pt x="1184" y="5424"/>
                    <a:pt x="1571" y="5304"/>
                    <a:pt x="1902" y="5071"/>
                  </a:cubicBezTo>
                  <a:lnTo>
                    <a:pt x="19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1"/>
            <p:cNvSpPr/>
            <p:nvPr/>
          </p:nvSpPr>
          <p:spPr>
            <a:xfrm>
              <a:off x="4498375" y="2490550"/>
              <a:ext cx="78425" cy="130125"/>
            </a:xfrm>
            <a:custGeom>
              <a:avLst/>
              <a:gdLst/>
              <a:ahLst/>
              <a:cxnLst/>
              <a:rect l="l" t="t" r="r" b="b"/>
              <a:pathLst>
                <a:path w="3137" h="5205" extrusionOk="0">
                  <a:moveTo>
                    <a:pt x="3136" y="1"/>
                  </a:moveTo>
                  <a:lnTo>
                    <a:pt x="1" y="3370"/>
                  </a:lnTo>
                  <a:cubicBezTo>
                    <a:pt x="134" y="4104"/>
                    <a:pt x="568" y="4771"/>
                    <a:pt x="1202" y="5205"/>
                  </a:cubicBezTo>
                  <a:lnTo>
                    <a:pt x="31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1"/>
            <p:cNvSpPr/>
            <p:nvPr/>
          </p:nvSpPr>
          <p:spPr>
            <a:xfrm>
              <a:off x="4494225" y="2363800"/>
              <a:ext cx="81750" cy="256875"/>
            </a:xfrm>
            <a:custGeom>
              <a:avLst/>
              <a:gdLst/>
              <a:ahLst/>
              <a:cxnLst/>
              <a:rect l="l" t="t" r="r" b="b"/>
              <a:pathLst>
                <a:path w="3270" h="10275" extrusionOk="0">
                  <a:moveTo>
                    <a:pt x="3269" y="1"/>
                  </a:moveTo>
                  <a:cubicBezTo>
                    <a:pt x="2468" y="501"/>
                    <a:pt x="1801" y="1235"/>
                    <a:pt x="1368" y="2069"/>
                  </a:cubicBezTo>
                  <a:cubicBezTo>
                    <a:pt x="767" y="3069"/>
                    <a:pt x="367" y="4170"/>
                    <a:pt x="167" y="5304"/>
                  </a:cubicBezTo>
                  <a:cubicBezTo>
                    <a:pt x="67" y="5838"/>
                    <a:pt x="0" y="6405"/>
                    <a:pt x="0" y="6972"/>
                  </a:cubicBezTo>
                  <a:cubicBezTo>
                    <a:pt x="0" y="7473"/>
                    <a:pt x="67" y="7940"/>
                    <a:pt x="167" y="8440"/>
                  </a:cubicBezTo>
                  <a:cubicBezTo>
                    <a:pt x="300" y="9174"/>
                    <a:pt x="734" y="9841"/>
                    <a:pt x="1368" y="10275"/>
                  </a:cubicBezTo>
                  <a:lnTo>
                    <a:pt x="3269" y="5037"/>
                  </a:lnTo>
                  <a:lnTo>
                    <a:pt x="32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1"/>
            <p:cNvSpPr/>
            <p:nvPr/>
          </p:nvSpPr>
          <p:spPr>
            <a:xfrm>
              <a:off x="4575950" y="2406325"/>
              <a:ext cx="82575" cy="84250"/>
            </a:xfrm>
            <a:custGeom>
              <a:avLst/>
              <a:gdLst/>
              <a:ahLst/>
              <a:cxnLst/>
              <a:rect l="l" t="t" r="r" b="b"/>
              <a:pathLst>
                <a:path w="3303" h="3370" extrusionOk="0">
                  <a:moveTo>
                    <a:pt x="3136" y="1"/>
                  </a:moveTo>
                  <a:lnTo>
                    <a:pt x="0" y="3370"/>
                  </a:lnTo>
                  <a:lnTo>
                    <a:pt x="3136" y="3136"/>
                  </a:lnTo>
                  <a:cubicBezTo>
                    <a:pt x="3236" y="2603"/>
                    <a:pt x="3302" y="2036"/>
                    <a:pt x="3302" y="1468"/>
                  </a:cubicBezTo>
                  <a:cubicBezTo>
                    <a:pt x="3302" y="968"/>
                    <a:pt x="3269" y="468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1"/>
            <p:cNvSpPr/>
            <p:nvPr/>
          </p:nvSpPr>
          <p:spPr>
            <a:xfrm>
              <a:off x="4576775" y="2489725"/>
              <a:ext cx="47550" cy="126775"/>
            </a:xfrm>
            <a:custGeom>
              <a:avLst/>
              <a:gdLst/>
              <a:ahLst/>
              <a:cxnLst/>
              <a:rect l="l" t="t" r="r" b="b"/>
              <a:pathLst>
                <a:path w="1902" h="5071" extrusionOk="0">
                  <a:moveTo>
                    <a:pt x="0" y="0"/>
                  </a:moveTo>
                  <a:lnTo>
                    <a:pt x="0" y="5071"/>
                  </a:lnTo>
                  <a:cubicBezTo>
                    <a:pt x="801" y="4570"/>
                    <a:pt x="1468" y="3837"/>
                    <a:pt x="1902" y="30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1"/>
            <p:cNvSpPr/>
            <p:nvPr/>
          </p:nvSpPr>
          <p:spPr>
            <a:xfrm>
              <a:off x="4527575" y="2633350"/>
              <a:ext cx="97600" cy="66025"/>
            </a:xfrm>
            <a:custGeom>
              <a:avLst/>
              <a:gdLst/>
              <a:ahLst/>
              <a:cxnLst/>
              <a:rect l="l" t="t" r="r" b="b"/>
              <a:pathLst>
                <a:path w="3904" h="2641" extrusionOk="0">
                  <a:moveTo>
                    <a:pt x="3724" y="1"/>
                  </a:moveTo>
                  <a:cubicBezTo>
                    <a:pt x="3687" y="1"/>
                    <a:pt x="3646" y="9"/>
                    <a:pt x="3603" y="26"/>
                  </a:cubicBezTo>
                  <a:lnTo>
                    <a:pt x="301" y="1928"/>
                  </a:lnTo>
                  <a:cubicBezTo>
                    <a:pt x="134" y="2061"/>
                    <a:pt x="34" y="2228"/>
                    <a:pt x="0" y="2428"/>
                  </a:cubicBezTo>
                  <a:cubicBezTo>
                    <a:pt x="0" y="2566"/>
                    <a:pt x="64" y="2641"/>
                    <a:pt x="158" y="2641"/>
                  </a:cubicBezTo>
                  <a:cubicBezTo>
                    <a:pt x="200" y="2641"/>
                    <a:pt x="249" y="2626"/>
                    <a:pt x="301" y="2595"/>
                  </a:cubicBezTo>
                  <a:lnTo>
                    <a:pt x="3603" y="693"/>
                  </a:lnTo>
                  <a:cubicBezTo>
                    <a:pt x="3770" y="593"/>
                    <a:pt x="3870" y="393"/>
                    <a:pt x="3903" y="193"/>
                  </a:cubicBezTo>
                  <a:cubicBezTo>
                    <a:pt x="3903" y="69"/>
                    <a:pt x="3830" y="1"/>
                    <a:pt x="37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1"/>
            <p:cNvSpPr/>
            <p:nvPr/>
          </p:nvSpPr>
          <p:spPr>
            <a:xfrm>
              <a:off x="4510050" y="2671725"/>
              <a:ext cx="132625" cy="86900"/>
            </a:xfrm>
            <a:custGeom>
              <a:avLst/>
              <a:gdLst/>
              <a:ahLst/>
              <a:cxnLst/>
              <a:rect l="l" t="t" r="r" b="b"/>
              <a:pathLst>
                <a:path w="5305" h="3476" extrusionOk="0">
                  <a:moveTo>
                    <a:pt x="5125" y="0"/>
                  </a:moveTo>
                  <a:cubicBezTo>
                    <a:pt x="5088" y="0"/>
                    <a:pt x="5047" y="8"/>
                    <a:pt x="5004" y="26"/>
                  </a:cubicBezTo>
                  <a:lnTo>
                    <a:pt x="301" y="2794"/>
                  </a:lnTo>
                  <a:cubicBezTo>
                    <a:pt x="134" y="2894"/>
                    <a:pt x="1" y="3095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8" y="3475"/>
                    <a:pt x="248" y="3460"/>
                    <a:pt x="301" y="3428"/>
                  </a:cubicBezTo>
                  <a:lnTo>
                    <a:pt x="5004" y="693"/>
                  </a:lnTo>
                  <a:cubicBezTo>
                    <a:pt x="5205" y="593"/>
                    <a:pt x="5305" y="393"/>
                    <a:pt x="5305" y="192"/>
                  </a:cubicBezTo>
                  <a:cubicBezTo>
                    <a:pt x="5305" y="69"/>
                    <a:pt x="5231" y="0"/>
                    <a:pt x="51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1"/>
            <p:cNvSpPr/>
            <p:nvPr/>
          </p:nvSpPr>
          <p:spPr>
            <a:xfrm>
              <a:off x="4510050" y="2720925"/>
              <a:ext cx="132625" cy="86900"/>
            </a:xfrm>
            <a:custGeom>
              <a:avLst/>
              <a:gdLst/>
              <a:ahLst/>
              <a:cxnLst/>
              <a:rect l="l" t="t" r="r" b="b"/>
              <a:pathLst>
                <a:path w="5305" h="3476" extrusionOk="0">
                  <a:moveTo>
                    <a:pt x="5125" y="0"/>
                  </a:moveTo>
                  <a:cubicBezTo>
                    <a:pt x="5088" y="0"/>
                    <a:pt x="5047" y="9"/>
                    <a:pt x="5004" y="26"/>
                  </a:cubicBezTo>
                  <a:lnTo>
                    <a:pt x="301" y="2794"/>
                  </a:lnTo>
                  <a:cubicBezTo>
                    <a:pt x="134" y="2894"/>
                    <a:pt x="1" y="3061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8" y="3475"/>
                    <a:pt x="248" y="3460"/>
                    <a:pt x="301" y="3428"/>
                  </a:cubicBezTo>
                  <a:lnTo>
                    <a:pt x="5004" y="693"/>
                  </a:lnTo>
                  <a:cubicBezTo>
                    <a:pt x="5205" y="593"/>
                    <a:pt x="5305" y="393"/>
                    <a:pt x="5305" y="193"/>
                  </a:cubicBezTo>
                  <a:cubicBezTo>
                    <a:pt x="5305" y="69"/>
                    <a:pt x="5231" y="0"/>
                    <a:pt x="51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1"/>
            <p:cNvSpPr/>
            <p:nvPr/>
          </p:nvSpPr>
          <p:spPr>
            <a:xfrm>
              <a:off x="4510050" y="2770425"/>
              <a:ext cx="132625" cy="86600"/>
            </a:xfrm>
            <a:custGeom>
              <a:avLst/>
              <a:gdLst/>
              <a:ahLst/>
              <a:cxnLst/>
              <a:rect l="l" t="t" r="r" b="b"/>
              <a:pathLst>
                <a:path w="5305" h="3464" extrusionOk="0">
                  <a:moveTo>
                    <a:pt x="5151" y="0"/>
                  </a:moveTo>
                  <a:cubicBezTo>
                    <a:pt x="5108" y="0"/>
                    <a:pt x="5058" y="15"/>
                    <a:pt x="5004" y="47"/>
                  </a:cubicBezTo>
                  <a:lnTo>
                    <a:pt x="301" y="2749"/>
                  </a:lnTo>
                  <a:cubicBezTo>
                    <a:pt x="101" y="2883"/>
                    <a:pt x="1" y="3049"/>
                    <a:pt x="1" y="3283"/>
                  </a:cubicBezTo>
                  <a:cubicBezTo>
                    <a:pt x="1" y="3396"/>
                    <a:pt x="62" y="3463"/>
                    <a:pt x="154" y="3463"/>
                  </a:cubicBezTo>
                  <a:cubicBezTo>
                    <a:pt x="198" y="3463"/>
                    <a:pt x="248" y="3448"/>
                    <a:pt x="301" y="3416"/>
                  </a:cubicBezTo>
                  <a:lnTo>
                    <a:pt x="5004" y="681"/>
                  </a:lnTo>
                  <a:cubicBezTo>
                    <a:pt x="5205" y="581"/>
                    <a:pt x="5305" y="381"/>
                    <a:pt x="5305" y="181"/>
                  </a:cubicBezTo>
                  <a:cubicBezTo>
                    <a:pt x="5305" y="67"/>
                    <a:pt x="5243" y="0"/>
                    <a:pt x="51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1"/>
            <p:cNvSpPr/>
            <p:nvPr/>
          </p:nvSpPr>
          <p:spPr>
            <a:xfrm>
              <a:off x="3869600" y="3939900"/>
              <a:ext cx="705525" cy="449050"/>
            </a:xfrm>
            <a:custGeom>
              <a:avLst/>
              <a:gdLst/>
              <a:ahLst/>
              <a:cxnLst/>
              <a:rect l="l" t="t" r="r" b="b"/>
              <a:pathLst>
                <a:path w="28221" h="17962" extrusionOk="0">
                  <a:moveTo>
                    <a:pt x="24674" y="1"/>
                  </a:moveTo>
                  <a:cubicBezTo>
                    <a:pt x="24459" y="1"/>
                    <a:pt x="24262" y="46"/>
                    <a:pt x="24084" y="135"/>
                  </a:cubicBezTo>
                  <a:cubicBezTo>
                    <a:pt x="21282" y="1536"/>
                    <a:pt x="1702" y="14112"/>
                    <a:pt x="434" y="14712"/>
                  </a:cubicBezTo>
                  <a:cubicBezTo>
                    <a:pt x="167" y="14879"/>
                    <a:pt x="1" y="15213"/>
                    <a:pt x="1" y="15546"/>
                  </a:cubicBezTo>
                  <a:cubicBezTo>
                    <a:pt x="34" y="16413"/>
                    <a:pt x="468" y="17247"/>
                    <a:pt x="1201" y="17781"/>
                  </a:cubicBezTo>
                  <a:cubicBezTo>
                    <a:pt x="1362" y="17901"/>
                    <a:pt x="1546" y="17961"/>
                    <a:pt x="1732" y="17961"/>
                  </a:cubicBezTo>
                  <a:cubicBezTo>
                    <a:pt x="1857" y="17961"/>
                    <a:pt x="1982" y="17935"/>
                    <a:pt x="2102" y="17881"/>
                  </a:cubicBezTo>
                  <a:cubicBezTo>
                    <a:pt x="4070" y="16780"/>
                    <a:pt x="23451" y="8541"/>
                    <a:pt x="27387" y="6440"/>
                  </a:cubicBezTo>
                  <a:cubicBezTo>
                    <a:pt x="27887" y="6173"/>
                    <a:pt x="28187" y="5639"/>
                    <a:pt x="28221" y="4838"/>
                  </a:cubicBezTo>
                  <a:cubicBezTo>
                    <a:pt x="28187" y="3037"/>
                    <a:pt x="27287" y="1403"/>
                    <a:pt x="25852" y="369"/>
                  </a:cubicBezTo>
                  <a:cubicBezTo>
                    <a:pt x="25419" y="121"/>
                    <a:pt x="25023" y="1"/>
                    <a:pt x="246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1"/>
            <p:cNvSpPr/>
            <p:nvPr/>
          </p:nvSpPr>
          <p:spPr>
            <a:xfrm>
              <a:off x="3870425" y="3939900"/>
              <a:ext cx="684700" cy="412025"/>
            </a:xfrm>
            <a:custGeom>
              <a:avLst/>
              <a:gdLst/>
              <a:ahLst/>
              <a:cxnLst/>
              <a:rect l="l" t="t" r="r" b="b"/>
              <a:pathLst>
                <a:path w="27388" h="16481" extrusionOk="0">
                  <a:moveTo>
                    <a:pt x="24641" y="1"/>
                  </a:moveTo>
                  <a:cubicBezTo>
                    <a:pt x="24426" y="1"/>
                    <a:pt x="24229" y="46"/>
                    <a:pt x="24051" y="135"/>
                  </a:cubicBezTo>
                  <a:lnTo>
                    <a:pt x="23985" y="168"/>
                  </a:lnTo>
                  <a:cubicBezTo>
                    <a:pt x="21450" y="1469"/>
                    <a:pt x="6872" y="10776"/>
                    <a:pt x="1936" y="13778"/>
                  </a:cubicBezTo>
                  <a:lnTo>
                    <a:pt x="1902" y="13778"/>
                  </a:lnTo>
                  <a:lnTo>
                    <a:pt x="1702" y="13912"/>
                  </a:lnTo>
                  <a:lnTo>
                    <a:pt x="1669" y="13945"/>
                  </a:lnTo>
                  <a:lnTo>
                    <a:pt x="1535" y="14012"/>
                  </a:lnTo>
                  <a:lnTo>
                    <a:pt x="1402" y="14112"/>
                  </a:lnTo>
                  <a:cubicBezTo>
                    <a:pt x="902" y="14412"/>
                    <a:pt x="535" y="14612"/>
                    <a:pt x="401" y="14679"/>
                  </a:cubicBezTo>
                  <a:cubicBezTo>
                    <a:pt x="368" y="14712"/>
                    <a:pt x="334" y="14746"/>
                    <a:pt x="301" y="14779"/>
                  </a:cubicBezTo>
                  <a:cubicBezTo>
                    <a:pt x="101" y="14979"/>
                    <a:pt x="1" y="15213"/>
                    <a:pt x="1" y="15513"/>
                  </a:cubicBezTo>
                  <a:cubicBezTo>
                    <a:pt x="1" y="15579"/>
                    <a:pt x="1" y="15680"/>
                    <a:pt x="1" y="15780"/>
                  </a:cubicBezTo>
                  <a:lnTo>
                    <a:pt x="1" y="15880"/>
                  </a:lnTo>
                  <a:cubicBezTo>
                    <a:pt x="1" y="15913"/>
                    <a:pt x="1" y="16013"/>
                    <a:pt x="34" y="16046"/>
                  </a:cubicBezTo>
                  <a:lnTo>
                    <a:pt x="68" y="16213"/>
                  </a:lnTo>
                  <a:cubicBezTo>
                    <a:pt x="68" y="16247"/>
                    <a:pt x="101" y="16313"/>
                    <a:pt x="134" y="16347"/>
                  </a:cubicBezTo>
                  <a:cubicBezTo>
                    <a:pt x="134" y="16380"/>
                    <a:pt x="168" y="16447"/>
                    <a:pt x="168" y="16480"/>
                  </a:cubicBezTo>
                  <a:lnTo>
                    <a:pt x="27387" y="2103"/>
                  </a:lnTo>
                  <a:cubicBezTo>
                    <a:pt x="27020" y="1403"/>
                    <a:pt x="26453" y="802"/>
                    <a:pt x="25819" y="369"/>
                  </a:cubicBezTo>
                  <a:cubicBezTo>
                    <a:pt x="25386" y="121"/>
                    <a:pt x="24990" y="1"/>
                    <a:pt x="246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1"/>
            <p:cNvSpPr/>
            <p:nvPr/>
          </p:nvSpPr>
          <p:spPr>
            <a:xfrm>
              <a:off x="3870425" y="4306625"/>
              <a:ext cx="61750" cy="82600"/>
            </a:xfrm>
            <a:custGeom>
              <a:avLst/>
              <a:gdLst/>
              <a:ahLst/>
              <a:cxnLst/>
              <a:rect l="l" t="t" r="r" b="b"/>
              <a:pathLst>
                <a:path w="2470" h="3304" extrusionOk="0">
                  <a:moveTo>
                    <a:pt x="703" y="0"/>
                  </a:moveTo>
                  <a:cubicBezTo>
                    <a:pt x="296" y="0"/>
                    <a:pt x="1" y="315"/>
                    <a:pt x="1" y="877"/>
                  </a:cubicBezTo>
                  <a:cubicBezTo>
                    <a:pt x="1" y="1778"/>
                    <a:pt x="435" y="2612"/>
                    <a:pt x="1168" y="3112"/>
                  </a:cubicBezTo>
                  <a:cubicBezTo>
                    <a:pt x="1379" y="3242"/>
                    <a:pt x="1580" y="3303"/>
                    <a:pt x="1759" y="3303"/>
                  </a:cubicBezTo>
                  <a:cubicBezTo>
                    <a:pt x="2175" y="3303"/>
                    <a:pt x="2469" y="2972"/>
                    <a:pt x="2469" y="2412"/>
                  </a:cubicBezTo>
                  <a:cubicBezTo>
                    <a:pt x="2436" y="1544"/>
                    <a:pt x="2002" y="710"/>
                    <a:pt x="1268" y="177"/>
                  </a:cubicBezTo>
                  <a:cubicBezTo>
                    <a:pt x="1069" y="57"/>
                    <a:pt x="876" y="0"/>
                    <a:pt x="70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1"/>
            <p:cNvSpPr/>
            <p:nvPr/>
          </p:nvSpPr>
          <p:spPr>
            <a:xfrm>
              <a:off x="3752850" y="4317950"/>
              <a:ext cx="166800" cy="126325"/>
            </a:xfrm>
            <a:custGeom>
              <a:avLst/>
              <a:gdLst/>
              <a:ahLst/>
              <a:cxnLst/>
              <a:rect l="l" t="t" r="r" b="b"/>
              <a:pathLst>
                <a:path w="6672" h="5053" extrusionOk="0">
                  <a:moveTo>
                    <a:pt x="5341" y="1"/>
                  </a:moveTo>
                  <a:cubicBezTo>
                    <a:pt x="5251" y="1"/>
                    <a:pt x="5158" y="20"/>
                    <a:pt x="5071" y="57"/>
                  </a:cubicBezTo>
                  <a:lnTo>
                    <a:pt x="334" y="2592"/>
                  </a:lnTo>
                  <a:cubicBezTo>
                    <a:pt x="134" y="2726"/>
                    <a:pt x="1" y="2959"/>
                    <a:pt x="34" y="3193"/>
                  </a:cubicBezTo>
                  <a:cubicBezTo>
                    <a:pt x="34" y="3893"/>
                    <a:pt x="367" y="4527"/>
                    <a:pt x="935" y="4927"/>
                  </a:cubicBezTo>
                  <a:cubicBezTo>
                    <a:pt x="1056" y="5008"/>
                    <a:pt x="1201" y="5052"/>
                    <a:pt x="1342" y="5052"/>
                  </a:cubicBezTo>
                  <a:cubicBezTo>
                    <a:pt x="1433" y="5052"/>
                    <a:pt x="1523" y="5034"/>
                    <a:pt x="1602" y="4994"/>
                  </a:cubicBezTo>
                  <a:lnTo>
                    <a:pt x="6372" y="2492"/>
                  </a:lnTo>
                  <a:cubicBezTo>
                    <a:pt x="6572" y="2359"/>
                    <a:pt x="6672" y="2092"/>
                    <a:pt x="6672" y="1858"/>
                  </a:cubicBezTo>
                  <a:cubicBezTo>
                    <a:pt x="6639" y="1191"/>
                    <a:pt x="6305" y="558"/>
                    <a:pt x="5738" y="157"/>
                  </a:cubicBezTo>
                  <a:cubicBezTo>
                    <a:pt x="5634" y="53"/>
                    <a:pt x="5490" y="1"/>
                    <a:pt x="534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3752850" y="4317950"/>
              <a:ext cx="156800" cy="98175"/>
            </a:xfrm>
            <a:custGeom>
              <a:avLst/>
              <a:gdLst/>
              <a:ahLst/>
              <a:cxnLst/>
              <a:rect l="l" t="t" r="r" b="b"/>
              <a:pathLst>
                <a:path w="6272" h="3927" extrusionOk="0">
                  <a:moveTo>
                    <a:pt x="5342" y="1"/>
                  </a:moveTo>
                  <a:cubicBezTo>
                    <a:pt x="5251" y="1"/>
                    <a:pt x="5158" y="20"/>
                    <a:pt x="5071" y="57"/>
                  </a:cubicBezTo>
                  <a:lnTo>
                    <a:pt x="334" y="2592"/>
                  </a:lnTo>
                  <a:cubicBezTo>
                    <a:pt x="134" y="2726"/>
                    <a:pt x="1" y="2959"/>
                    <a:pt x="34" y="3193"/>
                  </a:cubicBezTo>
                  <a:cubicBezTo>
                    <a:pt x="34" y="3460"/>
                    <a:pt x="67" y="3693"/>
                    <a:pt x="167" y="3927"/>
                  </a:cubicBezTo>
                  <a:lnTo>
                    <a:pt x="6272" y="691"/>
                  </a:lnTo>
                  <a:cubicBezTo>
                    <a:pt x="6138" y="457"/>
                    <a:pt x="5971" y="291"/>
                    <a:pt x="5771" y="157"/>
                  </a:cubicBezTo>
                  <a:cubicBezTo>
                    <a:pt x="5646" y="53"/>
                    <a:pt x="5495" y="1"/>
                    <a:pt x="53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2877225" y="4206575"/>
              <a:ext cx="1028250" cy="733475"/>
            </a:xfrm>
            <a:custGeom>
              <a:avLst/>
              <a:gdLst/>
              <a:ahLst/>
              <a:cxnLst/>
              <a:rect l="l" t="t" r="r" b="b"/>
              <a:pathLst>
                <a:path w="41130" h="29339" extrusionOk="0">
                  <a:moveTo>
                    <a:pt x="20582" y="1977"/>
                  </a:moveTo>
                  <a:cubicBezTo>
                    <a:pt x="25719" y="1977"/>
                    <a:pt x="30522" y="3111"/>
                    <a:pt x="34125" y="5179"/>
                  </a:cubicBezTo>
                  <a:cubicBezTo>
                    <a:pt x="37361" y="7047"/>
                    <a:pt x="39128" y="9416"/>
                    <a:pt x="39128" y="11851"/>
                  </a:cubicBezTo>
                  <a:cubicBezTo>
                    <a:pt x="39128" y="14286"/>
                    <a:pt x="37361" y="16654"/>
                    <a:pt x="34125" y="18522"/>
                  </a:cubicBezTo>
                  <a:cubicBezTo>
                    <a:pt x="30522" y="20624"/>
                    <a:pt x="25719" y="21758"/>
                    <a:pt x="20582" y="21758"/>
                  </a:cubicBezTo>
                  <a:cubicBezTo>
                    <a:pt x="15412" y="21758"/>
                    <a:pt x="10608" y="20590"/>
                    <a:pt x="7006" y="18522"/>
                  </a:cubicBezTo>
                  <a:cubicBezTo>
                    <a:pt x="3770" y="16654"/>
                    <a:pt x="2002" y="14286"/>
                    <a:pt x="2002" y="11851"/>
                  </a:cubicBezTo>
                  <a:cubicBezTo>
                    <a:pt x="2002" y="9449"/>
                    <a:pt x="3770" y="7047"/>
                    <a:pt x="7006" y="5179"/>
                  </a:cubicBezTo>
                  <a:cubicBezTo>
                    <a:pt x="10608" y="3111"/>
                    <a:pt x="15412" y="1977"/>
                    <a:pt x="20582" y="1977"/>
                  </a:cubicBezTo>
                  <a:close/>
                  <a:moveTo>
                    <a:pt x="20565" y="1"/>
                  </a:moveTo>
                  <a:cubicBezTo>
                    <a:pt x="15303" y="1"/>
                    <a:pt x="10041" y="1160"/>
                    <a:pt x="6038" y="3478"/>
                  </a:cubicBezTo>
                  <a:cubicBezTo>
                    <a:pt x="2002" y="5780"/>
                    <a:pt x="1" y="8815"/>
                    <a:pt x="1" y="11851"/>
                  </a:cubicBezTo>
                  <a:lnTo>
                    <a:pt x="1" y="17455"/>
                  </a:lnTo>
                  <a:cubicBezTo>
                    <a:pt x="1" y="20490"/>
                    <a:pt x="2002" y="23526"/>
                    <a:pt x="6038" y="25861"/>
                  </a:cubicBezTo>
                  <a:cubicBezTo>
                    <a:pt x="10041" y="28179"/>
                    <a:pt x="15303" y="29338"/>
                    <a:pt x="20565" y="29338"/>
                  </a:cubicBezTo>
                  <a:cubicBezTo>
                    <a:pt x="25827" y="29338"/>
                    <a:pt x="31089" y="28179"/>
                    <a:pt x="35092" y="25861"/>
                  </a:cubicBezTo>
                  <a:cubicBezTo>
                    <a:pt x="39128" y="23526"/>
                    <a:pt x="41130" y="20490"/>
                    <a:pt x="41130" y="17455"/>
                  </a:cubicBezTo>
                  <a:lnTo>
                    <a:pt x="41130" y="11851"/>
                  </a:lnTo>
                  <a:cubicBezTo>
                    <a:pt x="41130" y="8815"/>
                    <a:pt x="39128" y="5780"/>
                    <a:pt x="35092" y="3478"/>
                  </a:cubicBezTo>
                  <a:cubicBezTo>
                    <a:pt x="31089" y="1160"/>
                    <a:pt x="25827" y="1"/>
                    <a:pt x="2056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1"/>
            <p:cNvSpPr/>
            <p:nvPr/>
          </p:nvSpPr>
          <p:spPr>
            <a:xfrm>
              <a:off x="2827200" y="4206575"/>
              <a:ext cx="1128325" cy="593375"/>
            </a:xfrm>
            <a:custGeom>
              <a:avLst/>
              <a:gdLst/>
              <a:ahLst/>
              <a:cxnLst/>
              <a:rect l="l" t="t" r="r" b="b"/>
              <a:pathLst>
                <a:path w="45133" h="23735" extrusionOk="0">
                  <a:moveTo>
                    <a:pt x="22550" y="1977"/>
                  </a:moveTo>
                  <a:cubicBezTo>
                    <a:pt x="27720" y="1977"/>
                    <a:pt x="32523" y="3111"/>
                    <a:pt x="36126" y="5179"/>
                  </a:cubicBezTo>
                  <a:cubicBezTo>
                    <a:pt x="39362" y="7047"/>
                    <a:pt x="41129" y="9416"/>
                    <a:pt x="41129" y="11851"/>
                  </a:cubicBezTo>
                  <a:cubicBezTo>
                    <a:pt x="41129" y="14286"/>
                    <a:pt x="39362" y="16654"/>
                    <a:pt x="36126" y="18522"/>
                  </a:cubicBezTo>
                  <a:cubicBezTo>
                    <a:pt x="32523" y="20624"/>
                    <a:pt x="27720" y="21758"/>
                    <a:pt x="22550" y="21758"/>
                  </a:cubicBezTo>
                  <a:cubicBezTo>
                    <a:pt x="17413" y="21758"/>
                    <a:pt x="12609" y="20590"/>
                    <a:pt x="9007" y="18522"/>
                  </a:cubicBezTo>
                  <a:cubicBezTo>
                    <a:pt x="5771" y="16654"/>
                    <a:pt x="4003" y="14319"/>
                    <a:pt x="4003" y="11851"/>
                  </a:cubicBezTo>
                  <a:cubicBezTo>
                    <a:pt x="4003" y="9416"/>
                    <a:pt x="5771" y="7047"/>
                    <a:pt x="9007" y="5179"/>
                  </a:cubicBezTo>
                  <a:cubicBezTo>
                    <a:pt x="12609" y="3111"/>
                    <a:pt x="17413" y="1977"/>
                    <a:pt x="22550" y="1977"/>
                  </a:cubicBezTo>
                  <a:close/>
                  <a:moveTo>
                    <a:pt x="22566" y="1"/>
                  </a:moveTo>
                  <a:cubicBezTo>
                    <a:pt x="17304" y="1"/>
                    <a:pt x="12042" y="1160"/>
                    <a:pt x="8039" y="3478"/>
                  </a:cubicBezTo>
                  <a:cubicBezTo>
                    <a:pt x="0" y="8115"/>
                    <a:pt x="0" y="15620"/>
                    <a:pt x="8039" y="20257"/>
                  </a:cubicBezTo>
                  <a:cubicBezTo>
                    <a:pt x="12042" y="22575"/>
                    <a:pt x="17304" y="23734"/>
                    <a:pt x="22566" y="23734"/>
                  </a:cubicBezTo>
                  <a:cubicBezTo>
                    <a:pt x="27828" y="23734"/>
                    <a:pt x="33090" y="22575"/>
                    <a:pt x="37093" y="20257"/>
                  </a:cubicBezTo>
                  <a:cubicBezTo>
                    <a:pt x="45132" y="15620"/>
                    <a:pt x="45132" y="8115"/>
                    <a:pt x="37093" y="3478"/>
                  </a:cubicBezTo>
                  <a:cubicBezTo>
                    <a:pt x="33090" y="1160"/>
                    <a:pt x="27828" y="1"/>
                    <a:pt x="22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1"/>
            <p:cNvSpPr/>
            <p:nvPr/>
          </p:nvSpPr>
          <p:spPr>
            <a:xfrm>
              <a:off x="2927250" y="4256000"/>
              <a:ext cx="928200" cy="316900"/>
            </a:xfrm>
            <a:custGeom>
              <a:avLst/>
              <a:gdLst/>
              <a:ahLst/>
              <a:cxnLst/>
              <a:rect l="l" t="t" r="r" b="b"/>
              <a:pathLst>
                <a:path w="37128" h="12676" extrusionOk="0">
                  <a:moveTo>
                    <a:pt x="18581" y="0"/>
                  </a:moveTo>
                  <a:cubicBezTo>
                    <a:pt x="13411" y="0"/>
                    <a:pt x="8607" y="1134"/>
                    <a:pt x="5005" y="3202"/>
                  </a:cubicBezTo>
                  <a:cubicBezTo>
                    <a:pt x="1769" y="5070"/>
                    <a:pt x="1" y="7439"/>
                    <a:pt x="1" y="9874"/>
                  </a:cubicBezTo>
                  <a:cubicBezTo>
                    <a:pt x="1" y="10875"/>
                    <a:pt x="268" y="11842"/>
                    <a:pt x="802" y="12676"/>
                  </a:cubicBezTo>
                  <a:cubicBezTo>
                    <a:pt x="1635" y="11275"/>
                    <a:pt x="3036" y="9940"/>
                    <a:pt x="5005" y="8806"/>
                  </a:cubicBezTo>
                  <a:cubicBezTo>
                    <a:pt x="8607" y="6738"/>
                    <a:pt x="13411" y="5604"/>
                    <a:pt x="18581" y="5604"/>
                  </a:cubicBezTo>
                  <a:cubicBezTo>
                    <a:pt x="23718" y="5604"/>
                    <a:pt x="28521" y="6738"/>
                    <a:pt x="32124" y="8806"/>
                  </a:cubicBezTo>
                  <a:cubicBezTo>
                    <a:pt x="34092" y="9940"/>
                    <a:pt x="35526" y="11275"/>
                    <a:pt x="36327" y="12676"/>
                  </a:cubicBezTo>
                  <a:cubicBezTo>
                    <a:pt x="36861" y="11842"/>
                    <a:pt x="37127" y="10875"/>
                    <a:pt x="37127" y="9874"/>
                  </a:cubicBezTo>
                  <a:cubicBezTo>
                    <a:pt x="37127" y="7439"/>
                    <a:pt x="35360" y="5070"/>
                    <a:pt x="32124" y="3202"/>
                  </a:cubicBezTo>
                  <a:cubicBezTo>
                    <a:pt x="28521" y="1134"/>
                    <a:pt x="23718" y="0"/>
                    <a:pt x="1858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2927250" y="4256000"/>
              <a:ext cx="928200" cy="316900"/>
            </a:xfrm>
            <a:custGeom>
              <a:avLst/>
              <a:gdLst/>
              <a:ahLst/>
              <a:cxnLst/>
              <a:rect l="l" t="t" r="r" b="b"/>
              <a:pathLst>
                <a:path w="37128" h="12676" extrusionOk="0">
                  <a:moveTo>
                    <a:pt x="18581" y="0"/>
                  </a:moveTo>
                  <a:cubicBezTo>
                    <a:pt x="13411" y="0"/>
                    <a:pt x="8607" y="1134"/>
                    <a:pt x="5005" y="3202"/>
                  </a:cubicBezTo>
                  <a:cubicBezTo>
                    <a:pt x="1769" y="5070"/>
                    <a:pt x="1" y="7439"/>
                    <a:pt x="1" y="9874"/>
                  </a:cubicBezTo>
                  <a:cubicBezTo>
                    <a:pt x="1" y="10875"/>
                    <a:pt x="268" y="11842"/>
                    <a:pt x="802" y="12676"/>
                  </a:cubicBezTo>
                  <a:cubicBezTo>
                    <a:pt x="1635" y="11275"/>
                    <a:pt x="3036" y="9940"/>
                    <a:pt x="5005" y="8806"/>
                  </a:cubicBezTo>
                  <a:cubicBezTo>
                    <a:pt x="8607" y="6738"/>
                    <a:pt x="13411" y="5604"/>
                    <a:pt x="18581" y="5604"/>
                  </a:cubicBezTo>
                  <a:cubicBezTo>
                    <a:pt x="23718" y="5604"/>
                    <a:pt x="28521" y="6738"/>
                    <a:pt x="32124" y="8806"/>
                  </a:cubicBezTo>
                  <a:cubicBezTo>
                    <a:pt x="34092" y="9940"/>
                    <a:pt x="35526" y="11275"/>
                    <a:pt x="36327" y="12676"/>
                  </a:cubicBezTo>
                  <a:cubicBezTo>
                    <a:pt x="36861" y="11842"/>
                    <a:pt x="37127" y="10875"/>
                    <a:pt x="37127" y="9874"/>
                  </a:cubicBezTo>
                  <a:cubicBezTo>
                    <a:pt x="37127" y="7439"/>
                    <a:pt x="35360" y="5070"/>
                    <a:pt x="32124" y="3202"/>
                  </a:cubicBezTo>
                  <a:cubicBezTo>
                    <a:pt x="28521" y="1134"/>
                    <a:pt x="23718" y="0"/>
                    <a:pt x="185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2931425" y="4319375"/>
              <a:ext cx="919850" cy="431150"/>
            </a:xfrm>
            <a:custGeom>
              <a:avLst/>
              <a:gdLst/>
              <a:ahLst/>
              <a:cxnLst/>
              <a:rect l="l" t="t" r="r" b="b"/>
              <a:pathLst>
                <a:path w="36794" h="17246" extrusionOk="0">
                  <a:moveTo>
                    <a:pt x="18381" y="0"/>
                  </a:moveTo>
                  <a:cubicBezTo>
                    <a:pt x="13244" y="0"/>
                    <a:pt x="8440" y="1134"/>
                    <a:pt x="4838" y="3202"/>
                  </a:cubicBezTo>
                  <a:cubicBezTo>
                    <a:pt x="2169" y="4770"/>
                    <a:pt x="501" y="6638"/>
                    <a:pt x="1" y="8640"/>
                  </a:cubicBezTo>
                  <a:cubicBezTo>
                    <a:pt x="501" y="10608"/>
                    <a:pt x="2169" y="12509"/>
                    <a:pt x="4838" y="14044"/>
                  </a:cubicBezTo>
                  <a:cubicBezTo>
                    <a:pt x="8440" y="16112"/>
                    <a:pt x="13244" y="17246"/>
                    <a:pt x="18381" y="17246"/>
                  </a:cubicBezTo>
                  <a:cubicBezTo>
                    <a:pt x="23551" y="17246"/>
                    <a:pt x="28354" y="16145"/>
                    <a:pt x="31957" y="14044"/>
                  </a:cubicBezTo>
                  <a:cubicBezTo>
                    <a:pt x="34625" y="12476"/>
                    <a:pt x="36293" y="10608"/>
                    <a:pt x="36794" y="8640"/>
                  </a:cubicBezTo>
                  <a:cubicBezTo>
                    <a:pt x="36293" y="6638"/>
                    <a:pt x="34625" y="4737"/>
                    <a:pt x="31957" y="3202"/>
                  </a:cubicBezTo>
                  <a:cubicBezTo>
                    <a:pt x="28354" y="1134"/>
                    <a:pt x="23551" y="0"/>
                    <a:pt x="18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2876575" y="4456975"/>
              <a:ext cx="393450" cy="474525"/>
            </a:xfrm>
            <a:custGeom>
              <a:avLst/>
              <a:gdLst/>
              <a:ahLst/>
              <a:cxnLst/>
              <a:rect l="l" t="t" r="r" b="b"/>
              <a:pathLst>
                <a:path w="15738" h="18981" extrusionOk="0">
                  <a:moveTo>
                    <a:pt x="260" y="0"/>
                  </a:moveTo>
                  <a:lnTo>
                    <a:pt x="260" y="0"/>
                  </a:lnTo>
                  <a:cubicBezTo>
                    <a:pt x="204" y="200"/>
                    <a:pt x="160" y="404"/>
                    <a:pt x="125" y="609"/>
                  </a:cubicBezTo>
                  <a:lnTo>
                    <a:pt x="125" y="609"/>
                  </a:lnTo>
                  <a:cubicBezTo>
                    <a:pt x="161" y="405"/>
                    <a:pt x="206" y="203"/>
                    <a:pt x="260" y="0"/>
                  </a:cubicBezTo>
                  <a:close/>
                  <a:moveTo>
                    <a:pt x="125" y="609"/>
                  </a:moveTo>
                  <a:cubicBezTo>
                    <a:pt x="34" y="1129"/>
                    <a:pt x="1" y="1651"/>
                    <a:pt x="27" y="2171"/>
                  </a:cubicBezTo>
                  <a:lnTo>
                    <a:pt x="27" y="2171"/>
                  </a:lnTo>
                  <a:lnTo>
                    <a:pt x="27" y="1835"/>
                  </a:lnTo>
                  <a:cubicBezTo>
                    <a:pt x="27" y="1434"/>
                    <a:pt x="56" y="1019"/>
                    <a:pt x="125" y="609"/>
                  </a:cubicBezTo>
                  <a:close/>
                  <a:moveTo>
                    <a:pt x="27" y="2171"/>
                  </a:moveTo>
                  <a:lnTo>
                    <a:pt x="27" y="7439"/>
                  </a:lnTo>
                  <a:cubicBezTo>
                    <a:pt x="27" y="10474"/>
                    <a:pt x="2028" y="13510"/>
                    <a:pt x="6064" y="15845"/>
                  </a:cubicBezTo>
                  <a:cubicBezTo>
                    <a:pt x="9033" y="17479"/>
                    <a:pt x="12335" y="18547"/>
                    <a:pt x="15738" y="18980"/>
                  </a:cubicBezTo>
                  <a:lnTo>
                    <a:pt x="15738" y="13376"/>
                  </a:lnTo>
                  <a:cubicBezTo>
                    <a:pt x="12335" y="12976"/>
                    <a:pt x="9033" y="11909"/>
                    <a:pt x="6031" y="10241"/>
                  </a:cubicBezTo>
                  <a:cubicBezTo>
                    <a:pt x="2179" y="7994"/>
                    <a:pt x="172" y="5103"/>
                    <a:pt x="27" y="21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5541625" y="3824800"/>
              <a:ext cx="190175" cy="206525"/>
            </a:xfrm>
            <a:custGeom>
              <a:avLst/>
              <a:gdLst/>
              <a:ahLst/>
              <a:cxnLst/>
              <a:rect l="l" t="t" r="r" b="b"/>
              <a:pathLst>
                <a:path w="7607" h="8261" extrusionOk="0">
                  <a:moveTo>
                    <a:pt x="1435" y="0"/>
                  </a:moveTo>
                  <a:cubicBezTo>
                    <a:pt x="1296" y="0"/>
                    <a:pt x="1161" y="22"/>
                    <a:pt x="1035" y="69"/>
                  </a:cubicBezTo>
                  <a:cubicBezTo>
                    <a:pt x="267" y="403"/>
                    <a:pt x="1" y="870"/>
                    <a:pt x="267" y="1970"/>
                  </a:cubicBezTo>
                  <a:cubicBezTo>
                    <a:pt x="568" y="3205"/>
                    <a:pt x="1435" y="4039"/>
                    <a:pt x="2236" y="4939"/>
                  </a:cubicBezTo>
                  <a:cubicBezTo>
                    <a:pt x="3170" y="5973"/>
                    <a:pt x="3603" y="6741"/>
                    <a:pt x="4237" y="7574"/>
                  </a:cubicBezTo>
                  <a:cubicBezTo>
                    <a:pt x="4599" y="8057"/>
                    <a:pt x="5344" y="8260"/>
                    <a:pt x="6032" y="8260"/>
                  </a:cubicBezTo>
                  <a:cubicBezTo>
                    <a:pt x="6295" y="8260"/>
                    <a:pt x="6550" y="8230"/>
                    <a:pt x="6772" y="8175"/>
                  </a:cubicBezTo>
                  <a:cubicBezTo>
                    <a:pt x="7606" y="7941"/>
                    <a:pt x="7473" y="6707"/>
                    <a:pt x="7473" y="6007"/>
                  </a:cubicBezTo>
                  <a:cubicBezTo>
                    <a:pt x="7473" y="5073"/>
                    <a:pt x="7406" y="4606"/>
                    <a:pt x="7172" y="4506"/>
                  </a:cubicBezTo>
                  <a:cubicBezTo>
                    <a:pt x="6906" y="4406"/>
                    <a:pt x="5204" y="1604"/>
                    <a:pt x="4504" y="1403"/>
                  </a:cubicBezTo>
                  <a:cubicBezTo>
                    <a:pt x="3798" y="1168"/>
                    <a:pt x="2471" y="0"/>
                    <a:pt x="14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1"/>
            <p:cNvSpPr/>
            <p:nvPr/>
          </p:nvSpPr>
          <p:spPr>
            <a:xfrm>
              <a:off x="5641700" y="3903225"/>
              <a:ext cx="79250" cy="50900"/>
            </a:xfrm>
            <a:custGeom>
              <a:avLst/>
              <a:gdLst/>
              <a:ahLst/>
              <a:cxnLst/>
              <a:rect l="l" t="t" r="r" b="b"/>
              <a:pathLst>
                <a:path w="3170" h="2036" extrusionOk="0">
                  <a:moveTo>
                    <a:pt x="0" y="1"/>
                  </a:moveTo>
                  <a:cubicBezTo>
                    <a:pt x="1" y="1"/>
                    <a:pt x="234" y="1535"/>
                    <a:pt x="267" y="1635"/>
                  </a:cubicBezTo>
                  <a:cubicBezTo>
                    <a:pt x="718" y="1902"/>
                    <a:pt x="1218" y="2036"/>
                    <a:pt x="1718" y="2036"/>
                  </a:cubicBezTo>
                  <a:cubicBezTo>
                    <a:pt x="2219" y="2036"/>
                    <a:pt x="2719" y="1902"/>
                    <a:pt x="3169" y="1635"/>
                  </a:cubicBezTo>
                  <a:lnTo>
                    <a:pt x="3169" y="5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1"/>
            <p:cNvSpPr/>
            <p:nvPr/>
          </p:nvSpPr>
          <p:spPr>
            <a:xfrm>
              <a:off x="5161350" y="4096700"/>
              <a:ext cx="343600" cy="169475"/>
            </a:xfrm>
            <a:custGeom>
              <a:avLst/>
              <a:gdLst/>
              <a:ahLst/>
              <a:cxnLst/>
              <a:rect l="l" t="t" r="r" b="b"/>
              <a:pathLst>
                <a:path w="13744" h="6779" extrusionOk="0">
                  <a:moveTo>
                    <a:pt x="9207" y="1"/>
                  </a:moveTo>
                  <a:cubicBezTo>
                    <a:pt x="7706" y="1602"/>
                    <a:pt x="3437" y="2870"/>
                    <a:pt x="3403" y="2870"/>
                  </a:cubicBezTo>
                  <a:cubicBezTo>
                    <a:pt x="301" y="4104"/>
                    <a:pt x="1" y="4671"/>
                    <a:pt x="201" y="5205"/>
                  </a:cubicBezTo>
                  <a:cubicBezTo>
                    <a:pt x="401" y="5772"/>
                    <a:pt x="1735" y="6539"/>
                    <a:pt x="3036" y="6739"/>
                  </a:cubicBezTo>
                  <a:cubicBezTo>
                    <a:pt x="3256" y="6766"/>
                    <a:pt x="3521" y="6779"/>
                    <a:pt x="3811" y="6779"/>
                  </a:cubicBezTo>
                  <a:cubicBezTo>
                    <a:pt x="4971" y="6779"/>
                    <a:pt x="6545" y="6566"/>
                    <a:pt x="7373" y="6139"/>
                  </a:cubicBezTo>
                  <a:cubicBezTo>
                    <a:pt x="8381" y="5618"/>
                    <a:pt x="9800" y="5003"/>
                    <a:pt x="10767" y="5003"/>
                  </a:cubicBezTo>
                  <a:cubicBezTo>
                    <a:pt x="10792" y="5003"/>
                    <a:pt x="10817" y="5004"/>
                    <a:pt x="10842" y="5004"/>
                  </a:cubicBezTo>
                  <a:cubicBezTo>
                    <a:pt x="10964" y="5010"/>
                    <a:pt x="11084" y="5013"/>
                    <a:pt x="11199" y="5013"/>
                  </a:cubicBezTo>
                  <a:cubicBezTo>
                    <a:pt x="12436" y="5013"/>
                    <a:pt x="13264" y="4695"/>
                    <a:pt x="13477" y="4237"/>
                  </a:cubicBezTo>
                  <a:cubicBezTo>
                    <a:pt x="13744" y="3703"/>
                    <a:pt x="13577" y="2569"/>
                    <a:pt x="13444" y="1869"/>
                  </a:cubicBezTo>
                  <a:cubicBezTo>
                    <a:pt x="13277" y="1002"/>
                    <a:pt x="12977" y="1"/>
                    <a:pt x="129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1"/>
            <p:cNvSpPr/>
            <p:nvPr/>
          </p:nvSpPr>
          <p:spPr>
            <a:xfrm>
              <a:off x="5389850" y="4065025"/>
              <a:ext cx="96775" cy="61850"/>
            </a:xfrm>
            <a:custGeom>
              <a:avLst/>
              <a:gdLst/>
              <a:ahLst/>
              <a:cxnLst/>
              <a:rect l="l" t="t" r="r" b="b"/>
              <a:pathLst>
                <a:path w="3871" h="2474" extrusionOk="0">
                  <a:moveTo>
                    <a:pt x="101" y="0"/>
                  </a:moveTo>
                  <a:lnTo>
                    <a:pt x="67" y="1268"/>
                  </a:lnTo>
                  <a:cubicBezTo>
                    <a:pt x="1" y="2102"/>
                    <a:pt x="701" y="2402"/>
                    <a:pt x="1769" y="2469"/>
                  </a:cubicBezTo>
                  <a:cubicBezTo>
                    <a:pt x="1837" y="2472"/>
                    <a:pt x="1904" y="2473"/>
                    <a:pt x="1969" y="2473"/>
                  </a:cubicBezTo>
                  <a:cubicBezTo>
                    <a:pt x="3291" y="2473"/>
                    <a:pt x="3837" y="1845"/>
                    <a:pt x="3837" y="1368"/>
                  </a:cubicBezTo>
                  <a:cubicBezTo>
                    <a:pt x="3837" y="868"/>
                    <a:pt x="3870" y="34"/>
                    <a:pt x="3870" y="34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1"/>
            <p:cNvSpPr/>
            <p:nvPr/>
          </p:nvSpPr>
          <p:spPr>
            <a:xfrm>
              <a:off x="5304800" y="2746850"/>
              <a:ext cx="454500" cy="1330275"/>
            </a:xfrm>
            <a:custGeom>
              <a:avLst/>
              <a:gdLst/>
              <a:ahLst/>
              <a:cxnLst/>
              <a:rect l="l" t="t" r="r" b="b"/>
              <a:pathLst>
                <a:path w="18180" h="53211" extrusionOk="0">
                  <a:moveTo>
                    <a:pt x="12945" y="0"/>
                  </a:moveTo>
                  <a:cubicBezTo>
                    <a:pt x="8142" y="0"/>
                    <a:pt x="726" y="667"/>
                    <a:pt x="434" y="4760"/>
                  </a:cubicBezTo>
                  <a:cubicBezTo>
                    <a:pt x="0" y="10831"/>
                    <a:pt x="634" y="26308"/>
                    <a:pt x="767" y="28977"/>
                  </a:cubicBezTo>
                  <a:cubicBezTo>
                    <a:pt x="901" y="31645"/>
                    <a:pt x="1301" y="34014"/>
                    <a:pt x="1768" y="38350"/>
                  </a:cubicBezTo>
                  <a:cubicBezTo>
                    <a:pt x="2202" y="42687"/>
                    <a:pt x="3503" y="52761"/>
                    <a:pt x="3503" y="52761"/>
                  </a:cubicBezTo>
                  <a:cubicBezTo>
                    <a:pt x="4086" y="53061"/>
                    <a:pt x="4737" y="53211"/>
                    <a:pt x="5387" y="53211"/>
                  </a:cubicBezTo>
                  <a:cubicBezTo>
                    <a:pt x="6038" y="53211"/>
                    <a:pt x="6688" y="53061"/>
                    <a:pt x="7272" y="52761"/>
                  </a:cubicBezTo>
                  <a:cubicBezTo>
                    <a:pt x="7272" y="52761"/>
                    <a:pt x="8740" y="40619"/>
                    <a:pt x="8673" y="37550"/>
                  </a:cubicBezTo>
                  <a:cubicBezTo>
                    <a:pt x="8640" y="35281"/>
                    <a:pt x="8306" y="33013"/>
                    <a:pt x="7672" y="30812"/>
                  </a:cubicBezTo>
                  <a:cubicBezTo>
                    <a:pt x="7672" y="30812"/>
                    <a:pt x="8073" y="25808"/>
                    <a:pt x="8506" y="21472"/>
                  </a:cubicBezTo>
                  <a:cubicBezTo>
                    <a:pt x="8907" y="17102"/>
                    <a:pt x="9240" y="15034"/>
                    <a:pt x="9340" y="13132"/>
                  </a:cubicBezTo>
                  <a:lnTo>
                    <a:pt x="9707" y="12932"/>
                  </a:lnTo>
                  <a:cubicBezTo>
                    <a:pt x="9707" y="12932"/>
                    <a:pt x="9907" y="20437"/>
                    <a:pt x="10041" y="23139"/>
                  </a:cubicBezTo>
                  <a:cubicBezTo>
                    <a:pt x="10207" y="25808"/>
                    <a:pt x="10541" y="28376"/>
                    <a:pt x="11208" y="33347"/>
                  </a:cubicBezTo>
                  <a:cubicBezTo>
                    <a:pt x="11809" y="37683"/>
                    <a:pt x="13577" y="46856"/>
                    <a:pt x="13577" y="46856"/>
                  </a:cubicBezTo>
                  <a:cubicBezTo>
                    <a:pt x="14185" y="47198"/>
                    <a:pt x="14718" y="47314"/>
                    <a:pt x="15162" y="47314"/>
                  </a:cubicBezTo>
                  <a:cubicBezTo>
                    <a:pt x="16106" y="47314"/>
                    <a:pt x="16645" y="46790"/>
                    <a:pt x="16645" y="46790"/>
                  </a:cubicBezTo>
                  <a:cubicBezTo>
                    <a:pt x="16645" y="46790"/>
                    <a:pt x="18180" y="35381"/>
                    <a:pt x="17746" y="31612"/>
                  </a:cubicBezTo>
                  <a:cubicBezTo>
                    <a:pt x="17546" y="29611"/>
                    <a:pt x="17112" y="27609"/>
                    <a:pt x="16512" y="25641"/>
                  </a:cubicBezTo>
                  <a:cubicBezTo>
                    <a:pt x="16512" y="25641"/>
                    <a:pt x="17046" y="20538"/>
                    <a:pt x="17346" y="15667"/>
                  </a:cubicBezTo>
                  <a:cubicBezTo>
                    <a:pt x="17679" y="10430"/>
                    <a:pt x="17980" y="7728"/>
                    <a:pt x="16979" y="156"/>
                  </a:cubicBezTo>
                  <a:cubicBezTo>
                    <a:pt x="16979" y="156"/>
                    <a:pt x="15268" y="0"/>
                    <a:pt x="129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1"/>
            <p:cNvSpPr/>
            <p:nvPr/>
          </p:nvSpPr>
          <p:spPr>
            <a:xfrm>
              <a:off x="5537450" y="2982575"/>
              <a:ext cx="156800" cy="322825"/>
            </a:xfrm>
            <a:custGeom>
              <a:avLst/>
              <a:gdLst/>
              <a:ahLst/>
              <a:cxnLst/>
              <a:rect l="l" t="t" r="r" b="b"/>
              <a:pathLst>
                <a:path w="6272" h="12913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4170" y="1769"/>
                    <a:pt x="1" y="3703"/>
                    <a:pt x="1" y="3703"/>
                  </a:cubicBezTo>
                  <a:lnTo>
                    <a:pt x="368" y="3703"/>
                  </a:lnTo>
                  <a:lnTo>
                    <a:pt x="668" y="12910"/>
                  </a:lnTo>
                  <a:cubicBezTo>
                    <a:pt x="668" y="12911"/>
                    <a:pt x="668" y="12912"/>
                    <a:pt x="668" y="12912"/>
                  </a:cubicBezTo>
                  <a:cubicBezTo>
                    <a:pt x="687" y="12912"/>
                    <a:pt x="1769" y="3770"/>
                    <a:pt x="1769" y="3770"/>
                  </a:cubicBezTo>
                  <a:cubicBezTo>
                    <a:pt x="4304" y="2636"/>
                    <a:pt x="6272" y="1"/>
                    <a:pt x="62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1"/>
            <p:cNvSpPr/>
            <p:nvPr/>
          </p:nvSpPr>
          <p:spPr>
            <a:xfrm>
              <a:off x="5465750" y="2180325"/>
              <a:ext cx="146775" cy="168500"/>
            </a:xfrm>
            <a:custGeom>
              <a:avLst/>
              <a:gdLst/>
              <a:ahLst/>
              <a:cxnLst/>
              <a:rect l="l" t="t" r="r" b="b"/>
              <a:pathLst>
                <a:path w="5871" h="6740" extrusionOk="0">
                  <a:moveTo>
                    <a:pt x="5304" y="1"/>
                  </a:moveTo>
                  <a:lnTo>
                    <a:pt x="0" y="1168"/>
                  </a:lnTo>
                  <a:lnTo>
                    <a:pt x="634" y="6739"/>
                  </a:lnTo>
                  <a:lnTo>
                    <a:pt x="5871" y="6472"/>
                  </a:lnTo>
                  <a:lnTo>
                    <a:pt x="5304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1"/>
            <p:cNvSpPr/>
            <p:nvPr/>
          </p:nvSpPr>
          <p:spPr>
            <a:xfrm>
              <a:off x="5648375" y="2262475"/>
              <a:ext cx="156800" cy="407400"/>
            </a:xfrm>
            <a:custGeom>
              <a:avLst/>
              <a:gdLst/>
              <a:ahLst/>
              <a:cxnLst/>
              <a:rect l="l" t="t" r="r" b="b"/>
              <a:pathLst>
                <a:path w="6272" h="16296" extrusionOk="0">
                  <a:moveTo>
                    <a:pt x="1173" y="0"/>
                  </a:moveTo>
                  <a:cubicBezTo>
                    <a:pt x="981" y="0"/>
                    <a:pt x="780" y="6"/>
                    <a:pt x="567" y="17"/>
                  </a:cubicBezTo>
                  <a:lnTo>
                    <a:pt x="0" y="16296"/>
                  </a:lnTo>
                  <a:cubicBezTo>
                    <a:pt x="0" y="16296"/>
                    <a:pt x="4137" y="16196"/>
                    <a:pt x="5204" y="15929"/>
                  </a:cubicBezTo>
                  <a:cubicBezTo>
                    <a:pt x="6271" y="15662"/>
                    <a:pt x="6205" y="13827"/>
                    <a:pt x="5905" y="11225"/>
                  </a:cubicBezTo>
                  <a:cubicBezTo>
                    <a:pt x="5604" y="8623"/>
                    <a:pt x="5271" y="3587"/>
                    <a:pt x="4370" y="1919"/>
                  </a:cubicBezTo>
                  <a:cubicBezTo>
                    <a:pt x="3598" y="404"/>
                    <a:pt x="2720" y="0"/>
                    <a:pt x="1173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1"/>
            <p:cNvSpPr/>
            <p:nvPr/>
          </p:nvSpPr>
          <p:spPr>
            <a:xfrm>
              <a:off x="5311475" y="2262000"/>
              <a:ext cx="448675" cy="683300"/>
            </a:xfrm>
            <a:custGeom>
              <a:avLst/>
              <a:gdLst/>
              <a:ahLst/>
              <a:cxnLst/>
              <a:rect l="l" t="t" r="r" b="b"/>
              <a:pathLst>
                <a:path w="17947" h="27332" extrusionOk="0">
                  <a:moveTo>
                    <a:pt x="13541" y="0"/>
                  </a:moveTo>
                  <a:cubicBezTo>
                    <a:pt x="13385" y="0"/>
                    <a:pt x="13230" y="12"/>
                    <a:pt x="13076" y="36"/>
                  </a:cubicBezTo>
                  <a:lnTo>
                    <a:pt x="11775" y="270"/>
                  </a:lnTo>
                  <a:cubicBezTo>
                    <a:pt x="11606" y="946"/>
                    <a:pt x="10212" y="1430"/>
                    <a:pt x="8531" y="1430"/>
                  </a:cubicBezTo>
                  <a:cubicBezTo>
                    <a:pt x="7891" y="1430"/>
                    <a:pt x="7209" y="1360"/>
                    <a:pt x="6538" y="1204"/>
                  </a:cubicBezTo>
                  <a:cubicBezTo>
                    <a:pt x="5804" y="1404"/>
                    <a:pt x="3369" y="1871"/>
                    <a:pt x="2769" y="2071"/>
                  </a:cubicBezTo>
                  <a:cubicBezTo>
                    <a:pt x="1001" y="2638"/>
                    <a:pt x="267" y="4373"/>
                    <a:pt x="0" y="10110"/>
                  </a:cubicBezTo>
                  <a:cubicBezTo>
                    <a:pt x="0" y="10110"/>
                    <a:pt x="133" y="23086"/>
                    <a:pt x="67" y="25688"/>
                  </a:cubicBezTo>
                  <a:cubicBezTo>
                    <a:pt x="2949" y="26908"/>
                    <a:pt x="5935" y="27331"/>
                    <a:pt x="8358" y="27331"/>
                  </a:cubicBezTo>
                  <a:cubicBezTo>
                    <a:pt x="9580" y="27331"/>
                    <a:pt x="10658" y="27223"/>
                    <a:pt x="11508" y="27056"/>
                  </a:cubicBezTo>
                  <a:cubicBezTo>
                    <a:pt x="16779" y="26055"/>
                    <a:pt x="17446" y="23887"/>
                    <a:pt x="17446" y="23887"/>
                  </a:cubicBezTo>
                  <a:lnTo>
                    <a:pt x="16679" y="17949"/>
                  </a:lnTo>
                  <a:cubicBezTo>
                    <a:pt x="16679" y="17949"/>
                    <a:pt x="17946" y="6441"/>
                    <a:pt x="17312" y="2905"/>
                  </a:cubicBezTo>
                  <a:cubicBezTo>
                    <a:pt x="17067" y="1495"/>
                    <a:pt x="15301" y="0"/>
                    <a:pt x="135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1"/>
            <p:cNvSpPr/>
            <p:nvPr/>
          </p:nvSpPr>
          <p:spPr>
            <a:xfrm>
              <a:off x="5434875" y="2232375"/>
              <a:ext cx="195175" cy="84600"/>
            </a:xfrm>
            <a:custGeom>
              <a:avLst/>
              <a:gdLst/>
              <a:ahLst/>
              <a:cxnLst/>
              <a:rect l="l" t="t" r="r" b="b"/>
              <a:pathLst>
                <a:path w="7807" h="3384" extrusionOk="0">
                  <a:moveTo>
                    <a:pt x="6834" y="1"/>
                  </a:moveTo>
                  <a:cubicBezTo>
                    <a:pt x="6757" y="1"/>
                    <a:pt x="6706" y="20"/>
                    <a:pt x="6706" y="20"/>
                  </a:cubicBezTo>
                  <a:lnTo>
                    <a:pt x="6739" y="421"/>
                  </a:lnTo>
                  <a:cubicBezTo>
                    <a:pt x="6739" y="421"/>
                    <a:pt x="6405" y="888"/>
                    <a:pt x="4704" y="1288"/>
                  </a:cubicBezTo>
                  <a:cubicBezTo>
                    <a:pt x="4171" y="1388"/>
                    <a:pt x="3629" y="1438"/>
                    <a:pt x="3086" y="1438"/>
                  </a:cubicBezTo>
                  <a:cubicBezTo>
                    <a:pt x="2544" y="1438"/>
                    <a:pt x="2002" y="1388"/>
                    <a:pt x="1469" y="1288"/>
                  </a:cubicBezTo>
                  <a:lnTo>
                    <a:pt x="1435" y="921"/>
                  </a:lnTo>
                  <a:lnTo>
                    <a:pt x="1402" y="554"/>
                  </a:lnTo>
                  <a:cubicBezTo>
                    <a:pt x="1202" y="554"/>
                    <a:pt x="1002" y="654"/>
                    <a:pt x="902" y="854"/>
                  </a:cubicBezTo>
                  <a:cubicBezTo>
                    <a:pt x="701" y="1155"/>
                    <a:pt x="1" y="2722"/>
                    <a:pt x="1" y="2722"/>
                  </a:cubicBezTo>
                  <a:lnTo>
                    <a:pt x="801" y="2556"/>
                  </a:lnTo>
                  <a:cubicBezTo>
                    <a:pt x="1747" y="3102"/>
                    <a:pt x="2826" y="3384"/>
                    <a:pt x="3911" y="3384"/>
                  </a:cubicBezTo>
                  <a:cubicBezTo>
                    <a:pt x="4549" y="3384"/>
                    <a:pt x="5188" y="3287"/>
                    <a:pt x="5805" y="3089"/>
                  </a:cubicBezTo>
                  <a:cubicBezTo>
                    <a:pt x="7806" y="2489"/>
                    <a:pt x="7606" y="1288"/>
                    <a:pt x="7606" y="1288"/>
                  </a:cubicBezTo>
                  <a:cubicBezTo>
                    <a:pt x="7540" y="1021"/>
                    <a:pt x="7473" y="754"/>
                    <a:pt x="7373" y="487"/>
                  </a:cubicBezTo>
                  <a:cubicBezTo>
                    <a:pt x="7220" y="72"/>
                    <a:pt x="6981" y="1"/>
                    <a:pt x="683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1"/>
            <p:cNvSpPr/>
            <p:nvPr/>
          </p:nvSpPr>
          <p:spPr>
            <a:xfrm>
              <a:off x="4810275" y="2106950"/>
              <a:ext cx="371950" cy="488700"/>
            </a:xfrm>
            <a:custGeom>
              <a:avLst/>
              <a:gdLst/>
              <a:ahLst/>
              <a:cxnLst/>
              <a:rect l="l" t="t" r="r" b="b"/>
              <a:pathLst>
                <a:path w="14878" h="19548" extrusionOk="0">
                  <a:moveTo>
                    <a:pt x="10408" y="1"/>
                  </a:moveTo>
                  <a:lnTo>
                    <a:pt x="0" y="5438"/>
                  </a:lnTo>
                  <a:lnTo>
                    <a:pt x="5171" y="19548"/>
                  </a:lnTo>
                  <a:lnTo>
                    <a:pt x="14878" y="14111"/>
                  </a:lnTo>
                  <a:lnTo>
                    <a:pt x="1040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1"/>
            <p:cNvSpPr/>
            <p:nvPr/>
          </p:nvSpPr>
          <p:spPr>
            <a:xfrm>
              <a:off x="4840300" y="2141150"/>
              <a:ext cx="317750" cy="417825"/>
            </a:xfrm>
            <a:custGeom>
              <a:avLst/>
              <a:gdLst/>
              <a:ahLst/>
              <a:cxnLst/>
              <a:rect l="l" t="t" r="r" b="b"/>
              <a:pathLst>
                <a:path w="12710" h="16713" extrusionOk="0">
                  <a:moveTo>
                    <a:pt x="8740" y="0"/>
                  </a:moveTo>
                  <a:lnTo>
                    <a:pt x="0" y="4570"/>
                  </a:lnTo>
                  <a:lnTo>
                    <a:pt x="4570" y="16712"/>
                  </a:lnTo>
                  <a:lnTo>
                    <a:pt x="12709" y="12142"/>
                  </a:lnTo>
                  <a:lnTo>
                    <a:pt x="874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1"/>
            <p:cNvSpPr/>
            <p:nvPr/>
          </p:nvSpPr>
          <p:spPr>
            <a:xfrm>
              <a:off x="4894500" y="2160825"/>
              <a:ext cx="118450" cy="70400"/>
            </a:xfrm>
            <a:custGeom>
              <a:avLst/>
              <a:gdLst/>
              <a:ahLst/>
              <a:cxnLst/>
              <a:rect l="l" t="t" r="r" b="b"/>
              <a:pathLst>
                <a:path w="4738" h="2816" extrusionOk="0">
                  <a:moveTo>
                    <a:pt x="4270" y="0"/>
                  </a:moveTo>
                  <a:cubicBezTo>
                    <a:pt x="3967" y="0"/>
                    <a:pt x="3452" y="156"/>
                    <a:pt x="2936" y="447"/>
                  </a:cubicBezTo>
                  <a:lnTo>
                    <a:pt x="1401" y="1215"/>
                  </a:lnTo>
                  <a:cubicBezTo>
                    <a:pt x="601" y="1648"/>
                    <a:pt x="0" y="2182"/>
                    <a:pt x="101" y="2415"/>
                  </a:cubicBezTo>
                  <a:lnTo>
                    <a:pt x="267" y="2816"/>
                  </a:lnTo>
                  <a:lnTo>
                    <a:pt x="4737" y="547"/>
                  </a:lnTo>
                  <a:cubicBezTo>
                    <a:pt x="4737" y="547"/>
                    <a:pt x="4637" y="347"/>
                    <a:pt x="4537" y="114"/>
                  </a:cubicBezTo>
                  <a:cubicBezTo>
                    <a:pt x="4515" y="37"/>
                    <a:pt x="4418" y="0"/>
                    <a:pt x="42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1"/>
            <p:cNvSpPr/>
            <p:nvPr/>
          </p:nvSpPr>
          <p:spPr>
            <a:xfrm>
              <a:off x="4873650" y="2127300"/>
              <a:ext cx="137625" cy="80575"/>
            </a:xfrm>
            <a:custGeom>
              <a:avLst/>
              <a:gdLst/>
              <a:ahLst/>
              <a:cxnLst/>
              <a:rect l="l" t="t" r="r" b="b"/>
              <a:pathLst>
                <a:path w="5505" h="3223" extrusionOk="0">
                  <a:moveTo>
                    <a:pt x="3193" y="0"/>
                  </a:moveTo>
                  <a:cubicBezTo>
                    <a:pt x="2964" y="0"/>
                    <a:pt x="2682" y="60"/>
                    <a:pt x="2336" y="221"/>
                  </a:cubicBezTo>
                  <a:cubicBezTo>
                    <a:pt x="935" y="888"/>
                    <a:pt x="1268" y="1955"/>
                    <a:pt x="1268" y="1955"/>
                  </a:cubicBezTo>
                  <a:lnTo>
                    <a:pt x="634" y="2322"/>
                  </a:lnTo>
                  <a:cubicBezTo>
                    <a:pt x="267" y="2522"/>
                    <a:pt x="1" y="2789"/>
                    <a:pt x="67" y="2956"/>
                  </a:cubicBezTo>
                  <a:lnTo>
                    <a:pt x="134" y="3223"/>
                  </a:lnTo>
                  <a:lnTo>
                    <a:pt x="5504" y="421"/>
                  </a:lnTo>
                  <a:lnTo>
                    <a:pt x="5371" y="154"/>
                  </a:lnTo>
                  <a:cubicBezTo>
                    <a:pt x="5356" y="79"/>
                    <a:pt x="5280" y="44"/>
                    <a:pt x="5171" y="44"/>
                  </a:cubicBezTo>
                  <a:cubicBezTo>
                    <a:pt x="5037" y="44"/>
                    <a:pt x="4854" y="96"/>
                    <a:pt x="4671" y="187"/>
                  </a:cubicBezTo>
                  <a:lnTo>
                    <a:pt x="4070" y="521"/>
                  </a:lnTo>
                  <a:cubicBezTo>
                    <a:pt x="4070" y="521"/>
                    <a:pt x="3866" y="0"/>
                    <a:pt x="31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1"/>
            <p:cNvSpPr/>
            <p:nvPr/>
          </p:nvSpPr>
          <p:spPr>
            <a:xfrm>
              <a:off x="4902000" y="2141150"/>
              <a:ext cx="94275" cy="72575"/>
            </a:xfrm>
            <a:custGeom>
              <a:avLst/>
              <a:gdLst/>
              <a:ahLst/>
              <a:cxnLst/>
              <a:rect l="l" t="t" r="r" b="b"/>
              <a:pathLst>
                <a:path w="3771" h="2903" extrusionOk="0">
                  <a:moveTo>
                    <a:pt x="3770" y="0"/>
                  </a:moveTo>
                  <a:lnTo>
                    <a:pt x="1" y="1935"/>
                  </a:lnTo>
                  <a:lnTo>
                    <a:pt x="134" y="2068"/>
                  </a:lnTo>
                  <a:cubicBezTo>
                    <a:pt x="287" y="1992"/>
                    <a:pt x="406" y="1959"/>
                    <a:pt x="500" y="1959"/>
                  </a:cubicBezTo>
                  <a:cubicBezTo>
                    <a:pt x="652" y="1959"/>
                    <a:pt x="739" y="2045"/>
                    <a:pt x="801" y="2168"/>
                  </a:cubicBezTo>
                  <a:cubicBezTo>
                    <a:pt x="868" y="2369"/>
                    <a:pt x="1068" y="2902"/>
                    <a:pt x="1068" y="2902"/>
                  </a:cubicBezTo>
                  <a:lnTo>
                    <a:pt x="3436" y="1668"/>
                  </a:lnTo>
                  <a:cubicBezTo>
                    <a:pt x="3436" y="1668"/>
                    <a:pt x="3270" y="1301"/>
                    <a:pt x="3136" y="934"/>
                  </a:cubicBezTo>
                  <a:cubicBezTo>
                    <a:pt x="2969" y="567"/>
                    <a:pt x="3170" y="467"/>
                    <a:pt x="3670" y="200"/>
                  </a:cubicBezTo>
                  <a:lnTo>
                    <a:pt x="377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1"/>
            <p:cNvSpPr/>
            <p:nvPr/>
          </p:nvSpPr>
          <p:spPr>
            <a:xfrm>
              <a:off x="4902000" y="2141150"/>
              <a:ext cx="94275" cy="72575"/>
            </a:xfrm>
            <a:custGeom>
              <a:avLst/>
              <a:gdLst/>
              <a:ahLst/>
              <a:cxnLst/>
              <a:rect l="l" t="t" r="r" b="b"/>
              <a:pathLst>
                <a:path w="3771" h="2903" extrusionOk="0">
                  <a:moveTo>
                    <a:pt x="3770" y="0"/>
                  </a:moveTo>
                  <a:lnTo>
                    <a:pt x="1" y="1935"/>
                  </a:lnTo>
                  <a:lnTo>
                    <a:pt x="134" y="2068"/>
                  </a:lnTo>
                  <a:cubicBezTo>
                    <a:pt x="287" y="1992"/>
                    <a:pt x="406" y="1959"/>
                    <a:pt x="500" y="1959"/>
                  </a:cubicBezTo>
                  <a:cubicBezTo>
                    <a:pt x="652" y="1959"/>
                    <a:pt x="739" y="2045"/>
                    <a:pt x="801" y="2168"/>
                  </a:cubicBezTo>
                  <a:cubicBezTo>
                    <a:pt x="868" y="2369"/>
                    <a:pt x="1068" y="2902"/>
                    <a:pt x="1068" y="2902"/>
                  </a:cubicBezTo>
                  <a:lnTo>
                    <a:pt x="3436" y="1668"/>
                  </a:lnTo>
                  <a:cubicBezTo>
                    <a:pt x="3436" y="1668"/>
                    <a:pt x="3270" y="1301"/>
                    <a:pt x="3136" y="934"/>
                  </a:cubicBezTo>
                  <a:cubicBezTo>
                    <a:pt x="2969" y="567"/>
                    <a:pt x="3170" y="467"/>
                    <a:pt x="3670" y="200"/>
                  </a:cubicBezTo>
                  <a:lnTo>
                    <a:pt x="37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1"/>
            <p:cNvSpPr/>
            <p:nvPr/>
          </p:nvSpPr>
          <p:spPr>
            <a:xfrm>
              <a:off x="4897825" y="2161250"/>
              <a:ext cx="117625" cy="70825"/>
            </a:xfrm>
            <a:custGeom>
              <a:avLst/>
              <a:gdLst/>
              <a:ahLst/>
              <a:cxnLst/>
              <a:rect l="l" t="t" r="r" b="b"/>
              <a:pathLst>
                <a:path w="4705" h="2833" extrusionOk="0">
                  <a:moveTo>
                    <a:pt x="4247" y="0"/>
                  </a:moveTo>
                  <a:cubicBezTo>
                    <a:pt x="3941" y="0"/>
                    <a:pt x="3437" y="164"/>
                    <a:pt x="2903" y="430"/>
                  </a:cubicBezTo>
                  <a:lnTo>
                    <a:pt x="1369" y="1231"/>
                  </a:lnTo>
                  <a:cubicBezTo>
                    <a:pt x="568" y="1631"/>
                    <a:pt x="1" y="2165"/>
                    <a:pt x="68" y="2398"/>
                  </a:cubicBezTo>
                  <a:lnTo>
                    <a:pt x="234" y="2832"/>
                  </a:lnTo>
                  <a:lnTo>
                    <a:pt x="4704" y="530"/>
                  </a:lnTo>
                  <a:lnTo>
                    <a:pt x="4537" y="130"/>
                  </a:lnTo>
                  <a:cubicBezTo>
                    <a:pt x="4504" y="41"/>
                    <a:pt x="4400" y="0"/>
                    <a:pt x="424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1"/>
            <p:cNvSpPr/>
            <p:nvPr/>
          </p:nvSpPr>
          <p:spPr>
            <a:xfrm>
              <a:off x="5075450" y="2313775"/>
              <a:ext cx="371975" cy="481475"/>
            </a:xfrm>
            <a:custGeom>
              <a:avLst/>
              <a:gdLst/>
              <a:ahLst/>
              <a:cxnLst/>
              <a:rect l="l" t="t" r="r" b="b"/>
              <a:pathLst>
                <a:path w="14879" h="19259" extrusionOk="0">
                  <a:moveTo>
                    <a:pt x="12210" y="0"/>
                  </a:moveTo>
                  <a:lnTo>
                    <a:pt x="12210" y="0"/>
                  </a:lnTo>
                  <a:cubicBezTo>
                    <a:pt x="9808" y="200"/>
                    <a:pt x="8774" y="634"/>
                    <a:pt x="6973" y="3870"/>
                  </a:cubicBezTo>
                  <a:cubicBezTo>
                    <a:pt x="5038" y="7405"/>
                    <a:pt x="1269" y="13810"/>
                    <a:pt x="802" y="14611"/>
                  </a:cubicBezTo>
                  <a:cubicBezTo>
                    <a:pt x="134" y="15745"/>
                    <a:pt x="1" y="17446"/>
                    <a:pt x="568" y="18480"/>
                  </a:cubicBezTo>
                  <a:cubicBezTo>
                    <a:pt x="820" y="18922"/>
                    <a:pt x="1334" y="19259"/>
                    <a:pt x="2010" y="19259"/>
                  </a:cubicBezTo>
                  <a:cubicBezTo>
                    <a:pt x="2763" y="19259"/>
                    <a:pt x="3718" y="18840"/>
                    <a:pt x="4738" y="17679"/>
                  </a:cubicBezTo>
                  <a:cubicBezTo>
                    <a:pt x="7039" y="15111"/>
                    <a:pt x="11276" y="8806"/>
                    <a:pt x="11276" y="8806"/>
                  </a:cubicBezTo>
                  <a:cubicBezTo>
                    <a:pt x="11276" y="8806"/>
                    <a:pt x="14878" y="4036"/>
                    <a:pt x="1221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1"/>
            <p:cNvSpPr/>
            <p:nvPr/>
          </p:nvSpPr>
          <p:spPr>
            <a:xfrm>
              <a:off x="4788600" y="2344650"/>
              <a:ext cx="331075" cy="449475"/>
            </a:xfrm>
            <a:custGeom>
              <a:avLst/>
              <a:gdLst/>
              <a:ahLst/>
              <a:cxnLst/>
              <a:rect l="l" t="t" r="r" b="b"/>
              <a:pathLst>
                <a:path w="13243" h="17979" extrusionOk="0">
                  <a:moveTo>
                    <a:pt x="1804" y="0"/>
                  </a:moveTo>
                  <a:cubicBezTo>
                    <a:pt x="1542" y="0"/>
                    <a:pt x="1268" y="87"/>
                    <a:pt x="1134" y="400"/>
                  </a:cubicBezTo>
                  <a:cubicBezTo>
                    <a:pt x="267" y="2434"/>
                    <a:pt x="0" y="4636"/>
                    <a:pt x="1935" y="6070"/>
                  </a:cubicBezTo>
                  <a:cubicBezTo>
                    <a:pt x="3436" y="7138"/>
                    <a:pt x="4703" y="8472"/>
                    <a:pt x="5671" y="10006"/>
                  </a:cubicBezTo>
                  <a:cubicBezTo>
                    <a:pt x="6905" y="11908"/>
                    <a:pt x="11208" y="17745"/>
                    <a:pt x="13043" y="17979"/>
                  </a:cubicBezTo>
                  <a:lnTo>
                    <a:pt x="13243" y="12508"/>
                  </a:lnTo>
                  <a:cubicBezTo>
                    <a:pt x="13243" y="12508"/>
                    <a:pt x="6805" y="6371"/>
                    <a:pt x="6338" y="5703"/>
                  </a:cubicBezTo>
                  <a:cubicBezTo>
                    <a:pt x="5871" y="5003"/>
                    <a:pt x="6038" y="4002"/>
                    <a:pt x="5637" y="2968"/>
                  </a:cubicBezTo>
                  <a:cubicBezTo>
                    <a:pt x="5404" y="2334"/>
                    <a:pt x="5104" y="1734"/>
                    <a:pt x="4804" y="1133"/>
                  </a:cubicBezTo>
                  <a:cubicBezTo>
                    <a:pt x="4663" y="892"/>
                    <a:pt x="4315" y="528"/>
                    <a:pt x="4061" y="528"/>
                  </a:cubicBezTo>
                  <a:cubicBezTo>
                    <a:pt x="3895" y="528"/>
                    <a:pt x="3769" y="684"/>
                    <a:pt x="3769" y="1133"/>
                  </a:cubicBezTo>
                  <a:cubicBezTo>
                    <a:pt x="3769" y="2067"/>
                    <a:pt x="4103" y="2968"/>
                    <a:pt x="4070" y="3168"/>
                  </a:cubicBezTo>
                  <a:cubicBezTo>
                    <a:pt x="4061" y="3202"/>
                    <a:pt x="4041" y="3218"/>
                    <a:pt x="4007" y="3218"/>
                  </a:cubicBezTo>
                  <a:cubicBezTo>
                    <a:pt x="3907" y="3218"/>
                    <a:pt x="3694" y="3068"/>
                    <a:pt x="3369" y="2768"/>
                  </a:cubicBezTo>
                  <a:lnTo>
                    <a:pt x="2769" y="1100"/>
                  </a:lnTo>
                  <a:lnTo>
                    <a:pt x="2435" y="133"/>
                  </a:lnTo>
                  <a:cubicBezTo>
                    <a:pt x="2435" y="133"/>
                    <a:pt x="2129" y="0"/>
                    <a:pt x="1804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1"/>
            <p:cNvSpPr/>
            <p:nvPr/>
          </p:nvSpPr>
          <p:spPr>
            <a:xfrm>
              <a:off x="4974550" y="2310350"/>
              <a:ext cx="464525" cy="491400"/>
            </a:xfrm>
            <a:custGeom>
              <a:avLst/>
              <a:gdLst/>
              <a:ahLst/>
              <a:cxnLst/>
              <a:rect l="l" t="t" r="r" b="b"/>
              <a:pathLst>
                <a:path w="18581" h="19656" extrusionOk="0">
                  <a:moveTo>
                    <a:pt x="16467" y="1"/>
                  </a:moveTo>
                  <a:cubicBezTo>
                    <a:pt x="15054" y="1"/>
                    <a:pt x="13435" y="301"/>
                    <a:pt x="12143" y="1972"/>
                  </a:cubicBezTo>
                  <a:cubicBezTo>
                    <a:pt x="10775" y="3706"/>
                    <a:pt x="5371" y="13280"/>
                    <a:pt x="5371" y="13280"/>
                  </a:cubicBezTo>
                  <a:lnTo>
                    <a:pt x="2336" y="10545"/>
                  </a:lnTo>
                  <a:cubicBezTo>
                    <a:pt x="1135" y="11312"/>
                    <a:pt x="301" y="12479"/>
                    <a:pt x="1" y="13847"/>
                  </a:cubicBezTo>
                  <a:cubicBezTo>
                    <a:pt x="801" y="15148"/>
                    <a:pt x="1735" y="16415"/>
                    <a:pt x="2736" y="17616"/>
                  </a:cubicBezTo>
                  <a:cubicBezTo>
                    <a:pt x="3824" y="18787"/>
                    <a:pt x="5004" y="19656"/>
                    <a:pt x="6044" y="19656"/>
                  </a:cubicBezTo>
                  <a:cubicBezTo>
                    <a:pt x="6249" y="19656"/>
                    <a:pt x="6447" y="19622"/>
                    <a:pt x="6639" y="19551"/>
                  </a:cubicBezTo>
                  <a:cubicBezTo>
                    <a:pt x="7806" y="19117"/>
                    <a:pt x="9007" y="18183"/>
                    <a:pt x="11542" y="14681"/>
                  </a:cubicBezTo>
                  <a:cubicBezTo>
                    <a:pt x="14077" y="11145"/>
                    <a:pt x="16846" y="6975"/>
                    <a:pt x="16846" y="6975"/>
                  </a:cubicBezTo>
                  <a:cubicBezTo>
                    <a:pt x="16846" y="6975"/>
                    <a:pt x="18581" y="2906"/>
                    <a:pt x="16713" y="4"/>
                  </a:cubicBezTo>
                  <a:cubicBezTo>
                    <a:pt x="16632" y="2"/>
                    <a:pt x="16550" y="1"/>
                    <a:pt x="164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1"/>
            <p:cNvSpPr/>
            <p:nvPr/>
          </p:nvSpPr>
          <p:spPr>
            <a:xfrm>
              <a:off x="5340650" y="2040225"/>
              <a:ext cx="32550" cy="63425"/>
            </a:xfrm>
            <a:custGeom>
              <a:avLst/>
              <a:gdLst/>
              <a:ahLst/>
              <a:cxnLst/>
              <a:rect l="l" t="t" r="r" b="b"/>
              <a:pathLst>
                <a:path w="1302" h="2537" extrusionOk="0">
                  <a:moveTo>
                    <a:pt x="1301" y="1"/>
                  </a:moveTo>
                  <a:lnTo>
                    <a:pt x="1301" y="1"/>
                  </a:lnTo>
                  <a:cubicBezTo>
                    <a:pt x="1301" y="1"/>
                    <a:pt x="1" y="1969"/>
                    <a:pt x="134" y="2169"/>
                  </a:cubicBezTo>
                  <a:cubicBezTo>
                    <a:pt x="301" y="2369"/>
                    <a:pt x="1268" y="2536"/>
                    <a:pt x="1268" y="2536"/>
                  </a:cubicBezTo>
                  <a:lnTo>
                    <a:pt x="1301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1"/>
            <p:cNvSpPr/>
            <p:nvPr/>
          </p:nvSpPr>
          <p:spPr>
            <a:xfrm>
              <a:off x="5336475" y="1993425"/>
              <a:ext cx="90925" cy="78525"/>
            </a:xfrm>
            <a:custGeom>
              <a:avLst/>
              <a:gdLst/>
              <a:ahLst/>
              <a:cxnLst/>
              <a:rect l="l" t="t" r="r" b="b"/>
              <a:pathLst>
                <a:path w="3637" h="3141" extrusionOk="0">
                  <a:moveTo>
                    <a:pt x="2062" y="371"/>
                  </a:moveTo>
                  <a:cubicBezTo>
                    <a:pt x="2075" y="371"/>
                    <a:pt x="2089" y="371"/>
                    <a:pt x="2102" y="372"/>
                  </a:cubicBezTo>
                  <a:cubicBezTo>
                    <a:pt x="2769" y="372"/>
                    <a:pt x="3303" y="906"/>
                    <a:pt x="3303" y="1573"/>
                  </a:cubicBezTo>
                  <a:cubicBezTo>
                    <a:pt x="3303" y="2316"/>
                    <a:pt x="2694" y="2801"/>
                    <a:pt x="2073" y="2801"/>
                  </a:cubicBezTo>
                  <a:cubicBezTo>
                    <a:pt x="1775" y="2801"/>
                    <a:pt x="1473" y="2689"/>
                    <a:pt x="1235" y="2440"/>
                  </a:cubicBezTo>
                  <a:cubicBezTo>
                    <a:pt x="477" y="1682"/>
                    <a:pt x="989" y="371"/>
                    <a:pt x="2062" y="371"/>
                  </a:cubicBezTo>
                  <a:close/>
                  <a:moveTo>
                    <a:pt x="2076" y="1"/>
                  </a:moveTo>
                  <a:cubicBezTo>
                    <a:pt x="1690" y="1"/>
                    <a:pt x="1294" y="146"/>
                    <a:pt x="968" y="472"/>
                  </a:cubicBezTo>
                  <a:cubicBezTo>
                    <a:pt x="1" y="1439"/>
                    <a:pt x="701" y="3141"/>
                    <a:pt x="2102" y="3141"/>
                  </a:cubicBezTo>
                  <a:cubicBezTo>
                    <a:pt x="2936" y="3141"/>
                    <a:pt x="3637" y="2440"/>
                    <a:pt x="3637" y="1573"/>
                  </a:cubicBezTo>
                  <a:cubicBezTo>
                    <a:pt x="3637" y="627"/>
                    <a:pt x="2877" y="1"/>
                    <a:pt x="20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1"/>
            <p:cNvSpPr/>
            <p:nvPr/>
          </p:nvSpPr>
          <p:spPr>
            <a:xfrm>
              <a:off x="5365675" y="1895975"/>
              <a:ext cx="318575" cy="323250"/>
            </a:xfrm>
            <a:custGeom>
              <a:avLst/>
              <a:gdLst/>
              <a:ahLst/>
              <a:cxnLst/>
              <a:rect l="l" t="t" r="r" b="b"/>
              <a:pathLst>
                <a:path w="12743" h="12930" extrusionOk="0">
                  <a:moveTo>
                    <a:pt x="6333" y="1"/>
                  </a:moveTo>
                  <a:cubicBezTo>
                    <a:pt x="5283" y="1"/>
                    <a:pt x="4406" y="167"/>
                    <a:pt x="3936" y="267"/>
                  </a:cubicBezTo>
                  <a:cubicBezTo>
                    <a:pt x="1301" y="801"/>
                    <a:pt x="534" y="1968"/>
                    <a:pt x="267" y="6205"/>
                  </a:cubicBezTo>
                  <a:cubicBezTo>
                    <a:pt x="0" y="10608"/>
                    <a:pt x="467" y="11975"/>
                    <a:pt x="1034" y="12576"/>
                  </a:cubicBezTo>
                  <a:cubicBezTo>
                    <a:pt x="1268" y="12809"/>
                    <a:pt x="2102" y="12929"/>
                    <a:pt x="2969" y="12929"/>
                  </a:cubicBezTo>
                  <a:cubicBezTo>
                    <a:pt x="3589" y="12929"/>
                    <a:pt x="4225" y="12868"/>
                    <a:pt x="4670" y="12743"/>
                  </a:cubicBezTo>
                  <a:cubicBezTo>
                    <a:pt x="6071" y="12342"/>
                    <a:pt x="9140" y="11275"/>
                    <a:pt x="10608" y="9040"/>
                  </a:cubicBezTo>
                  <a:cubicBezTo>
                    <a:pt x="12309" y="6438"/>
                    <a:pt x="12743" y="2902"/>
                    <a:pt x="10941" y="1468"/>
                  </a:cubicBezTo>
                  <a:cubicBezTo>
                    <a:pt x="9469" y="301"/>
                    <a:pt x="7744" y="1"/>
                    <a:pt x="633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1"/>
            <p:cNvSpPr/>
            <p:nvPr/>
          </p:nvSpPr>
          <p:spPr>
            <a:xfrm>
              <a:off x="5395700" y="2197025"/>
              <a:ext cx="70900" cy="22000"/>
            </a:xfrm>
            <a:custGeom>
              <a:avLst/>
              <a:gdLst/>
              <a:ahLst/>
              <a:cxnLst/>
              <a:rect l="l" t="t" r="r" b="b"/>
              <a:pathLst>
                <a:path w="2836" h="880" extrusionOk="0">
                  <a:moveTo>
                    <a:pt x="2702" y="0"/>
                  </a:moveTo>
                  <a:cubicBezTo>
                    <a:pt x="1927" y="434"/>
                    <a:pt x="1066" y="637"/>
                    <a:pt x="199" y="637"/>
                  </a:cubicBezTo>
                  <a:cubicBezTo>
                    <a:pt x="133" y="637"/>
                    <a:pt x="67" y="636"/>
                    <a:pt x="0" y="634"/>
                  </a:cubicBezTo>
                  <a:lnTo>
                    <a:pt x="0" y="634"/>
                  </a:lnTo>
                  <a:cubicBezTo>
                    <a:pt x="350" y="797"/>
                    <a:pt x="1109" y="879"/>
                    <a:pt x="1876" y="879"/>
                  </a:cubicBezTo>
                  <a:cubicBezTo>
                    <a:pt x="2205" y="879"/>
                    <a:pt x="2535" y="864"/>
                    <a:pt x="2835" y="834"/>
                  </a:cubicBezTo>
                  <a:lnTo>
                    <a:pt x="2702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1"/>
            <p:cNvSpPr/>
            <p:nvPr/>
          </p:nvSpPr>
          <p:spPr>
            <a:xfrm>
              <a:off x="5353150" y="2024400"/>
              <a:ext cx="117625" cy="23375"/>
            </a:xfrm>
            <a:custGeom>
              <a:avLst/>
              <a:gdLst/>
              <a:ahLst/>
              <a:cxnLst/>
              <a:rect l="l" t="t" r="r" b="b"/>
              <a:pathLst>
                <a:path w="4705" h="935" extrusionOk="0">
                  <a:moveTo>
                    <a:pt x="1" y="0"/>
                  </a:moveTo>
                  <a:lnTo>
                    <a:pt x="1" y="367"/>
                  </a:lnTo>
                  <a:lnTo>
                    <a:pt x="4537" y="934"/>
                  </a:lnTo>
                  <a:lnTo>
                    <a:pt x="4704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1"/>
            <p:cNvSpPr/>
            <p:nvPr/>
          </p:nvSpPr>
          <p:spPr>
            <a:xfrm>
              <a:off x="5333150" y="1797225"/>
              <a:ext cx="400300" cy="411575"/>
            </a:xfrm>
            <a:custGeom>
              <a:avLst/>
              <a:gdLst/>
              <a:ahLst/>
              <a:cxnLst/>
              <a:rect l="l" t="t" r="r" b="b"/>
              <a:pathLst>
                <a:path w="16012" h="16463" extrusionOk="0">
                  <a:moveTo>
                    <a:pt x="6005" y="12723"/>
                  </a:moveTo>
                  <a:lnTo>
                    <a:pt x="6005" y="12723"/>
                  </a:lnTo>
                  <a:cubicBezTo>
                    <a:pt x="6005" y="12723"/>
                    <a:pt x="6005" y="12723"/>
                    <a:pt x="6005" y="12723"/>
                  </a:cubicBezTo>
                  <a:lnTo>
                    <a:pt x="6005" y="12723"/>
                  </a:lnTo>
                  <a:cubicBezTo>
                    <a:pt x="6005" y="12723"/>
                    <a:pt x="6005" y="12723"/>
                    <a:pt x="6005" y="12723"/>
                  </a:cubicBezTo>
                  <a:close/>
                  <a:moveTo>
                    <a:pt x="6358" y="1"/>
                  </a:moveTo>
                  <a:cubicBezTo>
                    <a:pt x="5653" y="1"/>
                    <a:pt x="4962" y="361"/>
                    <a:pt x="4604" y="1015"/>
                  </a:cubicBezTo>
                  <a:cubicBezTo>
                    <a:pt x="4103" y="514"/>
                    <a:pt x="3436" y="247"/>
                    <a:pt x="2736" y="247"/>
                  </a:cubicBezTo>
                  <a:cubicBezTo>
                    <a:pt x="2035" y="281"/>
                    <a:pt x="1401" y="681"/>
                    <a:pt x="1034" y="1282"/>
                  </a:cubicBezTo>
                  <a:cubicBezTo>
                    <a:pt x="734" y="1915"/>
                    <a:pt x="801" y="2683"/>
                    <a:pt x="1268" y="3216"/>
                  </a:cubicBezTo>
                  <a:cubicBezTo>
                    <a:pt x="834" y="3383"/>
                    <a:pt x="467" y="3683"/>
                    <a:pt x="267" y="4084"/>
                  </a:cubicBezTo>
                  <a:cubicBezTo>
                    <a:pt x="0" y="4551"/>
                    <a:pt x="67" y="5084"/>
                    <a:pt x="401" y="5485"/>
                  </a:cubicBezTo>
                  <a:cubicBezTo>
                    <a:pt x="534" y="5651"/>
                    <a:pt x="701" y="5785"/>
                    <a:pt x="901" y="5852"/>
                  </a:cubicBezTo>
                  <a:cubicBezTo>
                    <a:pt x="968" y="5885"/>
                    <a:pt x="1068" y="5885"/>
                    <a:pt x="1134" y="5918"/>
                  </a:cubicBezTo>
                  <a:cubicBezTo>
                    <a:pt x="1335" y="5918"/>
                    <a:pt x="1535" y="5918"/>
                    <a:pt x="1735" y="5852"/>
                  </a:cubicBezTo>
                  <a:lnTo>
                    <a:pt x="1735" y="5852"/>
                  </a:lnTo>
                  <a:cubicBezTo>
                    <a:pt x="1568" y="6252"/>
                    <a:pt x="1702" y="6719"/>
                    <a:pt x="2035" y="6986"/>
                  </a:cubicBezTo>
                  <a:cubicBezTo>
                    <a:pt x="2261" y="7129"/>
                    <a:pt x="2512" y="7197"/>
                    <a:pt x="2764" y="7197"/>
                  </a:cubicBezTo>
                  <a:cubicBezTo>
                    <a:pt x="2923" y="7197"/>
                    <a:pt x="3082" y="7170"/>
                    <a:pt x="3236" y="7119"/>
                  </a:cubicBezTo>
                  <a:lnTo>
                    <a:pt x="3236" y="7119"/>
                  </a:lnTo>
                  <a:cubicBezTo>
                    <a:pt x="3103" y="7386"/>
                    <a:pt x="3036" y="7686"/>
                    <a:pt x="3103" y="7953"/>
                  </a:cubicBezTo>
                  <a:cubicBezTo>
                    <a:pt x="3263" y="8562"/>
                    <a:pt x="3793" y="8956"/>
                    <a:pt x="4397" y="8956"/>
                  </a:cubicBezTo>
                  <a:cubicBezTo>
                    <a:pt x="4421" y="8956"/>
                    <a:pt x="4446" y="8955"/>
                    <a:pt x="4470" y="8954"/>
                  </a:cubicBezTo>
                  <a:cubicBezTo>
                    <a:pt x="4504" y="9588"/>
                    <a:pt x="4504" y="10188"/>
                    <a:pt x="5171" y="10455"/>
                  </a:cubicBezTo>
                  <a:cubicBezTo>
                    <a:pt x="5171" y="10455"/>
                    <a:pt x="5556" y="9003"/>
                    <a:pt x="6745" y="9003"/>
                  </a:cubicBezTo>
                  <a:cubicBezTo>
                    <a:pt x="6817" y="9003"/>
                    <a:pt x="6893" y="9009"/>
                    <a:pt x="6972" y="9020"/>
                  </a:cubicBezTo>
                  <a:cubicBezTo>
                    <a:pt x="8340" y="9254"/>
                    <a:pt x="8540" y="10989"/>
                    <a:pt x="7672" y="12056"/>
                  </a:cubicBezTo>
                  <a:cubicBezTo>
                    <a:pt x="7187" y="12672"/>
                    <a:pt x="6723" y="12807"/>
                    <a:pt x="6408" y="12807"/>
                  </a:cubicBezTo>
                  <a:cubicBezTo>
                    <a:pt x="6170" y="12807"/>
                    <a:pt x="6017" y="12730"/>
                    <a:pt x="6005" y="12723"/>
                  </a:cubicBezTo>
                  <a:lnTo>
                    <a:pt x="6005" y="12723"/>
                  </a:lnTo>
                  <a:cubicBezTo>
                    <a:pt x="6072" y="12761"/>
                    <a:pt x="6105" y="13291"/>
                    <a:pt x="6138" y="13390"/>
                  </a:cubicBezTo>
                  <a:cubicBezTo>
                    <a:pt x="6205" y="13690"/>
                    <a:pt x="6338" y="13991"/>
                    <a:pt x="6472" y="14291"/>
                  </a:cubicBezTo>
                  <a:cubicBezTo>
                    <a:pt x="6772" y="14858"/>
                    <a:pt x="7205" y="15358"/>
                    <a:pt x="7739" y="15725"/>
                  </a:cubicBezTo>
                  <a:cubicBezTo>
                    <a:pt x="8285" y="16216"/>
                    <a:pt x="9010" y="16462"/>
                    <a:pt x="9748" y="16462"/>
                  </a:cubicBezTo>
                  <a:cubicBezTo>
                    <a:pt x="9912" y="16462"/>
                    <a:pt x="10077" y="16450"/>
                    <a:pt x="10241" y="16426"/>
                  </a:cubicBezTo>
                  <a:cubicBezTo>
                    <a:pt x="11042" y="16226"/>
                    <a:pt x="11709" y="15692"/>
                    <a:pt x="12042" y="14958"/>
                  </a:cubicBezTo>
                  <a:cubicBezTo>
                    <a:pt x="12109" y="14758"/>
                    <a:pt x="12209" y="14591"/>
                    <a:pt x="12342" y="14424"/>
                  </a:cubicBezTo>
                  <a:cubicBezTo>
                    <a:pt x="12543" y="14291"/>
                    <a:pt x="12776" y="14191"/>
                    <a:pt x="13010" y="14124"/>
                  </a:cubicBezTo>
                  <a:cubicBezTo>
                    <a:pt x="14177" y="13757"/>
                    <a:pt x="14711" y="12423"/>
                    <a:pt x="14144" y="11322"/>
                  </a:cubicBezTo>
                  <a:cubicBezTo>
                    <a:pt x="15578" y="10955"/>
                    <a:pt x="15978" y="9121"/>
                    <a:pt x="14844" y="8153"/>
                  </a:cubicBezTo>
                  <a:cubicBezTo>
                    <a:pt x="15611" y="7653"/>
                    <a:pt x="16012" y="6685"/>
                    <a:pt x="15778" y="5785"/>
                  </a:cubicBezTo>
                  <a:cubicBezTo>
                    <a:pt x="15545" y="5051"/>
                    <a:pt x="14944" y="4484"/>
                    <a:pt x="14210" y="4284"/>
                  </a:cubicBezTo>
                  <a:cubicBezTo>
                    <a:pt x="13677" y="4150"/>
                    <a:pt x="13877" y="4050"/>
                    <a:pt x="13710" y="3516"/>
                  </a:cubicBezTo>
                  <a:cubicBezTo>
                    <a:pt x="13610" y="3183"/>
                    <a:pt x="13377" y="2849"/>
                    <a:pt x="13110" y="2616"/>
                  </a:cubicBezTo>
                  <a:cubicBezTo>
                    <a:pt x="12741" y="2339"/>
                    <a:pt x="12309" y="2190"/>
                    <a:pt x="11868" y="2190"/>
                  </a:cubicBezTo>
                  <a:cubicBezTo>
                    <a:pt x="11671" y="2190"/>
                    <a:pt x="11471" y="2220"/>
                    <a:pt x="11275" y="2282"/>
                  </a:cubicBezTo>
                  <a:cubicBezTo>
                    <a:pt x="11142" y="1582"/>
                    <a:pt x="10608" y="1048"/>
                    <a:pt x="9941" y="848"/>
                  </a:cubicBezTo>
                  <a:cubicBezTo>
                    <a:pt x="9776" y="793"/>
                    <a:pt x="9600" y="768"/>
                    <a:pt x="9426" y="768"/>
                  </a:cubicBezTo>
                  <a:cubicBezTo>
                    <a:pt x="9283" y="768"/>
                    <a:pt x="9142" y="785"/>
                    <a:pt x="9007" y="815"/>
                  </a:cubicBezTo>
                  <a:cubicBezTo>
                    <a:pt x="8807" y="848"/>
                    <a:pt x="8340" y="1081"/>
                    <a:pt x="8273" y="1282"/>
                  </a:cubicBezTo>
                  <a:cubicBezTo>
                    <a:pt x="7973" y="1015"/>
                    <a:pt x="7873" y="648"/>
                    <a:pt x="7539" y="381"/>
                  </a:cubicBezTo>
                  <a:cubicBezTo>
                    <a:pt x="7183" y="123"/>
                    <a:pt x="6768" y="1"/>
                    <a:pt x="63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1"/>
            <p:cNvSpPr/>
            <p:nvPr/>
          </p:nvSpPr>
          <p:spPr>
            <a:xfrm>
              <a:off x="5431000" y="2035225"/>
              <a:ext cx="32275" cy="45900"/>
            </a:xfrm>
            <a:custGeom>
              <a:avLst/>
              <a:gdLst/>
              <a:ahLst/>
              <a:cxnLst/>
              <a:rect l="l" t="t" r="r" b="b"/>
              <a:pathLst>
                <a:path w="1291" h="1836" extrusionOk="0">
                  <a:moveTo>
                    <a:pt x="1257" y="0"/>
                  </a:moveTo>
                  <a:cubicBezTo>
                    <a:pt x="55" y="0"/>
                    <a:pt x="0" y="1802"/>
                    <a:pt x="1223" y="1835"/>
                  </a:cubicBezTo>
                  <a:lnTo>
                    <a:pt x="1290" y="1"/>
                  </a:lnTo>
                  <a:cubicBezTo>
                    <a:pt x="1279" y="0"/>
                    <a:pt x="1268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9D0C82-9117-CBE5-F038-255D965C4D06}"/>
              </a:ext>
            </a:extLst>
          </p:cNvPr>
          <p:cNvSpPr txBox="1"/>
          <p:nvPr/>
        </p:nvSpPr>
        <p:spPr>
          <a:xfrm>
            <a:off x="940321" y="1093662"/>
            <a:ext cx="3150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err="1">
                <a:solidFill>
                  <a:schemeClr val="tx1"/>
                </a:solidFill>
                <a:latin typeface="Montserrat Medium" panose="00000600000000000000" pitchFamily="2" charset="0"/>
              </a:rPr>
              <a:t>Atliq</a:t>
            </a:r>
            <a:r>
              <a:rPr lang="en-IN" sz="2800" dirty="0">
                <a:solidFill>
                  <a:schemeClr val="tx1"/>
                </a:solidFill>
                <a:latin typeface="Montserrat Medium" panose="00000600000000000000" pitchFamily="2" charset="0"/>
              </a:rPr>
              <a:t> </a:t>
            </a:r>
            <a:r>
              <a:rPr lang="en-IN" sz="2800" dirty="0" err="1">
                <a:solidFill>
                  <a:schemeClr val="tx1"/>
                </a:solidFill>
                <a:latin typeface="Montserrat Medium" panose="00000600000000000000" pitchFamily="2" charset="0"/>
              </a:rPr>
              <a:t>Hardwares</a:t>
            </a:r>
            <a:endParaRPr lang="en-IN" sz="2800" dirty="0">
              <a:solidFill>
                <a:schemeClr val="tx1"/>
              </a:solidFill>
              <a:latin typeface="Montserrat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D0AB20-6351-E8E6-25D8-97093D5A7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40" y="1120827"/>
            <a:ext cx="384875" cy="376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C15A52-AE92-E28F-31A2-F60741A70D23}"/>
              </a:ext>
            </a:extLst>
          </p:cNvPr>
          <p:cNvSpPr txBox="1"/>
          <p:nvPr/>
        </p:nvSpPr>
        <p:spPr>
          <a:xfrm>
            <a:off x="5762436" y="379549"/>
            <a:ext cx="3101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Montserrat Medium" panose="00000600000000000000" pitchFamily="2" charset="0"/>
              </a:rPr>
              <a:t>SQL Project Challenge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3441A-1A1D-4EBF-ECA5-6D91BF985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434" y="4079924"/>
            <a:ext cx="943895" cy="943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3"/>
          <p:cNvSpPr/>
          <p:nvPr/>
        </p:nvSpPr>
        <p:spPr>
          <a:xfrm flipH="1">
            <a:off x="5557247" y="1528794"/>
            <a:ext cx="862800" cy="360000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3"/>
          <p:cNvSpPr/>
          <p:nvPr/>
        </p:nvSpPr>
        <p:spPr>
          <a:xfrm flipH="1">
            <a:off x="2861572" y="1528794"/>
            <a:ext cx="862800" cy="360000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3"/>
          <p:cNvSpPr txBox="1">
            <a:spLocks noGrp="1"/>
          </p:cNvSpPr>
          <p:nvPr>
            <p:ph type="title" idx="17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AGENDA</a:t>
            </a:r>
            <a:endParaRPr dirty="0"/>
          </a:p>
        </p:txBody>
      </p:sp>
      <p:sp>
        <p:nvSpPr>
          <p:cNvPr id="528" name="Google Shape;528;p43"/>
          <p:cNvSpPr txBox="1">
            <a:spLocks noGrp="1"/>
          </p:cNvSpPr>
          <p:nvPr>
            <p:ph type="title"/>
          </p:nvPr>
        </p:nvSpPr>
        <p:spPr>
          <a:xfrm flipH="1">
            <a:off x="2187172" y="1596506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529" name="Google Shape;529;p43"/>
          <p:cNvSpPr txBox="1">
            <a:spLocks noGrp="1"/>
          </p:cNvSpPr>
          <p:nvPr>
            <p:ph type="subTitle" idx="3"/>
          </p:nvPr>
        </p:nvSpPr>
        <p:spPr>
          <a:xfrm>
            <a:off x="2187172" y="1956506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800" dirty="0"/>
              <a:t>ABOUT PROJECT</a:t>
            </a:r>
            <a:endParaRPr sz="1800" dirty="0"/>
          </a:p>
        </p:txBody>
      </p:sp>
      <p:sp>
        <p:nvSpPr>
          <p:cNvPr id="530" name="Google Shape;530;p43"/>
          <p:cNvSpPr txBox="1">
            <a:spLocks noGrp="1"/>
          </p:cNvSpPr>
          <p:nvPr>
            <p:ph type="subTitle" idx="4"/>
          </p:nvPr>
        </p:nvSpPr>
        <p:spPr>
          <a:xfrm>
            <a:off x="4908797" y="1956506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800" dirty="0"/>
              <a:t>ABOUT COMPANY</a:t>
            </a:r>
            <a:endParaRPr sz="1800" dirty="0"/>
          </a:p>
        </p:txBody>
      </p:sp>
      <p:sp>
        <p:nvSpPr>
          <p:cNvPr id="532" name="Google Shape;532;p43"/>
          <p:cNvSpPr txBox="1">
            <a:spLocks noGrp="1"/>
          </p:cNvSpPr>
          <p:nvPr>
            <p:ph type="subTitle" idx="6"/>
          </p:nvPr>
        </p:nvSpPr>
        <p:spPr>
          <a:xfrm>
            <a:off x="2187172" y="3533556"/>
            <a:ext cx="21393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800" dirty="0"/>
              <a:t>INPUT DATASET</a:t>
            </a:r>
            <a:endParaRPr sz="1800" dirty="0"/>
          </a:p>
        </p:txBody>
      </p:sp>
      <p:sp>
        <p:nvSpPr>
          <p:cNvPr id="533" name="Google Shape;533;p43"/>
          <p:cNvSpPr txBox="1">
            <a:spLocks noGrp="1"/>
          </p:cNvSpPr>
          <p:nvPr>
            <p:ph type="subTitle" idx="7"/>
          </p:nvPr>
        </p:nvSpPr>
        <p:spPr>
          <a:xfrm>
            <a:off x="4908797" y="3533556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800" dirty="0"/>
              <a:t>RESULTS</a:t>
            </a:r>
            <a:endParaRPr sz="1800" dirty="0"/>
          </a:p>
        </p:txBody>
      </p:sp>
      <p:sp>
        <p:nvSpPr>
          <p:cNvPr id="535" name="Google Shape;535;p43"/>
          <p:cNvSpPr txBox="1">
            <a:spLocks noGrp="1"/>
          </p:cNvSpPr>
          <p:nvPr>
            <p:ph type="title" idx="9"/>
          </p:nvPr>
        </p:nvSpPr>
        <p:spPr>
          <a:xfrm>
            <a:off x="4908797" y="1596506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537" name="Google Shape;537;p43"/>
          <p:cNvSpPr txBox="1">
            <a:spLocks noGrp="1"/>
          </p:cNvSpPr>
          <p:nvPr>
            <p:ph type="title" idx="14"/>
          </p:nvPr>
        </p:nvSpPr>
        <p:spPr>
          <a:xfrm flipH="1">
            <a:off x="2187172" y="3173556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538" name="Google Shape;538;p43"/>
          <p:cNvSpPr txBox="1">
            <a:spLocks noGrp="1"/>
          </p:cNvSpPr>
          <p:nvPr>
            <p:ph type="title" idx="15"/>
          </p:nvPr>
        </p:nvSpPr>
        <p:spPr>
          <a:xfrm>
            <a:off x="4908797" y="3173556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04</a:t>
            </a:r>
            <a:endParaRPr dirty="0"/>
          </a:p>
        </p:txBody>
      </p:sp>
      <p:sp>
        <p:nvSpPr>
          <p:cNvPr id="544" name="Google Shape;544;p43"/>
          <p:cNvSpPr/>
          <p:nvPr/>
        </p:nvSpPr>
        <p:spPr>
          <a:xfrm flipH="1">
            <a:off x="5557247" y="3108594"/>
            <a:ext cx="862800" cy="360000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/>
          <p:cNvSpPr/>
          <p:nvPr/>
        </p:nvSpPr>
        <p:spPr>
          <a:xfrm flipH="1">
            <a:off x="2861572" y="3108594"/>
            <a:ext cx="862800" cy="360000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4"/>
          <p:cNvSpPr txBox="1">
            <a:spLocks noGrp="1"/>
          </p:cNvSpPr>
          <p:nvPr>
            <p:ph type="title" idx="2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spcFirstLastPara="1" wrap="square" lIns="91425" tIns="91425" rIns="11255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552" name="Google Shape;552;p44"/>
          <p:cNvSpPr txBox="1">
            <a:spLocks noGrp="1"/>
          </p:cNvSpPr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About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Project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948" name="Google Shape;2423;p64">
            <a:extLst>
              <a:ext uri="{FF2B5EF4-FFF2-40B4-BE49-F238E27FC236}">
                <a16:creationId xmlns:a16="http://schemas.microsoft.com/office/drawing/2014/main" id="{591216F5-F3CC-F27D-B58D-8EFA45E6A5F7}"/>
              </a:ext>
            </a:extLst>
          </p:cNvPr>
          <p:cNvGrpSpPr/>
          <p:nvPr/>
        </p:nvGrpSpPr>
        <p:grpSpPr>
          <a:xfrm>
            <a:off x="4763529" y="988041"/>
            <a:ext cx="3764171" cy="3795634"/>
            <a:chOff x="4879014" y="1460851"/>
            <a:chExt cx="2887531" cy="2949380"/>
          </a:xfrm>
        </p:grpSpPr>
        <p:sp>
          <p:nvSpPr>
            <p:cNvPr id="949" name="Google Shape;2424;p64">
              <a:extLst>
                <a:ext uri="{FF2B5EF4-FFF2-40B4-BE49-F238E27FC236}">
                  <a16:creationId xmlns:a16="http://schemas.microsoft.com/office/drawing/2014/main" id="{3DE65B87-D4DF-B4DE-4ED0-18643EDBB210}"/>
                </a:ext>
              </a:extLst>
            </p:cNvPr>
            <p:cNvSpPr/>
            <p:nvPr/>
          </p:nvSpPr>
          <p:spPr>
            <a:xfrm>
              <a:off x="4928228" y="2932098"/>
              <a:ext cx="2838316" cy="1478133"/>
            </a:xfrm>
            <a:custGeom>
              <a:avLst/>
              <a:gdLst/>
              <a:ahLst/>
              <a:cxnLst/>
              <a:rect l="l" t="t" r="r" b="b"/>
              <a:pathLst>
                <a:path w="184666" h="96170" extrusionOk="0">
                  <a:moveTo>
                    <a:pt x="92333" y="0"/>
                  </a:moveTo>
                  <a:cubicBezTo>
                    <a:pt x="41330" y="0"/>
                    <a:pt x="1" y="21516"/>
                    <a:pt x="1" y="48068"/>
                  </a:cubicBezTo>
                  <a:cubicBezTo>
                    <a:pt x="1" y="74620"/>
                    <a:pt x="41330" y="96169"/>
                    <a:pt x="92333" y="96169"/>
                  </a:cubicBezTo>
                  <a:cubicBezTo>
                    <a:pt x="143336" y="96169"/>
                    <a:pt x="184666" y="74620"/>
                    <a:pt x="184666" y="48068"/>
                  </a:cubicBezTo>
                  <a:cubicBezTo>
                    <a:pt x="184666" y="21516"/>
                    <a:pt x="143336" y="0"/>
                    <a:pt x="92333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2425;p64">
              <a:extLst>
                <a:ext uri="{FF2B5EF4-FFF2-40B4-BE49-F238E27FC236}">
                  <a16:creationId xmlns:a16="http://schemas.microsoft.com/office/drawing/2014/main" id="{B2C223AB-FFB7-7350-2A33-FD9B48AFFB8A}"/>
                </a:ext>
              </a:extLst>
            </p:cNvPr>
            <p:cNvSpPr/>
            <p:nvPr/>
          </p:nvSpPr>
          <p:spPr>
            <a:xfrm>
              <a:off x="5656259" y="3625009"/>
              <a:ext cx="1115647" cy="604886"/>
            </a:xfrm>
            <a:custGeom>
              <a:avLst/>
              <a:gdLst/>
              <a:ahLst/>
              <a:cxnLst/>
              <a:rect l="l" t="t" r="r" b="b"/>
              <a:pathLst>
                <a:path w="72586" h="39355" extrusionOk="0">
                  <a:moveTo>
                    <a:pt x="48273" y="0"/>
                  </a:moveTo>
                  <a:cubicBezTo>
                    <a:pt x="42606" y="0"/>
                    <a:pt x="36944" y="1251"/>
                    <a:pt x="32624" y="3753"/>
                  </a:cubicBezTo>
                  <a:cubicBezTo>
                    <a:pt x="25285" y="7990"/>
                    <a:pt x="24185" y="14461"/>
                    <a:pt x="29288" y="19364"/>
                  </a:cubicBezTo>
                  <a:cubicBezTo>
                    <a:pt x="28988" y="19431"/>
                    <a:pt x="28721" y="19564"/>
                    <a:pt x="28454" y="19698"/>
                  </a:cubicBezTo>
                  <a:lnTo>
                    <a:pt x="1135" y="35476"/>
                  </a:lnTo>
                  <a:cubicBezTo>
                    <a:pt x="1" y="36143"/>
                    <a:pt x="1" y="37210"/>
                    <a:pt x="1135" y="37878"/>
                  </a:cubicBezTo>
                  <a:lnTo>
                    <a:pt x="2869" y="38878"/>
                  </a:lnTo>
                  <a:cubicBezTo>
                    <a:pt x="3489" y="39196"/>
                    <a:pt x="4161" y="39355"/>
                    <a:pt x="4833" y="39355"/>
                  </a:cubicBezTo>
                  <a:cubicBezTo>
                    <a:pt x="5571" y="39355"/>
                    <a:pt x="6308" y="39163"/>
                    <a:pt x="6972" y="38778"/>
                  </a:cubicBezTo>
                  <a:lnTo>
                    <a:pt x="32424" y="22100"/>
                  </a:lnTo>
                  <a:cubicBezTo>
                    <a:pt x="32524" y="22033"/>
                    <a:pt x="32624" y="21966"/>
                    <a:pt x="32724" y="21900"/>
                  </a:cubicBezTo>
                  <a:cubicBezTo>
                    <a:pt x="37022" y="24355"/>
                    <a:pt x="42632" y="25581"/>
                    <a:pt x="48250" y="25581"/>
                  </a:cubicBezTo>
                  <a:cubicBezTo>
                    <a:pt x="53924" y="25581"/>
                    <a:pt x="59605" y="24330"/>
                    <a:pt x="63946" y="21833"/>
                  </a:cubicBezTo>
                  <a:cubicBezTo>
                    <a:pt x="72552" y="16863"/>
                    <a:pt x="72586" y="8757"/>
                    <a:pt x="63946" y="3753"/>
                  </a:cubicBezTo>
                  <a:cubicBezTo>
                    <a:pt x="59610" y="1251"/>
                    <a:pt x="53939" y="0"/>
                    <a:pt x="482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2426;p64">
              <a:extLst>
                <a:ext uri="{FF2B5EF4-FFF2-40B4-BE49-F238E27FC236}">
                  <a16:creationId xmlns:a16="http://schemas.microsoft.com/office/drawing/2014/main" id="{294B569A-A93F-21CE-B11E-624091B4A3BF}"/>
                </a:ext>
              </a:extLst>
            </p:cNvPr>
            <p:cNvSpPr/>
            <p:nvPr/>
          </p:nvSpPr>
          <p:spPr>
            <a:xfrm>
              <a:off x="6987747" y="3466329"/>
              <a:ext cx="694724" cy="401464"/>
            </a:xfrm>
            <a:custGeom>
              <a:avLst/>
              <a:gdLst/>
              <a:ahLst/>
              <a:cxnLst/>
              <a:rect l="l" t="t" r="r" b="b"/>
              <a:pathLst>
                <a:path w="45200" h="26120" extrusionOk="0">
                  <a:moveTo>
                    <a:pt x="22583" y="0"/>
                  </a:moveTo>
                  <a:cubicBezTo>
                    <a:pt x="10107" y="0"/>
                    <a:pt x="0" y="5838"/>
                    <a:pt x="0" y="13043"/>
                  </a:cubicBezTo>
                  <a:cubicBezTo>
                    <a:pt x="0" y="20282"/>
                    <a:pt x="10107" y="26119"/>
                    <a:pt x="22583" y="26119"/>
                  </a:cubicBezTo>
                  <a:cubicBezTo>
                    <a:pt x="35059" y="26119"/>
                    <a:pt x="45199" y="20282"/>
                    <a:pt x="45199" y="13043"/>
                  </a:cubicBezTo>
                  <a:cubicBezTo>
                    <a:pt x="45199" y="5838"/>
                    <a:pt x="35059" y="0"/>
                    <a:pt x="225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2427;p64">
              <a:extLst>
                <a:ext uri="{FF2B5EF4-FFF2-40B4-BE49-F238E27FC236}">
                  <a16:creationId xmlns:a16="http://schemas.microsoft.com/office/drawing/2014/main" id="{6E0DDCEE-F15F-AD93-8699-11CBDE284905}"/>
                </a:ext>
              </a:extLst>
            </p:cNvPr>
            <p:cNvSpPr/>
            <p:nvPr/>
          </p:nvSpPr>
          <p:spPr>
            <a:xfrm>
              <a:off x="5130236" y="3114233"/>
              <a:ext cx="1575533" cy="907368"/>
            </a:xfrm>
            <a:custGeom>
              <a:avLst/>
              <a:gdLst/>
              <a:ahLst/>
              <a:cxnLst/>
              <a:rect l="l" t="t" r="r" b="b"/>
              <a:pathLst>
                <a:path w="102507" h="59035" extrusionOk="0">
                  <a:moveTo>
                    <a:pt x="96123" y="0"/>
                  </a:moveTo>
                  <a:cubicBezTo>
                    <a:pt x="95810" y="0"/>
                    <a:pt x="95502" y="75"/>
                    <a:pt x="95235" y="226"/>
                  </a:cubicBezTo>
                  <a:lnTo>
                    <a:pt x="501" y="54931"/>
                  </a:lnTo>
                  <a:cubicBezTo>
                    <a:pt x="0" y="55098"/>
                    <a:pt x="0" y="55799"/>
                    <a:pt x="501" y="55965"/>
                  </a:cubicBezTo>
                  <a:lnTo>
                    <a:pt x="5471" y="58834"/>
                  </a:lnTo>
                  <a:cubicBezTo>
                    <a:pt x="5754" y="58968"/>
                    <a:pt x="6063" y="59034"/>
                    <a:pt x="6371" y="59034"/>
                  </a:cubicBezTo>
                  <a:cubicBezTo>
                    <a:pt x="6680" y="59034"/>
                    <a:pt x="6989" y="58968"/>
                    <a:pt x="7272" y="58834"/>
                  </a:cubicBezTo>
                  <a:lnTo>
                    <a:pt x="102006" y="4162"/>
                  </a:lnTo>
                  <a:cubicBezTo>
                    <a:pt x="102507" y="3995"/>
                    <a:pt x="102507" y="3294"/>
                    <a:pt x="102006" y="3128"/>
                  </a:cubicBezTo>
                  <a:lnTo>
                    <a:pt x="97036" y="226"/>
                  </a:lnTo>
                  <a:cubicBezTo>
                    <a:pt x="96753" y="75"/>
                    <a:pt x="96436" y="0"/>
                    <a:pt x="9612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2428;p64">
              <a:extLst>
                <a:ext uri="{FF2B5EF4-FFF2-40B4-BE49-F238E27FC236}">
                  <a16:creationId xmlns:a16="http://schemas.microsoft.com/office/drawing/2014/main" id="{0AB66927-4735-3B77-7BC2-E0DA154DFCBB}"/>
                </a:ext>
              </a:extLst>
            </p:cNvPr>
            <p:cNvSpPr/>
            <p:nvPr/>
          </p:nvSpPr>
          <p:spPr>
            <a:xfrm>
              <a:off x="4886391" y="3305005"/>
              <a:ext cx="315116" cy="416665"/>
            </a:xfrm>
            <a:custGeom>
              <a:avLst/>
              <a:gdLst/>
              <a:ahLst/>
              <a:cxnLst/>
              <a:rect l="l" t="t" r="r" b="b"/>
              <a:pathLst>
                <a:path w="20502" h="27109" extrusionOk="0">
                  <a:moveTo>
                    <a:pt x="6056" y="1"/>
                  </a:moveTo>
                  <a:cubicBezTo>
                    <a:pt x="2602" y="1"/>
                    <a:pt x="0" y="2817"/>
                    <a:pt x="3423" y="5926"/>
                  </a:cubicBezTo>
                  <a:cubicBezTo>
                    <a:pt x="7426" y="9562"/>
                    <a:pt x="14965" y="13966"/>
                    <a:pt x="16632" y="24840"/>
                  </a:cubicBezTo>
                  <a:lnTo>
                    <a:pt x="20502" y="27108"/>
                  </a:lnTo>
                  <a:cubicBezTo>
                    <a:pt x="20502" y="27108"/>
                    <a:pt x="20469" y="17435"/>
                    <a:pt x="18200" y="11564"/>
                  </a:cubicBezTo>
                  <a:cubicBezTo>
                    <a:pt x="15932" y="5660"/>
                    <a:pt x="12029" y="1490"/>
                    <a:pt x="7860" y="256"/>
                  </a:cubicBezTo>
                  <a:cubicBezTo>
                    <a:pt x="7251" y="82"/>
                    <a:pt x="6641" y="1"/>
                    <a:pt x="60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2429;p64">
              <a:extLst>
                <a:ext uri="{FF2B5EF4-FFF2-40B4-BE49-F238E27FC236}">
                  <a16:creationId xmlns:a16="http://schemas.microsoft.com/office/drawing/2014/main" id="{25C4C6BB-87CA-B0A4-6C6C-77C26C84D890}"/>
                </a:ext>
              </a:extLst>
            </p:cNvPr>
            <p:cNvSpPr/>
            <p:nvPr/>
          </p:nvSpPr>
          <p:spPr>
            <a:xfrm>
              <a:off x="4886391" y="3305005"/>
              <a:ext cx="315116" cy="416665"/>
            </a:xfrm>
            <a:custGeom>
              <a:avLst/>
              <a:gdLst/>
              <a:ahLst/>
              <a:cxnLst/>
              <a:rect l="l" t="t" r="r" b="b"/>
              <a:pathLst>
                <a:path w="20502" h="27109" extrusionOk="0">
                  <a:moveTo>
                    <a:pt x="6056" y="1"/>
                  </a:moveTo>
                  <a:cubicBezTo>
                    <a:pt x="2602" y="1"/>
                    <a:pt x="0" y="2817"/>
                    <a:pt x="3423" y="5926"/>
                  </a:cubicBezTo>
                  <a:cubicBezTo>
                    <a:pt x="7426" y="9562"/>
                    <a:pt x="14965" y="13966"/>
                    <a:pt x="16632" y="24840"/>
                  </a:cubicBezTo>
                  <a:lnTo>
                    <a:pt x="20502" y="27108"/>
                  </a:lnTo>
                  <a:cubicBezTo>
                    <a:pt x="20502" y="27108"/>
                    <a:pt x="20469" y="17435"/>
                    <a:pt x="18200" y="11564"/>
                  </a:cubicBezTo>
                  <a:cubicBezTo>
                    <a:pt x="15932" y="5660"/>
                    <a:pt x="12029" y="1490"/>
                    <a:pt x="7860" y="256"/>
                  </a:cubicBezTo>
                  <a:cubicBezTo>
                    <a:pt x="7251" y="82"/>
                    <a:pt x="6641" y="1"/>
                    <a:pt x="60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2430;p64">
              <a:extLst>
                <a:ext uri="{FF2B5EF4-FFF2-40B4-BE49-F238E27FC236}">
                  <a16:creationId xmlns:a16="http://schemas.microsoft.com/office/drawing/2014/main" id="{ABD35EB2-6C6C-7891-8C9F-DC78925DF181}"/>
                </a:ext>
              </a:extLst>
            </p:cNvPr>
            <p:cNvSpPr/>
            <p:nvPr/>
          </p:nvSpPr>
          <p:spPr>
            <a:xfrm>
              <a:off x="4967007" y="3333916"/>
              <a:ext cx="215026" cy="313410"/>
            </a:xfrm>
            <a:custGeom>
              <a:avLst/>
              <a:gdLst/>
              <a:ahLst/>
              <a:cxnLst/>
              <a:rect l="l" t="t" r="r" b="b"/>
              <a:pathLst>
                <a:path w="13990" h="20391" extrusionOk="0">
                  <a:moveTo>
                    <a:pt x="319" y="1"/>
                  </a:moveTo>
                  <a:cubicBezTo>
                    <a:pt x="119" y="1"/>
                    <a:pt x="0" y="288"/>
                    <a:pt x="213" y="410"/>
                  </a:cubicBezTo>
                  <a:cubicBezTo>
                    <a:pt x="3849" y="2077"/>
                    <a:pt x="11321" y="8382"/>
                    <a:pt x="13489" y="20224"/>
                  </a:cubicBezTo>
                  <a:cubicBezTo>
                    <a:pt x="13522" y="20324"/>
                    <a:pt x="13622" y="20391"/>
                    <a:pt x="13722" y="20391"/>
                  </a:cubicBezTo>
                  <a:lnTo>
                    <a:pt x="13789" y="20391"/>
                  </a:lnTo>
                  <a:cubicBezTo>
                    <a:pt x="13889" y="20391"/>
                    <a:pt x="13989" y="20257"/>
                    <a:pt x="13956" y="20124"/>
                  </a:cubicBezTo>
                  <a:cubicBezTo>
                    <a:pt x="11721" y="8115"/>
                    <a:pt x="4116" y="1710"/>
                    <a:pt x="380" y="9"/>
                  </a:cubicBezTo>
                  <a:cubicBezTo>
                    <a:pt x="359" y="3"/>
                    <a:pt x="338" y="1"/>
                    <a:pt x="3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2431;p64">
              <a:extLst>
                <a:ext uri="{FF2B5EF4-FFF2-40B4-BE49-F238E27FC236}">
                  <a16:creationId xmlns:a16="http://schemas.microsoft.com/office/drawing/2014/main" id="{AD7908F0-8E6F-DC93-ECA0-04911806EE7E}"/>
                </a:ext>
              </a:extLst>
            </p:cNvPr>
            <p:cNvSpPr/>
            <p:nvPr/>
          </p:nvSpPr>
          <p:spPr>
            <a:xfrm>
              <a:off x="4879014" y="3525042"/>
              <a:ext cx="413253" cy="442210"/>
            </a:xfrm>
            <a:custGeom>
              <a:avLst/>
              <a:gdLst/>
              <a:ahLst/>
              <a:cxnLst/>
              <a:rect l="l" t="t" r="r" b="b"/>
              <a:pathLst>
                <a:path w="26887" h="28771" extrusionOk="0">
                  <a:moveTo>
                    <a:pt x="4832" y="1"/>
                  </a:moveTo>
                  <a:cubicBezTo>
                    <a:pt x="4399" y="1"/>
                    <a:pt x="3965" y="57"/>
                    <a:pt x="3536" y="183"/>
                  </a:cubicBezTo>
                  <a:cubicBezTo>
                    <a:pt x="1234" y="850"/>
                    <a:pt x="0" y="3386"/>
                    <a:pt x="934" y="5621"/>
                  </a:cubicBezTo>
                  <a:cubicBezTo>
                    <a:pt x="1301" y="6521"/>
                    <a:pt x="2002" y="7288"/>
                    <a:pt x="2502" y="8122"/>
                  </a:cubicBezTo>
                  <a:cubicBezTo>
                    <a:pt x="3002" y="8956"/>
                    <a:pt x="3269" y="9924"/>
                    <a:pt x="2902" y="10858"/>
                  </a:cubicBezTo>
                  <a:cubicBezTo>
                    <a:pt x="2602" y="11525"/>
                    <a:pt x="2102" y="12058"/>
                    <a:pt x="1868" y="12759"/>
                  </a:cubicBezTo>
                  <a:cubicBezTo>
                    <a:pt x="1268" y="14594"/>
                    <a:pt x="1601" y="16228"/>
                    <a:pt x="3436" y="17162"/>
                  </a:cubicBezTo>
                  <a:cubicBezTo>
                    <a:pt x="5304" y="18129"/>
                    <a:pt x="8306" y="17396"/>
                    <a:pt x="9274" y="19764"/>
                  </a:cubicBezTo>
                  <a:cubicBezTo>
                    <a:pt x="9607" y="20698"/>
                    <a:pt x="9640" y="21699"/>
                    <a:pt x="9807" y="22633"/>
                  </a:cubicBezTo>
                  <a:cubicBezTo>
                    <a:pt x="10241" y="24567"/>
                    <a:pt x="11342" y="26269"/>
                    <a:pt x="12976" y="27403"/>
                  </a:cubicBezTo>
                  <a:cubicBezTo>
                    <a:pt x="14177" y="28237"/>
                    <a:pt x="15578" y="28704"/>
                    <a:pt x="17046" y="28770"/>
                  </a:cubicBezTo>
                  <a:cubicBezTo>
                    <a:pt x="17046" y="28770"/>
                    <a:pt x="19814" y="27169"/>
                    <a:pt x="20982" y="26469"/>
                  </a:cubicBezTo>
                  <a:cubicBezTo>
                    <a:pt x="22817" y="25435"/>
                    <a:pt x="26052" y="23567"/>
                    <a:pt x="26052" y="23567"/>
                  </a:cubicBezTo>
                  <a:cubicBezTo>
                    <a:pt x="26686" y="22433"/>
                    <a:pt x="26886" y="21565"/>
                    <a:pt x="26886" y="19430"/>
                  </a:cubicBezTo>
                  <a:cubicBezTo>
                    <a:pt x="26886" y="17296"/>
                    <a:pt x="25619" y="13893"/>
                    <a:pt x="22716" y="12492"/>
                  </a:cubicBezTo>
                  <a:cubicBezTo>
                    <a:pt x="21849" y="12058"/>
                    <a:pt x="20715" y="11792"/>
                    <a:pt x="20181" y="10824"/>
                  </a:cubicBezTo>
                  <a:cubicBezTo>
                    <a:pt x="19681" y="9857"/>
                    <a:pt x="19914" y="8189"/>
                    <a:pt x="19781" y="7222"/>
                  </a:cubicBezTo>
                  <a:cubicBezTo>
                    <a:pt x="19614" y="5954"/>
                    <a:pt x="19347" y="4586"/>
                    <a:pt x="18447" y="3719"/>
                  </a:cubicBezTo>
                  <a:cubicBezTo>
                    <a:pt x="17614" y="2887"/>
                    <a:pt x="16297" y="2681"/>
                    <a:pt x="15049" y="2681"/>
                  </a:cubicBezTo>
                  <a:cubicBezTo>
                    <a:pt x="14947" y="2681"/>
                    <a:pt x="14845" y="2683"/>
                    <a:pt x="14744" y="2685"/>
                  </a:cubicBezTo>
                  <a:cubicBezTo>
                    <a:pt x="14272" y="2685"/>
                    <a:pt x="13801" y="2703"/>
                    <a:pt x="13329" y="2703"/>
                  </a:cubicBezTo>
                  <a:cubicBezTo>
                    <a:pt x="12700" y="2703"/>
                    <a:pt x="12071" y="2671"/>
                    <a:pt x="11442" y="2518"/>
                  </a:cubicBezTo>
                  <a:cubicBezTo>
                    <a:pt x="10374" y="2285"/>
                    <a:pt x="9507" y="1651"/>
                    <a:pt x="8573" y="1117"/>
                  </a:cubicBezTo>
                  <a:cubicBezTo>
                    <a:pt x="7401" y="494"/>
                    <a:pt x="6117" y="1"/>
                    <a:pt x="48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2432;p64">
              <a:extLst>
                <a:ext uri="{FF2B5EF4-FFF2-40B4-BE49-F238E27FC236}">
                  <a16:creationId xmlns:a16="http://schemas.microsoft.com/office/drawing/2014/main" id="{ED513145-AAA2-E52A-5134-6A30BF1C100A}"/>
                </a:ext>
              </a:extLst>
            </p:cNvPr>
            <p:cNvSpPr/>
            <p:nvPr/>
          </p:nvSpPr>
          <p:spPr>
            <a:xfrm>
              <a:off x="4980517" y="3708068"/>
              <a:ext cx="163629" cy="29772"/>
            </a:xfrm>
            <a:custGeom>
              <a:avLst/>
              <a:gdLst/>
              <a:ahLst/>
              <a:cxnLst/>
              <a:rect l="l" t="t" r="r" b="b"/>
              <a:pathLst>
                <a:path w="10646" h="1937" extrusionOk="0">
                  <a:moveTo>
                    <a:pt x="4554" y="1"/>
                  </a:moveTo>
                  <a:cubicBezTo>
                    <a:pt x="3072" y="1"/>
                    <a:pt x="1585" y="271"/>
                    <a:pt x="168" y="818"/>
                  </a:cubicBezTo>
                  <a:cubicBezTo>
                    <a:pt x="68" y="851"/>
                    <a:pt x="1" y="984"/>
                    <a:pt x="68" y="1084"/>
                  </a:cubicBezTo>
                  <a:cubicBezTo>
                    <a:pt x="101" y="1151"/>
                    <a:pt x="168" y="1185"/>
                    <a:pt x="234" y="1218"/>
                  </a:cubicBezTo>
                  <a:lnTo>
                    <a:pt x="368" y="1218"/>
                  </a:lnTo>
                  <a:cubicBezTo>
                    <a:pt x="1723" y="687"/>
                    <a:pt x="3142" y="425"/>
                    <a:pt x="4557" y="425"/>
                  </a:cubicBezTo>
                  <a:cubicBezTo>
                    <a:pt x="6521" y="425"/>
                    <a:pt x="8477" y="930"/>
                    <a:pt x="10242" y="1918"/>
                  </a:cubicBezTo>
                  <a:cubicBezTo>
                    <a:pt x="10271" y="1931"/>
                    <a:pt x="10300" y="1937"/>
                    <a:pt x="10328" y="1937"/>
                  </a:cubicBezTo>
                  <a:cubicBezTo>
                    <a:pt x="10519" y="1937"/>
                    <a:pt x="10646" y="1664"/>
                    <a:pt x="10442" y="1518"/>
                  </a:cubicBezTo>
                  <a:cubicBezTo>
                    <a:pt x="8625" y="513"/>
                    <a:pt x="6595" y="1"/>
                    <a:pt x="4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2433;p64">
              <a:extLst>
                <a:ext uri="{FF2B5EF4-FFF2-40B4-BE49-F238E27FC236}">
                  <a16:creationId xmlns:a16="http://schemas.microsoft.com/office/drawing/2014/main" id="{0FDF0C1F-8D80-905F-64BB-79A32DB5F332}"/>
                </a:ext>
              </a:extLst>
            </p:cNvPr>
            <p:cNvSpPr/>
            <p:nvPr/>
          </p:nvSpPr>
          <p:spPr>
            <a:xfrm>
              <a:off x="4953866" y="3565081"/>
              <a:ext cx="251238" cy="340138"/>
            </a:xfrm>
            <a:custGeom>
              <a:avLst/>
              <a:gdLst/>
              <a:ahLst/>
              <a:cxnLst/>
              <a:rect l="l" t="t" r="r" b="b"/>
              <a:pathLst>
                <a:path w="16346" h="22130" extrusionOk="0">
                  <a:moveTo>
                    <a:pt x="255" y="1"/>
                  </a:moveTo>
                  <a:cubicBezTo>
                    <a:pt x="173" y="1"/>
                    <a:pt x="92" y="38"/>
                    <a:pt x="67" y="113"/>
                  </a:cubicBezTo>
                  <a:cubicBezTo>
                    <a:pt x="0" y="214"/>
                    <a:pt x="67" y="347"/>
                    <a:pt x="167" y="380"/>
                  </a:cubicBezTo>
                  <a:cubicBezTo>
                    <a:pt x="6338" y="3049"/>
                    <a:pt x="15545" y="12756"/>
                    <a:pt x="15945" y="21929"/>
                  </a:cubicBezTo>
                  <a:cubicBezTo>
                    <a:pt x="15945" y="22029"/>
                    <a:pt x="16045" y="22129"/>
                    <a:pt x="16145" y="22129"/>
                  </a:cubicBezTo>
                  <a:cubicBezTo>
                    <a:pt x="16245" y="22096"/>
                    <a:pt x="16345" y="21996"/>
                    <a:pt x="16345" y="21896"/>
                  </a:cubicBezTo>
                  <a:cubicBezTo>
                    <a:pt x="15945" y="12556"/>
                    <a:pt x="6572" y="2715"/>
                    <a:pt x="334" y="13"/>
                  </a:cubicBezTo>
                  <a:cubicBezTo>
                    <a:pt x="309" y="5"/>
                    <a:pt x="282" y="1"/>
                    <a:pt x="2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2434;p64">
              <a:extLst>
                <a:ext uri="{FF2B5EF4-FFF2-40B4-BE49-F238E27FC236}">
                  <a16:creationId xmlns:a16="http://schemas.microsoft.com/office/drawing/2014/main" id="{B44C7D20-AB53-E225-8236-E2CDBD876C57}"/>
                </a:ext>
              </a:extLst>
            </p:cNvPr>
            <p:cNvSpPr/>
            <p:nvPr/>
          </p:nvSpPr>
          <p:spPr>
            <a:xfrm>
              <a:off x="6199727" y="2603150"/>
              <a:ext cx="480405" cy="791924"/>
            </a:xfrm>
            <a:custGeom>
              <a:avLst/>
              <a:gdLst/>
              <a:ahLst/>
              <a:cxnLst/>
              <a:rect l="l" t="t" r="r" b="b"/>
              <a:pathLst>
                <a:path w="31256" h="51524" extrusionOk="0">
                  <a:moveTo>
                    <a:pt x="28206" y="0"/>
                  </a:moveTo>
                  <a:cubicBezTo>
                    <a:pt x="27923" y="0"/>
                    <a:pt x="27645" y="85"/>
                    <a:pt x="27420" y="254"/>
                  </a:cubicBezTo>
                  <a:lnTo>
                    <a:pt x="1968" y="14931"/>
                  </a:lnTo>
                  <a:cubicBezTo>
                    <a:pt x="801" y="15698"/>
                    <a:pt x="67" y="16966"/>
                    <a:pt x="0" y="18333"/>
                  </a:cubicBezTo>
                  <a:lnTo>
                    <a:pt x="0" y="21202"/>
                  </a:lnTo>
                  <a:lnTo>
                    <a:pt x="0" y="48455"/>
                  </a:lnTo>
                  <a:cubicBezTo>
                    <a:pt x="0" y="48555"/>
                    <a:pt x="0" y="48655"/>
                    <a:pt x="0" y="48755"/>
                  </a:cubicBezTo>
                  <a:cubicBezTo>
                    <a:pt x="67" y="49389"/>
                    <a:pt x="467" y="49956"/>
                    <a:pt x="1034" y="50290"/>
                  </a:cubicBezTo>
                  <a:lnTo>
                    <a:pt x="3102" y="51490"/>
                  </a:lnTo>
                  <a:lnTo>
                    <a:pt x="3203" y="51524"/>
                  </a:lnTo>
                  <a:cubicBezTo>
                    <a:pt x="2769" y="51290"/>
                    <a:pt x="2502" y="50857"/>
                    <a:pt x="2502" y="50356"/>
                  </a:cubicBezTo>
                  <a:lnTo>
                    <a:pt x="2502" y="23771"/>
                  </a:lnTo>
                  <a:lnTo>
                    <a:pt x="2502" y="19768"/>
                  </a:lnTo>
                  <a:cubicBezTo>
                    <a:pt x="2602" y="18367"/>
                    <a:pt x="3336" y="17099"/>
                    <a:pt x="4537" y="16365"/>
                  </a:cubicBezTo>
                  <a:lnTo>
                    <a:pt x="29922" y="1688"/>
                  </a:lnTo>
                  <a:cubicBezTo>
                    <a:pt x="30175" y="1519"/>
                    <a:pt x="30469" y="1430"/>
                    <a:pt x="30760" y="1430"/>
                  </a:cubicBezTo>
                  <a:cubicBezTo>
                    <a:pt x="30929" y="1430"/>
                    <a:pt x="31097" y="1460"/>
                    <a:pt x="31256" y="1521"/>
                  </a:cubicBezTo>
                  <a:cubicBezTo>
                    <a:pt x="30822" y="1288"/>
                    <a:pt x="29221" y="354"/>
                    <a:pt x="28854" y="154"/>
                  </a:cubicBezTo>
                  <a:cubicBezTo>
                    <a:pt x="28650" y="52"/>
                    <a:pt x="28426" y="0"/>
                    <a:pt x="282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2435;p64">
              <a:extLst>
                <a:ext uri="{FF2B5EF4-FFF2-40B4-BE49-F238E27FC236}">
                  <a16:creationId xmlns:a16="http://schemas.microsoft.com/office/drawing/2014/main" id="{A5509601-0F5B-C886-C161-FFB8B25A9444}"/>
                </a:ext>
              </a:extLst>
            </p:cNvPr>
            <p:cNvSpPr/>
            <p:nvPr/>
          </p:nvSpPr>
          <p:spPr>
            <a:xfrm>
              <a:off x="6238690" y="2625283"/>
              <a:ext cx="451709" cy="772696"/>
            </a:xfrm>
            <a:custGeom>
              <a:avLst/>
              <a:gdLst/>
              <a:ahLst/>
              <a:cxnLst/>
              <a:rect l="l" t="t" r="r" b="b"/>
              <a:pathLst>
                <a:path w="29389" h="50273" extrusionOk="0">
                  <a:moveTo>
                    <a:pt x="28211" y="0"/>
                  </a:moveTo>
                  <a:cubicBezTo>
                    <a:pt x="27922" y="0"/>
                    <a:pt x="27646" y="97"/>
                    <a:pt x="27420" y="281"/>
                  </a:cubicBezTo>
                  <a:lnTo>
                    <a:pt x="2002" y="14925"/>
                  </a:lnTo>
                  <a:cubicBezTo>
                    <a:pt x="834" y="15659"/>
                    <a:pt x="100" y="16960"/>
                    <a:pt x="0" y="18328"/>
                  </a:cubicBezTo>
                  <a:lnTo>
                    <a:pt x="0" y="48916"/>
                  </a:lnTo>
                  <a:cubicBezTo>
                    <a:pt x="0" y="49699"/>
                    <a:pt x="651" y="50272"/>
                    <a:pt x="1358" y="50272"/>
                  </a:cubicBezTo>
                  <a:cubicBezTo>
                    <a:pt x="1584" y="50272"/>
                    <a:pt x="1817" y="50213"/>
                    <a:pt x="2035" y="50084"/>
                  </a:cubicBezTo>
                  <a:lnTo>
                    <a:pt x="27387" y="35440"/>
                  </a:lnTo>
                  <a:cubicBezTo>
                    <a:pt x="28554" y="34673"/>
                    <a:pt x="29288" y="33405"/>
                    <a:pt x="29388" y="32004"/>
                  </a:cubicBezTo>
                  <a:lnTo>
                    <a:pt x="29388" y="1382"/>
                  </a:lnTo>
                  <a:cubicBezTo>
                    <a:pt x="29355" y="1316"/>
                    <a:pt x="29355" y="1215"/>
                    <a:pt x="29355" y="1149"/>
                  </a:cubicBezTo>
                  <a:cubicBezTo>
                    <a:pt x="29355" y="1082"/>
                    <a:pt x="29355" y="1015"/>
                    <a:pt x="29321" y="982"/>
                  </a:cubicBezTo>
                  <a:lnTo>
                    <a:pt x="29321" y="915"/>
                  </a:lnTo>
                  <a:cubicBezTo>
                    <a:pt x="29321" y="882"/>
                    <a:pt x="29288" y="815"/>
                    <a:pt x="29288" y="748"/>
                  </a:cubicBezTo>
                  <a:cubicBezTo>
                    <a:pt x="29255" y="648"/>
                    <a:pt x="29221" y="582"/>
                    <a:pt x="29155" y="515"/>
                  </a:cubicBezTo>
                  <a:cubicBezTo>
                    <a:pt x="29155" y="448"/>
                    <a:pt x="29121" y="415"/>
                    <a:pt x="29088" y="415"/>
                  </a:cubicBezTo>
                  <a:cubicBezTo>
                    <a:pt x="29088" y="382"/>
                    <a:pt x="29054" y="348"/>
                    <a:pt x="29054" y="315"/>
                  </a:cubicBezTo>
                  <a:cubicBezTo>
                    <a:pt x="28988" y="281"/>
                    <a:pt x="28954" y="215"/>
                    <a:pt x="28921" y="181"/>
                  </a:cubicBezTo>
                  <a:cubicBezTo>
                    <a:pt x="28854" y="148"/>
                    <a:pt x="28788" y="115"/>
                    <a:pt x="28754" y="115"/>
                  </a:cubicBezTo>
                  <a:cubicBezTo>
                    <a:pt x="28575" y="38"/>
                    <a:pt x="28390" y="0"/>
                    <a:pt x="2821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2436;p64">
              <a:extLst>
                <a:ext uri="{FF2B5EF4-FFF2-40B4-BE49-F238E27FC236}">
                  <a16:creationId xmlns:a16="http://schemas.microsoft.com/office/drawing/2014/main" id="{9B43DEBE-2899-ECDB-1D39-D51653B5A31B}"/>
                </a:ext>
              </a:extLst>
            </p:cNvPr>
            <p:cNvSpPr/>
            <p:nvPr/>
          </p:nvSpPr>
          <p:spPr>
            <a:xfrm>
              <a:off x="6209472" y="2602827"/>
              <a:ext cx="470660" cy="274416"/>
            </a:xfrm>
            <a:custGeom>
              <a:avLst/>
              <a:gdLst/>
              <a:ahLst/>
              <a:cxnLst/>
              <a:rect l="l" t="t" r="r" b="b"/>
              <a:pathLst>
                <a:path w="30622" h="17854" extrusionOk="0">
                  <a:moveTo>
                    <a:pt x="27618" y="1"/>
                  </a:moveTo>
                  <a:cubicBezTo>
                    <a:pt x="27319" y="1"/>
                    <a:pt x="27023" y="97"/>
                    <a:pt x="26786" y="275"/>
                  </a:cubicBezTo>
                  <a:lnTo>
                    <a:pt x="1368" y="14952"/>
                  </a:lnTo>
                  <a:cubicBezTo>
                    <a:pt x="801" y="15285"/>
                    <a:pt x="334" y="15786"/>
                    <a:pt x="0" y="16386"/>
                  </a:cubicBezTo>
                  <a:lnTo>
                    <a:pt x="2502" y="17854"/>
                  </a:lnTo>
                  <a:cubicBezTo>
                    <a:pt x="2835" y="17254"/>
                    <a:pt x="3302" y="16720"/>
                    <a:pt x="3903" y="16386"/>
                  </a:cubicBezTo>
                  <a:lnTo>
                    <a:pt x="29288" y="1709"/>
                  </a:lnTo>
                  <a:cubicBezTo>
                    <a:pt x="29554" y="1531"/>
                    <a:pt x="29866" y="1442"/>
                    <a:pt x="30172" y="1442"/>
                  </a:cubicBezTo>
                  <a:cubicBezTo>
                    <a:pt x="30325" y="1442"/>
                    <a:pt x="30477" y="1464"/>
                    <a:pt x="30622" y="1509"/>
                  </a:cubicBezTo>
                  <a:cubicBezTo>
                    <a:pt x="30222" y="1309"/>
                    <a:pt x="28554" y="375"/>
                    <a:pt x="28220" y="141"/>
                  </a:cubicBezTo>
                  <a:cubicBezTo>
                    <a:pt x="28030" y="46"/>
                    <a:pt x="27823" y="1"/>
                    <a:pt x="2761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2437;p64">
              <a:extLst>
                <a:ext uri="{FF2B5EF4-FFF2-40B4-BE49-F238E27FC236}">
                  <a16:creationId xmlns:a16="http://schemas.microsoft.com/office/drawing/2014/main" id="{031DEAF4-E330-2931-7EAD-9A629590F544}"/>
                </a:ext>
              </a:extLst>
            </p:cNvPr>
            <p:cNvSpPr/>
            <p:nvPr/>
          </p:nvSpPr>
          <p:spPr>
            <a:xfrm>
              <a:off x="6468886" y="2857662"/>
              <a:ext cx="101027" cy="275938"/>
            </a:xfrm>
            <a:custGeom>
              <a:avLst/>
              <a:gdLst/>
              <a:ahLst/>
              <a:cxnLst/>
              <a:rect l="l" t="t" r="r" b="b"/>
              <a:pathLst>
                <a:path w="6573" h="17953" extrusionOk="0">
                  <a:moveTo>
                    <a:pt x="1889" y="1"/>
                  </a:moveTo>
                  <a:cubicBezTo>
                    <a:pt x="1288" y="1"/>
                    <a:pt x="651" y="176"/>
                    <a:pt x="1" y="540"/>
                  </a:cubicBezTo>
                  <a:lnTo>
                    <a:pt x="1" y="10047"/>
                  </a:lnTo>
                  <a:lnTo>
                    <a:pt x="1902" y="17953"/>
                  </a:lnTo>
                  <a:cubicBezTo>
                    <a:pt x="4938" y="14517"/>
                    <a:pt x="6572" y="8079"/>
                    <a:pt x="5605" y="3909"/>
                  </a:cubicBezTo>
                  <a:cubicBezTo>
                    <a:pt x="5012" y="1416"/>
                    <a:pt x="3598" y="1"/>
                    <a:pt x="188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2438;p64">
              <a:extLst>
                <a:ext uri="{FF2B5EF4-FFF2-40B4-BE49-F238E27FC236}">
                  <a16:creationId xmlns:a16="http://schemas.microsoft.com/office/drawing/2014/main" id="{32DAECB7-8374-B511-89AE-63C605652906}"/>
                </a:ext>
              </a:extLst>
            </p:cNvPr>
            <p:cNvSpPr/>
            <p:nvPr/>
          </p:nvSpPr>
          <p:spPr>
            <a:xfrm>
              <a:off x="6440698" y="3039243"/>
              <a:ext cx="46663" cy="125127"/>
            </a:xfrm>
            <a:custGeom>
              <a:avLst/>
              <a:gdLst/>
              <a:ahLst/>
              <a:cxnLst/>
              <a:rect l="l" t="t" r="r" b="b"/>
              <a:pathLst>
                <a:path w="3036" h="8141" extrusionOk="0">
                  <a:moveTo>
                    <a:pt x="1501" y="1"/>
                  </a:moveTo>
                  <a:lnTo>
                    <a:pt x="0" y="8140"/>
                  </a:lnTo>
                  <a:cubicBezTo>
                    <a:pt x="534" y="8073"/>
                    <a:pt x="1034" y="7873"/>
                    <a:pt x="1501" y="7606"/>
                  </a:cubicBezTo>
                  <a:cubicBezTo>
                    <a:pt x="2068" y="7273"/>
                    <a:pt x="2602" y="6839"/>
                    <a:pt x="3036" y="6372"/>
                  </a:cubicBezTo>
                  <a:lnTo>
                    <a:pt x="15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2439;p64">
              <a:extLst>
                <a:ext uri="{FF2B5EF4-FFF2-40B4-BE49-F238E27FC236}">
                  <a16:creationId xmlns:a16="http://schemas.microsoft.com/office/drawing/2014/main" id="{D8B45620-BAC2-AF0E-C898-68B234E402E3}"/>
                </a:ext>
              </a:extLst>
            </p:cNvPr>
            <p:cNvSpPr/>
            <p:nvPr/>
          </p:nvSpPr>
          <p:spPr>
            <a:xfrm>
              <a:off x="6440698" y="3039243"/>
              <a:ext cx="46663" cy="125127"/>
            </a:xfrm>
            <a:custGeom>
              <a:avLst/>
              <a:gdLst/>
              <a:ahLst/>
              <a:cxnLst/>
              <a:rect l="l" t="t" r="r" b="b"/>
              <a:pathLst>
                <a:path w="3036" h="8141" extrusionOk="0">
                  <a:moveTo>
                    <a:pt x="1501" y="1"/>
                  </a:moveTo>
                  <a:lnTo>
                    <a:pt x="0" y="8140"/>
                  </a:lnTo>
                  <a:cubicBezTo>
                    <a:pt x="534" y="8073"/>
                    <a:pt x="1034" y="7873"/>
                    <a:pt x="1501" y="7606"/>
                  </a:cubicBezTo>
                  <a:cubicBezTo>
                    <a:pt x="2068" y="7273"/>
                    <a:pt x="2602" y="6839"/>
                    <a:pt x="3036" y="6372"/>
                  </a:cubicBezTo>
                  <a:lnTo>
                    <a:pt x="15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2440;p64">
              <a:extLst>
                <a:ext uri="{FF2B5EF4-FFF2-40B4-BE49-F238E27FC236}">
                  <a16:creationId xmlns:a16="http://schemas.microsoft.com/office/drawing/2014/main" id="{CCE88770-FAEA-EA52-2287-EE907AC9D283}"/>
                </a:ext>
              </a:extLst>
            </p:cNvPr>
            <p:cNvSpPr/>
            <p:nvPr/>
          </p:nvSpPr>
          <p:spPr>
            <a:xfrm>
              <a:off x="6374561" y="3031051"/>
              <a:ext cx="82045" cy="142034"/>
            </a:xfrm>
            <a:custGeom>
              <a:avLst/>
              <a:gdLst/>
              <a:ahLst/>
              <a:cxnLst/>
              <a:rect l="l" t="t" r="r" b="b"/>
              <a:pathLst>
                <a:path w="5338" h="9241" extrusionOk="0">
                  <a:moveTo>
                    <a:pt x="5337" y="0"/>
                  </a:moveTo>
                  <a:lnTo>
                    <a:pt x="0" y="5771"/>
                  </a:lnTo>
                  <a:cubicBezTo>
                    <a:pt x="593" y="7945"/>
                    <a:pt x="1901" y="9241"/>
                    <a:pt x="3540" y="9241"/>
                  </a:cubicBezTo>
                  <a:cubicBezTo>
                    <a:pt x="3561" y="9241"/>
                    <a:pt x="3582" y="9241"/>
                    <a:pt x="3603" y="9240"/>
                  </a:cubicBezTo>
                  <a:lnTo>
                    <a:pt x="533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2441;p64">
              <a:extLst>
                <a:ext uri="{FF2B5EF4-FFF2-40B4-BE49-F238E27FC236}">
                  <a16:creationId xmlns:a16="http://schemas.microsoft.com/office/drawing/2014/main" id="{EC423DF9-F369-3BF4-A7A2-233A408F13C7}"/>
                </a:ext>
              </a:extLst>
            </p:cNvPr>
            <p:cNvSpPr/>
            <p:nvPr/>
          </p:nvSpPr>
          <p:spPr>
            <a:xfrm>
              <a:off x="6374561" y="3031051"/>
              <a:ext cx="82045" cy="142034"/>
            </a:xfrm>
            <a:custGeom>
              <a:avLst/>
              <a:gdLst/>
              <a:ahLst/>
              <a:cxnLst/>
              <a:rect l="l" t="t" r="r" b="b"/>
              <a:pathLst>
                <a:path w="5338" h="9241" extrusionOk="0">
                  <a:moveTo>
                    <a:pt x="5337" y="0"/>
                  </a:moveTo>
                  <a:lnTo>
                    <a:pt x="0" y="5771"/>
                  </a:lnTo>
                  <a:cubicBezTo>
                    <a:pt x="593" y="7945"/>
                    <a:pt x="1901" y="9241"/>
                    <a:pt x="3540" y="9241"/>
                  </a:cubicBezTo>
                  <a:cubicBezTo>
                    <a:pt x="3561" y="9241"/>
                    <a:pt x="3582" y="9241"/>
                    <a:pt x="3603" y="9240"/>
                  </a:cubicBezTo>
                  <a:lnTo>
                    <a:pt x="5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2442;p64">
              <a:extLst>
                <a:ext uri="{FF2B5EF4-FFF2-40B4-BE49-F238E27FC236}">
                  <a16:creationId xmlns:a16="http://schemas.microsoft.com/office/drawing/2014/main" id="{423D8898-FB98-A5A5-ACD3-7B23B8139670}"/>
                </a:ext>
              </a:extLst>
            </p:cNvPr>
            <p:cNvSpPr/>
            <p:nvPr/>
          </p:nvSpPr>
          <p:spPr>
            <a:xfrm>
              <a:off x="6373008" y="2878780"/>
              <a:ext cx="86149" cy="224064"/>
            </a:xfrm>
            <a:custGeom>
              <a:avLst/>
              <a:gdLst/>
              <a:ahLst/>
              <a:cxnLst/>
              <a:rect l="l" t="t" r="r" b="b"/>
              <a:pathLst>
                <a:path w="5605" h="14578" extrusionOk="0">
                  <a:moveTo>
                    <a:pt x="5605" y="0"/>
                  </a:moveTo>
                  <a:cubicBezTo>
                    <a:pt x="2503" y="2035"/>
                    <a:pt x="1" y="7472"/>
                    <a:pt x="1" y="12342"/>
                  </a:cubicBezTo>
                  <a:cubicBezTo>
                    <a:pt x="1" y="13076"/>
                    <a:pt x="68" y="13843"/>
                    <a:pt x="201" y="14577"/>
                  </a:cubicBezTo>
                  <a:lnTo>
                    <a:pt x="5605" y="8773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2443;p64">
              <a:extLst>
                <a:ext uri="{FF2B5EF4-FFF2-40B4-BE49-F238E27FC236}">
                  <a16:creationId xmlns:a16="http://schemas.microsoft.com/office/drawing/2014/main" id="{F55D40B8-C38A-C673-2F4D-C1A88EB31228}"/>
                </a:ext>
              </a:extLst>
            </p:cNvPr>
            <p:cNvSpPr/>
            <p:nvPr/>
          </p:nvSpPr>
          <p:spPr>
            <a:xfrm>
              <a:off x="6373008" y="2878780"/>
              <a:ext cx="86149" cy="224064"/>
            </a:xfrm>
            <a:custGeom>
              <a:avLst/>
              <a:gdLst/>
              <a:ahLst/>
              <a:cxnLst/>
              <a:rect l="l" t="t" r="r" b="b"/>
              <a:pathLst>
                <a:path w="5605" h="14578" extrusionOk="0">
                  <a:moveTo>
                    <a:pt x="5605" y="0"/>
                  </a:moveTo>
                  <a:cubicBezTo>
                    <a:pt x="2503" y="2035"/>
                    <a:pt x="1" y="7472"/>
                    <a:pt x="1" y="12342"/>
                  </a:cubicBezTo>
                  <a:cubicBezTo>
                    <a:pt x="1" y="13076"/>
                    <a:pt x="68" y="13843"/>
                    <a:pt x="201" y="14577"/>
                  </a:cubicBezTo>
                  <a:lnTo>
                    <a:pt x="5605" y="8773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2444;p64">
              <a:extLst>
                <a:ext uri="{FF2B5EF4-FFF2-40B4-BE49-F238E27FC236}">
                  <a16:creationId xmlns:a16="http://schemas.microsoft.com/office/drawing/2014/main" id="{F4DC18AF-31FD-6543-7E2A-7716BE010D0A}"/>
                </a:ext>
              </a:extLst>
            </p:cNvPr>
            <p:cNvSpPr/>
            <p:nvPr/>
          </p:nvSpPr>
          <p:spPr>
            <a:xfrm>
              <a:off x="6529905" y="2891598"/>
              <a:ext cx="62556" cy="38456"/>
            </a:xfrm>
            <a:custGeom>
              <a:avLst/>
              <a:gdLst/>
              <a:ahLst/>
              <a:cxnLst/>
              <a:rect l="l" t="t" r="r" b="b"/>
              <a:pathLst>
                <a:path w="4070" h="2502" extrusionOk="0">
                  <a:moveTo>
                    <a:pt x="4003" y="0"/>
                  </a:moveTo>
                  <a:lnTo>
                    <a:pt x="3736" y="167"/>
                  </a:lnTo>
                  <a:cubicBezTo>
                    <a:pt x="3703" y="200"/>
                    <a:pt x="3670" y="267"/>
                    <a:pt x="3636" y="334"/>
                  </a:cubicBezTo>
                  <a:lnTo>
                    <a:pt x="3636" y="400"/>
                  </a:lnTo>
                  <a:lnTo>
                    <a:pt x="3670" y="400"/>
                  </a:lnTo>
                  <a:lnTo>
                    <a:pt x="3936" y="267"/>
                  </a:lnTo>
                  <a:cubicBezTo>
                    <a:pt x="4003" y="200"/>
                    <a:pt x="4036" y="167"/>
                    <a:pt x="4036" y="100"/>
                  </a:cubicBezTo>
                  <a:cubicBezTo>
                    <a:pt x="4070" y="33"/>
                    <a:pt x="4036" y="0"/>
                    <a:pt x="4003" y="0"/>
                  </a:cubicBezTo>
                  <a:close/>
                  <a:moveTo>
                    <a:pt x="3369" y="367"/>
                  </a:moveTo>
                  <a:lnTo>
                    <a:pt x="3002" y="567"/>
                  </a:lnTo>
                  <a:cubicBezTo>
                    <a:pt x="2969" y="600"/>
                    <a:pt x="2936" y="667"/>
                    <a:pt x="2936" y="734"/>
                  </a:cubicBezTo>
                  <a:lnTo>
                    <a:pt x="2936" y="834"/>
                  </a:lnTo>
                  <a:lnTo>
                    <a:pt x="3303" y="634"/>
                  </a:lnTo>
                  <a:cubicBezTo>
                    <a:pt x="3369" y="567"/>
                    <a:pt x="3403" y="534"/>
                    <a:pt x="3403" y="467"/>
                  </a:cubicBezTo>
                  <a:cubicBezTo>
                    <a:pt x="3436" y="400"/>
                    <a:pt x="3403" y="367"/>
                    <a:pt x="3369" y="367"/>
                  </a:cubicBezTo>
                  <a:close/>
                  <a:moveTo>
                    <a:pt x="2635" y="767"/>
                  </a:moveTo>
                  <a:lnTo>
                    <a:pt x="2302" y="1001"/>
                  </a:lnTo>
                  <a:cubicBezTo>
                    <a:pt x="2235" y="1034"/>
                    <a:pt x="2202" y="1101"/>
                    <a:pt x="2202" y="1168"/>
                  </a:cubicBezTo>
                  <a:lnTo>
                    <a:pt x="2202" y="1234"/>
                  </a:lnTo>
                  <a:lnTo>
                    <a:pt x="2569" y="1034"/>
                  </a:lnTo>
                  <a:cubicBezTo>
                    <a:pt x="2635" y="1001"/>
                    <a:pt x="2669" y="934"/>
                    <a:pt x="2669" y="867"/>
                  </a:cubicBezTo>
                  <a:cubicBezTo>
                    <a:pt x="2702" y="767"/>
                    <a:pt x="2702" y="767"/>
                    <a:pt x="2635" y="767"/>
                  </a:cubicBezTo>
                  <a:close/>
                  <a:moveTo>
                    <a:pt x="1935" y="1201"/>
                  </a:moveTo>
                  <a:lnTo>
                    <a:pt x="1568" y="1401"/>
                  </a:lnTo>
                  <a:cubicBezTo>
                    <a:pt x="1501" y="1468"/>
                    <a:pt x="1468" y="1501"/>
                    <a:pt x="1468" y="1568"/>
                  </a:cubicBezTo>
                  <a:lnTo>
                    <a:pt x="1468" y="1668"/>
                  </a:lnTo>
                  <a:lnTo>
                    <a:pt x="1501" y="1668"/>
                  </a:lnTo>
                  <a:lnTo>
                    <a:pt x="1868" y="1468"/>
                  </a:lnTo>
                  <a:cubicBezTo>
                    <a:pt x="1902" y="1401"/>
                    <a:pt x="1935" y="1368"/>
                    <a:pt x="1935" y="1301"/>
                  </a:cubicBezTo>
                  <a:cubicBezTo>
                    <a:pt x="1968" y="1234"/>
                    <a:pt x="1968" y="1201"/>
                    <a:pt x="1935" y="1201"/>
                  </a:cubicBezTo>
                  <a:close/>
                  <a:moveTo>
                    <a:pt x="1201" y="1601"/>
                  </a:moveTo>
                  <a:lnTo>
                    <a:pt x="834" y="1835"/>
                  </a:lnTo>
                  <a:cubicBezTo>
                    <a:pt x="767" y="1868"/>
                    <a:pt x="734" y="1935"/>
                    <a:pt x="734" y="2001"/>
                  </a:cubicBezTo>
                  <a:lnTo>
                    <a:pt x="734" y="2068"/>
                  </a:lnTo>
                  <a:lnTo>
                    <a:pt x="767" y="2068"/>
                  </a:lnTo>
                  <a:lnTo>
                    <a:pt x="1134" y="1868"/>
                  </a:lnTo>
                  <a:cubicBezTo>
                    <a:pt x="1168" y="1835"/>
                    <a:pt x="1201" y="1768"/>
                    <a:pt x="1234" y="1701"/>
                  </a:cubicBezTo>
                  <a:cubicBezTo>
                    <a:pt x="1234" y="1635"/>
                    <a:pt x="1234" y="1601"/>
                    <a:pt x="1201" y="1601"/>
                  </a:cubicBezTo>
                  <a:close/>
                  <a:moveTo>
                    <a:pt x="467" y="2035"/>
                  </a:moveTo>
                  <a:lnTo>
                    <a:pt x="100" y="2235"/>
                  </a:lnTo>
                  <a:cubicBezTo>
                    <a:pt x="67" y="2268"/>
                    <a:pt x="34" y="2335"/>
                    <a:pt x="0" y="2402"/>
                  </a:cubicBezTo>
                  <a:lnTo>
                    <a:pt x="0" y="2502"/>
                  </a:lnTo>
                  <a:lnTo>
                    <a:pt x="34" y="2502"/>
                  </a:lnTo>
                  <a:lnTo>
                    <a:pt x="401" y="2302"/>
                  </a:lnTo>
                  <a:cubicBezTo>
                    <a:pt x="434" y="2235"/>
                    <a:pt x="467" y="2202"/>
                    <a:pt x="501" y="2135"/>
                  </a:cubicBezTo>
                  <a:cubicBezTo>
                    <a:pt x="501" y="2068"/>
                    <a:pt x="501" y="2035"/>
                    <a:pt x="467" y="2035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2445;p64">
              <a:extLst>
                <a:ext uri="{FF2B5EF4-FFF2-40B4-BE49-F238E27FC236}">
                  <a16:creationId xmlns:a16="http://schemas.microsoft.com/office/drawing/2014/main" id="{F2527A74-F6B3-76C6-EF90-679ABA3F25BB}"/>
                </a:ext>
              </a:extLst>
            </p:cNvPr>
            <p:cNvSpPr/>
            <p:nvPr/>
          </p:nvSpPr>
          <p:spPr>
            <a:xfrm>
              <a:off x="6339686" y="2991565"/>
              <a:ext cx="62049" cy="38471"/>
            </a:xfrm>
            <a:custGeom>
              <a:avLst/>
              <a:gdLst/>
              <a:ahLst/>
              <a:cxnLst/>
              <a:rect l="l" t="t" r="r" b="b"/>
              <a:pathLst>
                <a:path w="4037" h="2503" extrusionOk="0">
                  <a:moveTo>
                    <a:pt x="4004" y="1"/>
                  </a:moveTo>
                  <a:lnTo>
                    <a:pt x="3737" y="134"/>
                  </a:lnTo>
                  <a:cubicBezTo>
                    <a:pt x="3703" y="201"/>
                    <a:pt x="3670" y="234"/>
                    <a:pt x="3637" y="301"/>
                  </a:cubicBezTo>
                  <a:lnTo>
                    <a:pt x="3637" y="401"/>
                  </a:lnTo>
                  <a:lnTo>
                    <a:pt x="3670" y="401"/>
                  </a:lnTo>
                  <a:lnTo>
                    <a:pt x="3937" y="268"/>
                  </a:lnTo>
                  <a:cubicBezTo>
                    <a:pt x="3970" y="201"/>
                    <a:pt x="4004" y="167"/>
                    <a:pt x="4037" y="101"/>
                  </a:cubicBezTo>
                  <a:cubicBezTo>
                    <a:pt x="4037" y="34"/>
                    <a:pt x="4037" y="1"/>
                    <a:pt x="4004" y="1"/>
                  </a:cubicBezTo>
                  <a:close/>
                  <a:moveTo>
                    <a:pt x="3370" y="368"/>
                  </a:moveTo>
                  <a:lnTo>
                    <a:pt x="3003" y="568"/>
                  </a:lnTo>
                  <a:cubicBezTo>
                    <a:pt x="2970" y="601"/>
                    <a:pt x="2936" y="668"/>
                    <a:pt x="2903" y="735"/>
                  </a:cubicBezTo>
                  <a:cubicBezTo>
                    <a:pt x="2903" y="768"/>
                    <a:pt x="2903" y="801"/>
                    <a:pt x="2903" y="835"/>
                  </a:cubicBezTo>
                  <a:lnTo>
                    <a:pt x="2936" y="835"/>
                  </a:lnTo>
                  <a:lnTo>
                    <a:pt x="3303" y="601"/>
                  </a:lnTo>
                  <a:cubicBezTo>
                    <a:pt x="3370" y="568"/>
                    <a:pt x="3403" y="501"/>
                    <a:pt x="3403" y="434"/>
                  </a:cubicBezTo>
                  <a:cubicBezTo>
                    <a:pt x="3437" y="368"/>
                    <a:pt x="3403" y="368"/>
                    <a:pt x="3370" y="368"/>
                  </a:cubicBezTo>
                  <a:close/>
                  <a:moveTo>
                    <a:pt x="2636" y="768"/>
                  </a:moveTo>
                  <a:lnTo>
                    <a:pt x="2302" y="968"/>
                  </a:lnTo>
                  <a:cubicBezTo>
                    <a:pt x="2236" y="1035"/>
                    <a:pt x="2202" y="1068"/>
                    <a:pt x="2202" y="1135"/>
                  </a:cubicBezTo>
                  <a:lnTo>
                    <a:pt x="2202" y="1235"/>
                  </a:lnTo>
                  <a:lnTo>
                    <a:pt x="2569" y="1035"/>
                  </a:lnTo>
                  <a:cubicBezTo>
                    <a:pt x="2636" y="968"/>
                    <a:pt x="2669" y="935"/>
                    <a:pt x="2669" y="868"/>
                  </a:cubicBezTo>
                  <a:cubicBezTo>
                    <a:pt x="2703" y="768"/>
                    <a:pt x="2669" y="768"/>
                    <a:pt x="2636" y="768"/>
                  </a:cubicBezTo>
                  <a:close/>
                  <a:moveTo>
                    <a:pt x="1955" y="1188"/>
                  </a:moveTo>
                  <a:cubicBezTo>
                    <a:pt x="1951" y="1188"/>
                    <a:pt x="1944" y="1193"/>
                    <a:pt x="1935" y="1202"/>
                  </a:cubicBezTo>
                  <a:lnTo>
                    <a:pt x="1569" y="1402"/>
                  </a:lnTo>
                  <a:cubicBezTo>
                    <a:pt x="1502" y="1435"/>
                    <a:pt x="1468" y="1502"/>
                    <a:pt x="1468" y="1568"/>
                  </a:cubicBezTo>
                  <a:lnTo>
                    <a:pt x="1468" y="1635"/>
                  </a:lnTo>
                  <a:lnTo>
                    <a:pt x="1502" y="1669"/>
                  </a:lnTo>
                  <a:lnTo>
                    <a:pt x="1869" y="1435"/>
                  </a:lnTo>
                  <a:cubicBezTo>
                    <a:pt x="1902" y="1402"/>
                    <a:pt x="1935" y="1335"/>
                    <a:pt x="1935" y="1268"/>
                  </a:cubicBezTo>
                  <a:cubicBezTo>
                    <a:pt x="1960" y="1219"/>
                    <a:pt x="1966" y="1188"/>
                    <a:pt x="1955" y="1188"/>
                  </a:cubicBezTo>
                  <a:close/>
                  <a:moveTo>
                    <a:pt x="1221" y="1589"/>
                  </a:moveTo>
                  <a:cubicBezTo>
                    <a:pt x="1216" y="1589"/>
                    <a:pt x="1210" y="1593"/>
                    <a:pt x="1202" y="1602"/>
                  </a:cubicBezTo>
                  <a:lnTo>
                    <a:pt x="835" y="1802"/>
                  </a:lnTo>
                  <a:cubicBezTo>
                    <a:pt x="768" y="1869"/>
                    <a:pt x="735" y="1902"/>
                    <a:pt x="735" y="1969"/>
                  </a:cubicBezTo>
                  <a:lnTo>
                    <a:pt x="735" y="2069"/>
                  </a:lnTo>
                  <a:lnTo>
                    <a:pt x="768" y="2069"/>
                  </a:lnTo>
                  <a:lnTo>
                    <a:pt x="1135" y="1869"/>
                  </a:lnTo>
                  <a:cubicBezTo>
                    <a:pt x="1168" y="1802"/>
                    <a:pt x="1202" y="1769"/>
                    <a:pt x="1235" y="1702"/>
                  </a:cubicBezTo>
                  <a:cubicBezTo>
                    <a:pt x="1235" y="1627"/>
                    <a:pt x="1235" y="1589"/>
                    <a:pt x="1221" y="1589"/>
                  </a:cubicBezTo>
                  <a:close/>
                  <a:moveTo>
                    <a:pt x="488" y="2022"/>
                  </a:moveTo>
                  <a:cubicBezTo>
                    <a:pt x="483" y="2022"/>
                    <a:pt x="477" y="2027"/>
                    <a:pt x="468" y="2035"/>
                  </a:cubicBezTo>
                  <a:lnTo>
                    <a:pt x="101" y="2236"/>
                  </a:lnTo>
                  <a:cubicBezTo>
                    <a:pt x="67" y="2269"/>
                    <a:pt x="34" y="2336"/>
                    <a:pt x="1" y="2402"/>
                  </a:cubicBezTo>
                  <a:lnTo>
                    <a:pt x="1" y="2502"/>
                  </a:lnTo>
                  <a:lnTo>
                    <a:pt x="34" y="2502"/>
                  </a:lnTo>
                  <a:lnTo>
                    <a:pt x="401" y="2269"/>
                  </a:lnTo>
                  <a:cubicBezTo>
                    <a:pt x="434" y="2236"/>
                    <a:pt x="468" y="2169"/>
                    <a:pt x="501" y="2102"/>
                  </a:cubicBezTo>
                  <a:cubicBezTo>
                    <a:pt x="501" y="2053"/>
                    <a:pt x="501" y="2022"/>
                    <a:pt x="488" y="2022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2446;p64">
              <a:extLst>
                <a:ext uri="{FF2B5EF4-FFF2-40B4-BE49-F238E27FC236}">
                  <a16:creationId xmlns:a16="http://schemas.microsoft.com/office/drawing/2014/main" id="{810688EE-796A-B407-5DBE-D37DA6821EC3}"/>
                </a:ext>
              </a:extLst>
            </p:cNvPr>
            <p:cNvSpPr/>
            <p:nvPr/>
          </p:nvSpPr>
          <p:spPr>
            <a:xfrm>
              <a:off x="6521191" y="2926073"/>
              <a:ext cx="7193" cy="11036"/>
            </a:xfrm>
            <a:custGeom>
              <a:avLst/>
              <a:gdLst/>
              <a:ahLst/>
              <a:cxnLst/>
              <a:rect l="l" t="t" r="r" b="b"/>
              <a:pathLst>
                <a:path w="468" h="718" extrusionOk="0">
                  <a:moveTo>
                    <a:pt x="326" y="0"/>
                  </a:moveTo>
                  <a:cubicBezTo>
                    <a:pt x="298" y="0"/>
                    <a:pt x="267" y="9"/>
                    <a:pt x="234" y="25"/>
                  </a:cubicBezTo>
                  <a:cubicBezTo>
                    <a:pt x="100" y="125"/>
                    <a:pt x="0" y="292"/>
                    <a:pt x="0" y="492"/>
                  </a:cubicBezTo>
                  <a:cubicBezTo>
                    <a:pt x="0" y="642"/>
                    <a:pt x="56" y="717"/>
                    <a:pt x="141" y="717"/>
                  </a:cubicBezTo>
                  <a:cubicBezTo>
                    <a:pt x="169" y="717"/>
                    <a:pt x="200" y="709"/>
                    <a:pt x="234" y="692"/>
                  </a:cubicBezTo>
                  <a:cubicBezTo>
                    <a:pt x="367" y="592"/>
                    <a:pt x="467" y="426"/>
                    <a:pt x="467" y="225"/>
                  </a:cubicBezTo>
                  <a:cubicBezTo>
                    <a:pt x="467" y="75"/>
                    <a:pt x="411" y="0"/>
                    <a:pt x="32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2447;p64">
              <a:extLst>
                <a:ext uri="{FF2B5EF4-FFF2-40B4-BE49-F238E27FC236}">
                  <a16:creationId xmlns:a16="http://schemas.microsoft.com/office/drawing/2014/main" id="{117D993A-B229-EDE4-5688-C062C9F0DE35}"/>
                </a:ext>
              </a:extLst>
            </p:cNvPr>
            <p:cNvSpPr/>
            <p:nvPr/>
          </p:nvSpPr>
          <p:spPr>
            <a:xfrm>
              <a:off x="6398646" y="2986631"/>
              <a:ext cx="7193" cy="11420"/>
            </a:xfrm>
            <a:custGeom>
              <a:avLst/>
              <a:gdLst/>
              <a:ahLst/>
              <a:cxnLst/>
              <a:rect l="l" t="t" r="r" b="b"/>
              <a:pathLst>
                <a:path w="468" h="743" extrusionOk="0">
                  <a:moveTo>
                    <a:pt x="313" y="1"/>
                  </a:moveTo>
                  <a:cubicBezTo>
                    <a:pt x="289" y="1"/>
                    <a:pt x="262" y="8"/>
                    <a:pt x="234" y="21"/>
                  </a:cubicBezTo>
                  <a:cubicBezTo>
                    <a:pt x="68" y="155"/>
                    <a:pt x="1" y="322"/>
                    <a:pt x="1" y="522"/>
                  </a:cubicBezTo>
                  <a:cubicBezTo>
                    <a:pt x="1" y="653"/>
                    <a:pt x="63" y="743"/>
                    <a:pt x="154" y="743"/>
                  </a:cubicBezTo>
                  <a:cubicBezTo>
                    <a:pt x="179" y="743"/>
                    <a:pt x="206" y="736"/>
                    <a:pt x="234" y="722"/>
                  </a:cubicBezTo>
                  <a:cubicBezTo>
                    <a:pt x="368" y="622"/>
                    <a:pt x="468" y="422"/>
                    <a:pt x="468" y="255"/>
                  </a:cubicBezTo>
                  <a:cubicBezTo>
                    <a:pt x="468" y="97"/>
                    <a:pt x="405" y="1"/>
                    <a:pt x="3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2448;p64">
              <a:extLst>
                <a:ext uri="{FF2B5EF4-FFF2-40B4-BE49-F238E27FC236}">
                  <a16:creationId xmlns:a16="http://schemas.microsoft.com/office/drawing/2014/main" id="{189A42FE-2328-FBAC-6F34-400B0D58C8D4}"/>
                </a:ext>
              </a:extLst>
            </p:cNvPr>
            <p:cNvSpPr/>
            <p:nvPr/>
          </p:nvSpPr>
          <p:spPr>
            <a:xfrm>
              <a:off x="6460694" y="3135828"/>
              <a:ext cx="6671" cy="11420"/>
            </a:xfrm>
            <a:custGeom>
              <a:avLst/>
              <a:gdLst/>
              <a:ahLst/>
              <a:cxnLst/>
              <a:rect l="l" t="t" r="r" b="b"/>
              <a:pathLst>
                <a:path w="434" h="743" extrusionOk="0">
                  <a:moveTo>
                    <a:pt x="279" y="1"/>
                  </a:moveTo>
                  <a:cubicBezTo>
                    <a:pt x="254" y="1"/>
                    <a:pt x="228" y="7"/>
                    <a:pt x="200" y="21"/>
                  </a:cubicBezTo>
                  <a:cubicBezTo>
                    <a:pt x="67" y="155"/>
                    <a:pt x="0" y="322"/>
                    <a:pt x="0" y="488"/>
                  </a:cubicBezTo>
                  <a:cubicBezTo>
                    <a:pt x="0" y="647"/>
                    <a:pt x="63" y="742"/>
                    <a:pt x="138" y="742"/>
                  </a:cubicBezTo>
                  <a:cubicBezTo>
                    <a:pt x="158" y="742"/>
                    <a:pt x="179" y="736"/>
                    <a:pt x="200" y="722"/>
                  </a:cubicBezTo>
                  <a:cubicBezTo>
                    <a:pt x="367" y="588"/>
                    <a:pt x="434" y="422"/>
                    <a:pt x="434" y="255"/>
                  </a:cubicBezTo>
                  <a:cubicBezTo>
                    <a:pt x="434" y="97"/>
                    <a:pt x="371" y="1"/>
                    <a:pt x="27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2449;p64">
              <a:extLst>
                <a:ext uri="{FF2B5EF4-FFF2-40B4-BE49-F238E27FC236}">
                  <a16:creationId xmlns:a16="http://schemas.microsoft.com/office/drawing/2014/main" id="{BB7FB6F0-3AF2-4470-CB74-B13AAB3A8F02}"/>
                </a:ext>
              </a:extLst>
            </p:cNvPr>
            <p:cNvSpPr/>
            <p:nvPr/>
          </p:nvSpPr>
          <p:spPr>
            <a:xfrm>
              <a:off x="6605265" y="2864424"/>
              <a:ext cx="13357" cy="26667"/>
            </a:xfrm>
            <a:custGeom>
              <a:avLst/>
              <a:gdLst/>
              <a:ahLst/>
              <a:cxnLst/>
              <a:rect l="l" t="t" r="r" b="b"/>
              <a:pathLst>
                <a:path w="869" h="1735" extrusionOk="0">
                  <a:moveTo>
                    <a:pt x="468" y="600"/>
                  </a:moveTo>
                  <a:lnTo>
                    <a:pt x="468" y="1101"/>
                  </a:lnTo>
                  <a:lnTo>
                    <a:pt x="234" y="1268"/>
                  </a:lnTo>
                  <a:lnTo>
                    <a:pt x="234" y="1268"/>
                  </a:lnTo>
                  <a:lnTo>
                    <a:pt x="468" y="600"/>
                  </a:lnTo>
                  <a:close/>
                  <a:moveTo>
                    <a:pt x="668" y="0"/>
                  </a:moveTo>
                  <a:lnTo>
                    <a:pt x="568" y="67"/>
                  </a:lnTo>
                  <a:cubicBezTo>
                    <a:pt x="534" y="100"/>
                    <a:pt x="501" y="133"/>
                    <a:pt x="501" y="167"/>
                  </a:cubicBezTo>
                  <a:lnTo>
                    <a:pt x="34" y="1334"/>
                  </a:lnTo>
                  <a:lnTo>
                    <a:pt x="1" y="1401"/>
                  </a:lnTo>
                  <a:cubicBezTo>
                    <a:pt x="1" y="1434"/>
                    <a:pt x="1" y="1468"/>
                    <a:pt x="1" y="1468"/>
                  </a:cubicBezTo>
                  <a:lnTo>
                    <a:pt x="1" y="1635"/>
                  </a:lnTo>
                  <a:cubicBezTo>
                    <a:pt x="1" y="1668"/>
                    <a:pt x="1" y="1668"/>
                    <a:pt x="1" y="1668"/>
                  </a:cubicBezTo>
                  <a:cubicBezTo>
                    <a:pt x="1" y="1685"/>
                    <a:pt x="1" y="1693"/>
                    <a:pt x="5" y="1693"/>
                  </a:cubicBezTo>
                  <a:cubicBezTo>
                    <a:pt x="9" y="1693"/>
                    <a:pt x="17" y="1685"/>
                    <a:pt x="34" y="1668"/>
                  </a:cubicBezTo>
                  <a:lnTo>
                    <a:pt x="501" y="1401"/>
                  </a:lnTo>
                  <a:lnTo>
                    <a:pt x="501" y="1701"/>
                  </a:lnTo>
                  <a:cubicBezTo>
                    <a:pt x="501" y="1701"/>
                    <a:pt x="501" y="1701"/>
                    <a:pt x="501" y="1735"/>
                  </a:cubicBezTo>
                  <a:lnTo>
                    <a:pt x="534" y="1735"/>
                  </a:lnTo>
                  <a:lnTo>
                    <a:pt x="668" y="1668"/>
                  </a:lnTo>
                  <a:cubicBezTo>
                    <a:pt x="668" y="1635"/>
                    <a:pt x="701" y="1635"/>
                    <a:pt x="701" y="1635"/>
                  </a:cubicBezTo>
                  <a:cubicBezTo>
                    <a:pt x="701" y="1601"/>
                    <a:pt x="701" y="1601"/>
                    <a:pt x="701" y="1568"/>
                  </a:cubicBezTo>
                  <a:lnTo>
                    <a:pt x="701" y="1301"/>
                  </a:lnTo>
                  <a:lnTo>
                    <a:pt x="835" y="1201"/>
                  </a:lnTo>
                  <a:cubicBezTo>
                    <a:pt x="868" y="1201"/>
                    <a:pt x="868" y="1168"/>
                    <a:pt x="868" y="1168"/>
                  </a:cubicBezTo>
                  <a:cubicBezTo>
                    <a:pt x="868" y="1168"/>
                    <a:pt x="868" y="1134"/>
                    <a:pt x="868" y="1134"/>
                  </a:cubicBezTo>
                  <a:lnTo>
                    <a:pt x="868" y="967"/>
                  </a:lnTo>
                  <a:cubicBezTo>
                    <a:pt x="868" y="934"/>
                    <a:pt x="868" y="934"/>
                    <a:pt x="868" y="901"/>
                  </a:cubicBezTo>
                  <a:lnTo>
                    <a:pt x="835" y="901"/>
                  </a:lnTo>
                  <a:lnTo>
                    <a:pt x="701" y="1001"/>
                  </a:lnTo>
                  <a:lnTo>
                    <a:pt x="701" y="67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2450;p64">
              <a:extLst>
                <a:ext uri="{FF2B5EF4-FFF2-40B4-BE49-F238E27FC236}">
                  <a16:creationId xmlns:a16="http://schemas.microsoft.com/office/drawing/2014/main" id="{6A1B1647-597B-1C8F-8B7F-818CDC4908D6}"/>
                </a:ext>
              </a:extLst>
            </p:cNvPr>
            <p:cNvSpPr/>
            <p:nvPr/>
          </p:nvSpPr>
          <p:spPr>
            <a:xfrm>
              <a:off x="6620143" y="2855694"/>
              <a:ext cx="12834" cy="29249"/>
            </a:xfrm>
            <a:custGeom>
              <a:avLst/>
              <a:gdLst/>
              <a:ahLst/>
              <a:cxnLst/>
              <a:rect l="l" t="t" r="r" b="b"/>
              <a:pathLst>
                <a:path w="835" h="1903" extrusionOk="0">
                  <a:moveTo>
                    <a:pt x="701" y="1"/>
                  </a:moveTo>
                  <a:lnTo>
                    <a:pt x="134" y="301"/>
                  </a:lnTo>
                  <a:cubicBezTo>
                    <a:pt x="100" y="335"/>
                    <a:pt x="100" y="335"/>
                    <a:pt x="100" y="368"/>
                  </a:cubicBezTo>
                  <a:cubicBezTo>
                    <a:pt x="100" y="368"/>
                    <a:pt x="100" y="401"/>
                    <a:pt x="100" y="401"/>
                  </a:cubicBezTo>
                  <a:lnTo>
                    <a:pt x="67" y="1235"/>
                  </a:lnTo>
                  <a:lnTo>
                    <a:pt x="67" y="1269"/>
                  </a:lnTo>
                  <a:lnTo>
                    <a:pt x="234" y="1202"/>
                  </a:lnTo>
                  <a:cubicBezTo>
                    <a:pt x="234" y="1168"/>
                    <a:pt x="234" y="1168"/>
                    <a:pt x="267" y="1168"/>
                  </a:cubicBezTo>
                  <a:cubicBezTo>
                    <a:pt x="267" y="1135"/>
                    <a:pt x="267" y="1135"/>
                    <a:pt x="300" y="1102"/>
                  </a:cubicBezTo>
                  <a:cubicBezTo>
                    <a:pt x="300" y="1102"/>
                    <a:pt x="300" y="1068"/>
                    <a:pt x="334" y="1068"/>
                  </a:cubicBezTo>
                  <a:lnTo>
                    <a:pt x="400" y="1002"/>
                  </a:lnTo>
                  <a:cubicBezTo>
                    <a:pt x="417" y="985"/>
                    <a:pt x="442" y="977"/>
                    <a:pt x="467" y="977"/>
                  </a:cubicBezTo>
                  <a:cubicBezTo>
                    <a:pt x="492" y="977"/>
                    <a:pt x="517" y="985"/>
                    <a:pt x="534" y="1002"/>
                  </a:cubicBezTo>
                  <a:cubicBezTo>
                    <a:pt x="567" y="1035"/>
                    <a:pt x="601" y="1102"/>
                    <a:pt x="601" y="1168"/>
                  </a:cubicBezTo>
                  <a:cubicBezTo>
                    <a:pt x="601" y="1235"/>
                    <a:pt x="567" y="1302"/>
                    <a:pt x="534" y="1402"/>
                  </a:cubicBezTo>
                  <a:cubicBezTo>
                    <a:pt x="500" y="1435"/>
                    <a:pt x="467" y="1502"/>
                    <a:pt x="400" y="1535"/>
                  </a:cubicBezTo>
                  <a:lnTo>
                    <a:pt x="334" y="1569"/>
                  </a:lnTo>
                  <a:lnTo>
                    <a:pt x="267" y="1569"/>
                  </a:lnTo>
                  <a:cubicBezTo>
                    <a:pt x="267" y="1569"/>
                    <a:pt x="234" y="1569"/>
                    <a:pt x="234" y="1535"/>
                  </a:cubicBezTo>
                  <a:cubicBezTo>
                    <a:pt x="200" y="1502"/>
                    <a:pt x="200" y="1502"/>
                    <a:pt x="200" y="1469"/>
                  </a:cubicBezTo>
                  <a:lnTo>
                    <a:pt x="200" y="1435"/>
                  </a:lnTo>
                  <a:lnTo>
                    <a:pt x="167" y="1435"/>
                  </a:lnTo>
                  <a:lnTo>
                    <a:pt x="67" y="1502"/>
                  </a:lnTo>
                  <a:cubicBezTo>
                    <a:pt x="33" y="1502"/>
                    <a:pt x="33" y="1535"/>
                    <a:pt x="33" y="1535"/>
                  </a:cubicBezTo>
                  <a:cubicBezTo>
                    <a:pt x="0" y="1569"/>
                    <a:pt x="0" y="1569"/>
                    <a:pt x="33" y="1602"/>
                  </a:cubicBezTo>
                  <a:cubicBezTo>
                    <a:pt x="33" y="1635"/>
                    <a:pt x="33" y="1702"/>
                    <a:pt x="67" y="1769"/>
                  </a:cubicBezTo>
                  <a:cubicBezTo>
                    <a:pt x="67" y="1802"/>
                    <a:pt x="100" y="1836"/>
                    <a:pt x="134" y="1869"/>
                  </a:cubicBezTo>
                  <a:cubicBezTo>
                    <a:pt x="167" y="1902"/>
                    <a:pt x="200" y="1902"/>
                    <a:pt x="267" y="1902"/>
                  </a:cubicBezTo>
                  <a:cubicBezTo>
                    <a:pt x="300" y="1869"/>
                    <a:pt x="367" y="1869"/>
                    <a:pt x="434" y="1836"/>
                  </a:cubicBezTo>
                  <a:cubicBezTo>
                    <a:pt x="500" y="1802"/>
                    <a:pt x="534" y="1736"/>
                    <a:pt x="601" y="1702"/>
                  </a:cubicBezTo>
                  <a:cubicBezTo>
                    <a:pt x="634" y="1635"/>
                    <a:pt x="667" y="1602"/>
                    <a:pt x="701" y="1535"/>
                  </a:cubicBezTo>
                  <a:cubicBezTo>
                    <a:pt x="767" y="1469"/>
                    <a:pt x="767" y="1369"/>
                    <a:pt x="801" y="1302"/>
                  </a:cubicBezTo>
                  <a:cubicBezTo>
                    <a:pt x="834" y="1202"/>
                    <a:pt x="834" y="1135"/>
                    <a:pt x="834" y="1035"/>
                  </a:cubicBezTo>
                  <a:cubicBezTo>
                    <a:pt x="834" y="968"/>
                    <a:pt x="834" y="868"/>
                    <a:pt x="801" y="802"/>
                  </a:cubicBezTo>
                  <a:cubicBezTo>
                    <a:pt x="801" y="768"/>
                    <a:pt x="767" y="735"/>
                    <a:pt x="734" y="701"/>
                  </a:cubicBezTo>
                  <a:cubicBezTo>
                    <a:pt x="687" y="678"/>
                    <a:pt x="656" y="654"/>
                    <a:pt x="631" y="654"/>
                  </a:cubicBezTo>
                  <a:cubicBezTo>
                    <a:pt x="620" y="654"/>
                    <a:pt x="610" y="658"/>
                    <a:pt x="601" y="668"/>
                  </a:cubicBezTo>
                  <a:cubicBezTo>
                    <a:pt x="534" y="668"/>
                    <a:pt x="467" y="668"/>
                    <a:pt x="434" y="701"/>
                  </a:cubicBezTo>
                  <a:lnTo>
                    <a:pt x="367" y="768"/>
                  </a:lnTo>
                  <a:cubicBezTo>
                    <a:pt x="334" y="768"/>
                    <a:pt x="300" y="802"/>
                    <a:pt x="300" y="835"/>
                  </a:cubicBezTo>
                  <a:lnTo>
                    <a:pt x="300" y="535"/>
                  </a:lnTo>
                  <a:lnTo>
                    <a:pt x="701" y="268"/>
                  </a:lnTo>
                  <a:cubicBezTo>
                    <a:pt x="701" y="268"/>
                    <a:pt x="734" y="268"/>
                    <a:pt x="734" y="234"/>
                  </a:cubicBezTo>
                  <a:cubicBezTo>
                    <a:pt x="734" y="234"/>
                    <a:pt x="734" y="201"/>
                    <a:pt x="734" y="201"/>
                  </a:cubicBezTo>
                  <a:lnTo>
                    <a:pt x="734" y="34"/>
                  </a:lnTo>
                  <a:cubicBezTo>
                    <a:pt x="734" y="1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2451;p64">
              <a:extLst>
                <a:ext uri="{FF2B5EF4-FFF2-40B4-BE49-F238E27FC236}">
                  <a16:creationId xmlns:a16="http://schemas.microsoft.com/office/drawing/2014/main" id="{EC41ABE3-8519-38C6-DA9D-B7B1BC64C910}"/>
                </a:ext>
              </a:extLst>
            </p:cNvPr>
            <p:cNvSpPr/>
            <p:nvPr/>
          </p:nvSpPr>
          <p:spPr>
            <a:xfrm>
              <a:off x="6634498" y="2844428"/>
              <a:ext cx="16922" cy="32815"/>
            </a:xfrm>
            <a:custGeom>
              <a:avLst/>
              <a:gdLst/>
              <a:ahLst/>
              <a:cxnLst/>
              <a:rect l="l" t="t" r="r" b="b"/>
              <a:pathLst>
                <a:path w="1101" h="2135" extrusionOk="0">
                  <a:moveTo>
                    <a:pt x="300" y="634"/>
                  </a:moveTo>
                  <a:cubicBezTo>
                    <a:pt x="334" y="667"/>
                    <a:pt x="334" y="701"/>
                    <a:pt x="300" y="701"/>
                  </a:cubicBezTo>
                  <a:cubicBezTo>
                    <a:pt x="300" y="734"/>
                    <a:pt x="300" y="734"/>
                    <a:pt x="300" y="734"/>
                  </a:cubicBezTo>
                  <a:lnTo>
                    <a:pt x="300" y="867"/>
                  </a:lnTo>
                  <a:cubicBezTo>
                    <a:pt x="300" y="901"/>
                    <a:pt x="300" y="901"/>
                    <a:pt x="300" y="934"/>
                  </a:cubicBezTo>
                  <a:cubicBezTo>
                    <a:pt x="334" y="967"/>
                    <a:pt x="334" y="1001"/>
                    <a:pt x="300" y="1034"/>
                  </a:cubicBezTo>
                  <a:cubicBezTo>
                    <a:pt x="300" y="1034"/>
                    <a:pt x="267" y="1068"/>
                    <a:pt x="267" y="1101"/>
                  </a:cubicBezTo>
                  <a:lnTo>
                    <a:pt x="200" y="1101"/>
                  </a:lnTo>
                  <a:cubicBezTo>
                    <a:pt x="167" y="1068"/>
                    <a:pt x="167" y="1034"/>
                    <a:pt x="200" y="1001"/>
                  </a:cubicBezTo>
                  <a:cubicBezTo>
                    <a:pt x="200" y="1001"/>
                    <a:pt x="200" y="1001"/>
                    <a:pt x="200" y="967"/>
                  </a:cubicBezTo>
                  <a:lnTo>
                    <a:pt x="200" y="834"/>
                  </a:lnTo>
                  <a:cubicBezTo>
                    <a:pt x="200" y="834"/>
                    <a:pt x="200" y="801"/>
                    <a:pt x="200" y="801"/>
                  </a:cubicBezTo>
                  <a:cubicBezTo>
                    <a:pt x="167" y="767"/>
                    <a:pt x="167" y="734"/>
                    <a:pt x="200" y="701"/>
                  </a:cubicBezTo>
                  <a:cubicBezTo>
                    <a:pt x="200" y="667"/>
                    <a:pt x="234" y="667"/>
                    <a:pt x="267" y="634"/>
                  </a:cubicBezTo>
                  <a:close/>
                  <a:moveTo>
                    <a:pt x="334" y="400"/>
                  </a:moveTo>
                  <a:cubicBezTo>
                    <a:pt x="300" y="400"/>
                    <a:pt x="267" y="434"/>
                    <a:pt x="234" y="434"/>
                  </a:cubicBezTo>
                  <a:cubicBezTo>
                    <a:pt x="200" y="467"/>
                    <a:pt x="167" y="500"/>
                    <a:pt x="134" y="534"/>
                  </a:cubicBezTo>
                  <a:cubicBezTo>
                    <a:pt x="67" y="601"/>
                    <a:pt x="33" y="667"/>
                    <a:pt x="33" y="734"/>
                  </a:cubicBezTo>
                  <a:cubicBezTo>
                    <a:pt x="0" y="801"/>
                    <a:pt x="0" y="834"/>
                    <a:pt x="0" y="867"/>
                  </a:cubicBezTo>
                  <a:lnTo>
                    <a:pt x="0" y="1134"/>
                  </a:lnTo>
                  <a:cubicBezTo>
                    <a:pt x="0" y="1168"/>
                    <a:pt x="0" y="1201"/>
                    <a:pt x="33" y="1234"/>
                  </a:cubicBezTo>
                  <a:cubicBezTo>
                    <a:pt x="33" y="1234"/>
                    <a:pt x="33" y="1268"/>
                    <a:pt x="67" y="1301"/>
                  </a:cubicBezTo>
                  <a:cubicBezTo>
                    <a:pt x="100" y="1301"/>
                    <a:pt x="100" y="1334"/>
                    <a:pt x="134" y="1334"/>
                  </a:cubicBezTo>
                  <a:cubicBezTo>
                    <a:pt x="167" y="1301"/>
                    <a:pt x="200" y="1301"/>
                    <a:pt x="234" y="1301"/>
                  </a:cubicBezTo>
                  <a:cubicBezTo>
                    <a:pt x="267" y="1268"/>
                    <a:pt x="300" y="1234"/>
                    <a:pt x="334" y="1201"/>
                  </a:cubicBezTo>
                  <a:cubicBezTo>
                    <a:pt x="367" y="1168"/>
                    <a:pt x="367" y="1134"/>
                    <a:pt x="400" y="1101"/>
                  </a:cubicBezTo>
                  <a:cubicBezTo>
                    <a:pt x="434" y="1068"/>
                    <a:pt x="434" y="1034"/>
                    <a:pt x="434" y="967"/>
                  </a:cubicBezTo>
                  <a:cubicBezTo>
                    <a:pt x="467" y="934"/>
                    <a:pt x="467" y="901"/>
                    <a:pt x="467" y="867"/>
                  </a:cubicBezTo>
                  <a:lnTo>
                    <a:pt x="467" y="601"/>
                  </a:lnTo>
                  <a:cubicBezTo>
                    <a:pt x="467" y="567"/>
                    <a:pt x="467" y="534"/>
                    <a:pt x="434" y="500"/>
                  </a:cubicBezTo>
                  <a:cubicBezTo>
                    <a:pt x="434" y="467"/>
                    <a:pt x="400" y="400"/>
                    <a:pt x="334" y="400"/>
                  </a:cubicBezTo>
                  <a:close/>
                  <a:moveTo>
                    <a:pt x="967" y="1101"/>
                  </a:moveTo>
                  <a:cubicBezTo>
                    <a:pt x="967" y="1101"/>
                    <a:pt x="967" y="1134"/>
                    <a:pt x="967" y="1168"/>
                  </a:cubicBezTo>
                  <a:lnTo>
                    <a:pt x="967" y="1368"/>
                  </a:lnTo>
                  <a:cubicBezTo>
                    <a:pt x="967" y="1401"/>
                    <a:pt x="967" y="1434"/>
                    <a:pt x="967" y="1501"/>
                  </a:cubicBezTo>
                  <a:cubicBezTo>
                    <a:pt x="934" y="1501"/>
                    <a:pt x="934" y="1535"/>
                    <a:pt x="901" y="1568"/>
                  </a:cubicBezTo>
                  <a:lnTo>
                    <a:pt x="834" y="1568"/>
                  </a:lnTo>
                  <a:cubicBezTo>
                    <a:pt x="834" y="1535"/>
                    <a:pt x="801" y="1501"/>
                    <a:pt x="801" y="1501"/>
                  </a:cubicBezTo>
                  <a:lnTo>
                    <a:pt x="801" y="1434"/>
                  </a:lnTo>
                  <a:lnTo>
                    <a:pt x="801" y="1368"/>
                  </a:lnTo>
                  <a:cubicBezTo>
                    <a:pt x="801" y="1334"/>
                    <a:pt x="801" y="1301"/>
                    <a:pt x="801" y="1301"/>
                  </a:cubicBezTo>
                  <a:lnTo>
                    <a:pt x="801" y="1234"/>
                  </a:lnTo>
                  <a:cubicBezTo>
                    <a:pt x="801" y="1201"/>
                    <a:pt x="834" y="1201"/>
                    <a:pt x="834" y="1168"/>
                  </a:cubicBezTo>
                  <a:cubicBezTo>
                    <a:pt x="834" y="1134"/>
                    <a:pt x="867" y="1101"/>
                    <a:pt x="901" y="1101"/>
                  </a:cubicBezTo>
                  <a:close/>
                  <a:moveTo>
                    <a:pt x="1001" y="867"/>
                  </a:moveTo>
                  <a:cubicBezTo>
                    <a:pt x="967" y="867"/>
                    <a:pt x="934" y="867"/>
                    <a:pt x="901" y="901"/>
                  </a:cubicBezTo>
                  <a:lnTo>
                    <a:pt x="934" y="901"/>
                  </a:lnTo>
                  <a:cubicBezTo>
                    <a:pt x="867" y="901"/>
                    <a:pt x="834" y="934"/>
                    <a:pt x="801" y="967"/>
                  </a:cubicBezTo>
                  <a:cubicBezTo>
                    <a:pt x="767" y="1001"/>
                    <a:pt x="734" y="1034"/>
                    <a:pt x="734" y="1068"/>
                  </a:cubicBezTo>
                  <a:cubicBezTo>
                    <a:pt x="701" y="1101"/>
                    <a:pt x="701" y="1168"/>
                    <a:pt x="701" y="1201"/>
                  </a:cubicBezTo>
                  <a:cubicBezTo>
                    <a:pt x="667" y="1234"/>
                    <a:pt x="667" y="1268"/>
                    <a:pt x="701" y="1301"/>
                  </a:cubicBezTo>
                  <a:lnTo>
                    <a:pt x="701" y="1434"/>
                  </a:lnTo>
                  <a:cubicBezTo>
                    <a:pt x="667" y="1468"/>
                    <a:pt x="667" y="1535"/>
                    <a:pt x="701" y="1568"/>
                  </a:cubicBezTo>
                  <a:cubicBezTo>
                    <a:pt x="667" y="1601"/>
                    <a:pt x="667" y="1635"/>
                    <a:pt x="701" y="1668"/>
                  </a:cubicBezTo>
                  <a:cubicBezTo>
                    <a:pt x="701" y="1701"/>
                    <a:pt x="701" y="1701"/>
                    <a:pt x="734" y="1735"/>
                  </a:cubicBezTo>
                  <a:cubicBezTo>
                    <a:pt x="734" y="1735"/>
                    <a:pt x="767" y="1768"/>
                    <a:pt x="801" y="1768"/>
                  </a:cubicBezTo>
                  <a:cubicBezTo>
                    <a:pt x="834" y="1768"/>
                    <a:pt x="867" y="1735"/>
                    <a:pt x="901" y="1735"/>
                  </a:cubicBezTo>
                  <a:cubicBezTo>
                    <a:pt x="967" y="1668"/>
                    <a:pt x="1034" y="1635"/>
                    <a:pt x="1068" y="1535"/>
                  </a:cubicBezTo>
                  <a:cubicBezTo>
                    <a:pt x="1068" y="1501"/>
                    <a:pt x="1101" y="1468"/>
                    <a:pt x="1101" y="1434"/>
                  </a:cubicBezTo>
                  <a:cubicBezTo>
                    <a:pt x="1101" y="1401"/>
                    <a:pt x="1101" y="1334"/>
                    <a:pt x="1101" y="1301"/>
                  </a:cubicBezTo>
                  <a:lnTo>
                    <a:pt x="1101" y="1168"/>
                  </a:lnTo>
                  <a:cubicBezTo>
                    <a:pt x="1101" y="1134"/>
                    <a:pt x="1101" y="1101"/>
                    <a:pt x="1101" y="1034"/>
                  </a:cubicBezTo>
                  <a:cubicBezTo>
                    <a:pt x="1101" y="1001"/>
                    <a:pt x="1101" y="967"/>
                    <a:pt x="1101" y="967"/>
                  </a:cubicBezTo>
                  <a:cubicBezTo>
                    <a:pt x="1101" y="934"/>
                    <a:pt x="1068" y="901"/>
                    <a:pt x="1068" y="867"/>
                  </a:cubicBezTo>
                  <a:close/>
                  <a:moveTo>
                    <a:pt x="1001" y="0"/>
                  </a:moveTo>
                  <a:lnTo>
                    <a:pt x="901" y="67"/>
                  </a:lnTo>
                  <a:cubicBezTo>
                    <a:pt x="901" y="67"/>
                    <a:pt x="867" y="100"/>
                    <a:pt x="867" y="100"/>
                  </a:cubicBezTo>
                  <a:cubicBezTo>
                    <a:pt x="867" y="100"/>
                    <a:pt x="867" y="134"/>
                    <a:pt x="834" y="134"/>
                  </a:cubicBezTo>
                  <a:lnTo>
                    <a:pt x="100" y="2102"/>
                  </a:lnTo>
                  <a:lnTo>
                    <a:pt x="100" y="2135"/>
                  </a:lnTo>
                  <a:lnTo>
                    <a:pt x="134" y="2135"/>
                  </a:lnTo>
                  <a:lnTo>
                    <a:pt x="200" y="2102"/>
                  </a:lnTo>
                  <a:cubicBezTo>
                    <a:pt x="234" y="2068"/>
                    <a:pt x="234" y="2068"/>
                    <a:pt x="234" y="2068"/>
                  </a:cubicBezTo>
                  <a:cubicBezTo>
                    <a:pt x="267" y="2035"/>
                    <a:pt x="267" y="2035"/>
                    <a:pt x="267" y="2002"/>
                  </a:cubicBezTo>
                  <a:lnTo>
                    <a:pt x="1034" y="33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2452;p64">
              <a:extLst>
                <a:ext uri="{FF2B5EF4-FFF2-40B4-BE49-F238E27FC236}">
                  <a16:creationId xmlns:a16="http://schemas.microsoft.com/office/drawing/2014/main" id="{5D91F132-519E-9118-3373-D3CB295F335B}"/>
                </a:ext>
              </a:extLst>
            </p:cNvPr>
            <p:cNvSpPr/>
            <p:nvPr/>
          </p:nvSpPr>
          <p:spPr>
            <a:xfrm>
              <a:off x="6277653" y="3037706"/>
              <a:ext cx="12834" cy="29756"/>
            </a:xfrm>
            <a:custGeom>
              <a:avLst/>
              <a:gdLst/>
              <a:ahLst/>
              <a:cxnLst/>
              <a:rect l="l" t="t" r="r" b="b"/>
              <a:pathLst>
                <a:path w="835" h="1936" extrusionOk="0">
                  <a:moveTo>
                    <a:pt x="734" y="1"/>
                  </a:moveTo>
                  <a:lnTo>
                    <a:pt x="67" y="401"/>
                  </a:lnTo>
                  <a:cubicBezTo>
                    <a:pt x="34" y="434"/>
                    <a:pt x="34" y="434"/>
                    <a:pt x="34" y="434"/>
                  </a:cubicBezTo>
                  <a:cubicBezTo>
                    <a:pt x="34" y="468"/>
                    <a:pt x="34" y="468"/>
                    <a:pt x="34" y="501"/>
                  </a:cubicBezTo>
                  <a:lnTo>
                    <a:pt x="34" y="668"/>
                  </a:lnTo>
                  <a:cubicBezTo>
                    <a:pt x="34" y="668"/>
                    <a:pt x="34" y="701"/>
                    <a:pt x="34" y="701"/>
                  </a:cubicBezTo>
                  <a:lnTo>
                    <a:pt x="67" y="701"/>
                  </a:lnTo>
                  <a:lnTo>
                    <a:pt x="468" y="468"/>
                  </a:lnTo>
                  <a:lnTo>
                    <a:pt x="468" y="468"/>
                  </a:lnTo>
                  <a:lnTo>
                    <a:pt x="267" y="935"/>
                  </a:lnTo>
                  <a:cubicBezTo>
                    <a:pt x="267" y="935"/>
                    <a:pt x="234" y="968"/>
                    <a:pt x="234" y="968"/>
                  </a:cubicBezTo>
                  <a:cubicBezTo>
                    <a:pt x="234" y="1002"/>
                    <a:pt x="234" y="1002"/>
                    <a:pt x="234" y="1035"/>
                  </a:cubicBezTo>
                  <a:lnTo>
                    <a:pt x="234" y="1202"/>
                  </a:lnTo>
                  <a:cubicBezTo>
                    <a:pt x="234" y="1202"/>
                    <a:pt x="234" y="1235"/>
                    <a:pt x="234" y="1235"/>
                  </a:cubicBezTo>
                  <a:lnTo>
                    <a:pt x="267" y="1235"/>
                  </a:lnTo>
                  <a:lnTo>
                    <a:pt x="401" y="1168"/>
                  </a:lnTo>
                  <a:cubicBezTo>
                    <a:pt x="434" y="1135"/>
                    <a:pt x="501" y="1102"/>
                    <a:pt x="534" y="1102"/>
                  </a:cubicBezTo>
                  <a:cubicBezTo>
                    <a:pt x="601" y="1135"/>
                    <a:pt x="601" y="1168"/>
                    <a:pt x="601" y="1235"/>
                  </a:cubicBezTo>
                  <a:cubicBezTo>
                    <a:pt x="601" y="1302"/>
                    <a:pt x="601" y="1368"/>
                    <a:pt x="534" y="1435"/>
                  </a:cubicBezTo>
                  <a:cubicBezTo>
                    <a:pt x="501" y="1502"/>
                    <a:pt x="468" y="1535"/>
                    <a:pt x="401" y="1569"/>
                  </a:cubicBezTo>
                  <a:lnTo>
                    <a:pt x="301" y="1635"/>
                  </a:lnTo>
                  <a:lnTo>
                    <a:pt x="234" y="1635"/>
                  </a:lnTo>
                  <a:cubicBezTo>
                    <a:pt x="234" y="1635"/>
                    <a:pt x="201" y="1602"/>
                    <a:pt x="201" y="1602"/>
                  </a:cubicBezTo>
                  <a:cubicBezTo>
                    <a:pt x="201" y="1602"/>
                    <a:pt x="167" y="1569"/>
                    <a:pt x="167" y="1569"/>
                  </a:cubicBezTo>
                  <a:lnTo>
                    <a:pt x="167" y="1535"/>
                  </a:lnTo>
                  <a:lnTo>
                    <a:pt x="34" y="1602"/>
                  </a:lnTo>
                  <a:cubicBezTo>
                    <a:pt x="1" y="1602"/>
                    <a:pt x="1" y="1635"/>
                    <a:pt x="1" y="1635"/>
                  </a:cubicBezTo>
                  <a:cubicBezTo>
                    <a:pt x="1" y="1635"/>
                    <a:pt x="1" y="1669"/>
                    <a:pt x="1" y="1702"/>
                  </a:cubicBezTo>
                  <a:cubicBezTo>
                    <a:pt x="1" y="1735"/>
                    <a:pt x="1" y="1769"/>
                    <a:pt x="34" y="1802"/>
                  </a:cubicBezTo>
                  <a:cubicBezTo>
                    <a:pt x="34" y="1869"/>
                    <a:pt x="67" y="1902"/>
                    <a:pt x="101" y="1902"/>
                  </a:cubicBezTo>
                  <a:cubicBezTo>
                    <a:pt x="167" y="1936"/>
                    <a:pt x="201" y="1936"/>
                    <a:pt x="234" y="1936"/>
                  </a:cubicBezTo>
                  <a:cubicBezTo>
                    <a:pt x="301" y="1936"/>
                    <a:pt x="367" y="1902"/>
                    <a:pt x="434" y="1869"/>
                  </a:cubicBezTo>
                  <a:cubicBezTo>
                    <a:pt x="501" y="1835"/>
                    <a:pt x="534" y="1802"/>
                    <a:pt x="601" y="1735"/>
                  </a:cubicBezTo>
                  <a:cubicBezTo>
                    <a:pt x="634" y="1702"/>
                    <a:pt x="701" y="1635"/>
                    <a:pt x="734" y="1569"/>
                  </a:cubicBezTo>
                  <a:cubicBezTo>
                    <a:pt x="768" y="1502"/>
                    <a:pt x="801" y="1435"/>
                    <a:pt x="801" y="1335"/>
                  </a:cubicBezTo>
                  <a:cubicBezTo>
                    <a:pt x="834" y="1268"/>
                    <a:pt x="834" y="1202"/>
                    <a:pt x="834" y="1102"/>
                  </a:cubicBezTo>
                  <a:cubicBezTo>
                    <a:pt x="834" y="1068"/>
                    <a:pt x="834" y="1002"/>
                    <a:pt x="834" y="935"/>
                  </a:cubicBezTo>
                  <a:cubicBezTo>
                    <a:pt x="801" y="901"/>
                    <a:pt x="801" y="868"/>
                    <a:pt x="768" y="835"/>
                  </a:cubicBezTo>
                  <a:cubicBezTo>
                    <a:pt x="734" y="801"/>
                    <a:pt x="701" y="801"/>
                    <a:pt x="668" y="801"/>
                  </a:cubicBezTo>
                  <a:lnTo>
                    <a:pt x="534" y="801"/>
                  </a:lnTo>
                  <a:lnTo>
                    <a:pt x="768" y="334"/>
                  </a:lnTo>
                  <a:lnTo>
                    <a:pt x="768" y="268"/>
                  </a:lnTo>
                  <a:cubicBezTo>
                    <a:pt x="768" y="268"/>
                    <a:pt x="768" y="234"/>
                    <a:pt x="768" y="201"/>
                  </a:cubicBezTo>
                  <a:lnTo>
                    <a:pt x="768" y="34"/>
                  </a:lnTo>
                  <a:cubicBezTo>
                    <a:pt x="768" y="34"/>
                    <a:pt x="768" y="34"/>
                    <a:pt x="7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2453;p64">
              <a:extLst>
                <a:ext uri="{FF2B5EF4-FFF2-40B4-BE49-F238E27FC236}">
                  <a16:creationId xmlns:a16="http://schemas.microsoft.com/office/drawing/2014/main" id="{667EE8A6-DCFA-7108-1F85-387E12B79D3C}"/>
                </a:ext>
              </a:extLst>
            </p:cNvPr>
            <p:cNvSpPr/>
            <p:nvPr/>
          </p:nvSpPr>
          <p:spPr>
            <a:xfrm>
              <a:off x="6292516" y="3030528"/>
              <a:ext cx="12834" cy="28219"/>
            </a:xfrm>
            <a:custGeom>
              <a:avLst/>
              <a:gdLst/>
              <a:ahLst/>
              <a:cxnLst/>
              <a:rect l="l" t="t" r="r" b="b"/>
              <a:pathLst>
                <a:path w="835" h="1836" extrusionOk="0">
                  <a:moveTo>
                    <a:pt x="530" y="343"/>
                  </a:moveTo>
                  <a:cubicBezTo>
                    <a:pt x="560" y="343"/>
                    <a:pt x="585" y="351"/>
                    <a:pt x="601" y="368"/>
                  </a:cubicBezTo>
                  <a:cubicBezTo>
                    <a:pt x="635" y="434"/>
                    <a:pt x="635" y="535"/>
                    <a:pt x="635" y="601"/>
                  </a:cubicBezTo>
                  <a:lnTo>
                    <a:pt x="635" y="801"/>
                  </a:lnTo>
                  <a:lnTo>
                    <a:pt x="635" y="1002"/>
                  </a:lnTo>
                  <a:cubicBezTo>
                    <a:pt x="635" y="1102"/>
                    <a:pt x="635" y="1202"/>
                    <a:pt x="601" y="1302"/>
                  </a:cubicBezTo>
                  <a:cubicBezTo>
                    <a:pt x="568" y="1368"/>
                    <a:pt x="501" y="1435"/>
                    <a:pt x="435" y="1469"/>
                  </a:cubicBezTo>
                  <a:cubicBezTo>
                    <a:pt x="406" y="1497"/>
                    <a:pt x="384" y="1507"/>
                    <a:pt x="365" y="1507"/>
                  </a:cubicBezTo>
                  <a:cubicBezTo>
                    <a:pt x="340" y="1507"/>
                    <a:pt x="320" y="1488"/>
                    <a:pt x="301" y="1469"/>
                  </a:cubicBezTo>
                  <a:cubicBezTo>
                    <a:pt x="234" y="1402"/>
                    <a:pt x="234" y="1335"/>
                    <a:pt x="234" y="1235"/>
                  </a:cubicBezTo>
                  <a:lnTo>
                    <a:pt x="234" y="1035"/>
                  </a:lnTo>
                  <a:lnTo>
                    <a:pt x="234" y="835"/>
                  </a:lnTo>
                  <a:cubicBezTo>
                    <a:pt x="234" y="735"/>
                    <a:pt x="268" y="635"/>
                    <a:pt x="301" y="535"/>
                  </a:cubicBezTo>
                  <a:cubicBezTo>
                    <a:pt x="301" y="468"/>
                    <a:pt x="368" y="401"/>
                    <a:pt x="435" y="368"/>
                  </a:cubicBezTo>
                  <a:cubicBezTo>
                    <a:pt x="468" y="351"/>
                    <a:pt x="501" y="343"/>
                    <a:pt x="530" y="343"/>
                  </a:cubicBezTo>
                  <a:close/>
                  <a:moveTo>
                    <a:pt x="601" y="1"/>
                  </a:moveTo>
                  <a:cubicBezTo>
                    <a:pt x="535" y="1"/>
                    <a:pt x="468" y="34"/>
                    <a:pt x="435" y="68"/>
                  </a:cubicBezTo>
                  <a:cubicBezTo>
                    <a:pt x="334" y="101"/>
                    <a:pt x="301" y="168"/>
                    <a:pt x="234" y="234"/>
                  </a:cubicBezTo>
                  <a:cubicBezTo>
                    <a:pt x="168" y="301"/>
                    <a:pt x="134" y="368"/>
                    <a:pt x="101" y="434"/>
                  </a:cubicBezTo>
                  <a:cubicBezTo>
                    <a:pt x="68" y="501"/>
                    <a:pt x="34" y="601"/>
                    <a:pt x="34" y="668"/>
                  </a:cubicBezTo>
                  <a:cubicBezTo>
                    <a:pt x="34" y="768"/>
                    <a:pt x="1" y="868"/>
                    <a:pt x="1" y="968"/>
                  </a:cubicBezTo>
                  <a:lnTo>
                    <a:pt x="1" y="1368"/>
                  </a:lnTo>
                  <a:cubicBezTo>
                    <a:pt x="1" y="1435"/>
                    <a:pt x="34" y="1535"/>
                    <a:pt x="34" y="1602"/>
                  </a:cubicBezTo>
                  <a:cubicBezTo>
                    <a:pt x="34" y="1669"/>
                    <a:pt x="68" y="1735"/>
                    <a:pt x="101" y="1769"/>
                  </a:cubicBezTo>
                  <a:cubicBezTo>
                    <a:pt x="134" y="1802"/>
                    <a:pt x="168" y="1835"/>
                    <a:pt x="234" y="1835"/>
                  </a:cubicBezTo>
                  <a:cubicBezTo>
                    <a:pt x="301" y="1835"/>
                    <a:pt x="368" y="1802"/>
                    <a:pt x="435" y="1769"/>
                  </a:cubicBezTo>
                  <a:cubicBezTo>
                    <a:pt x="501" y="1735"/>
                    <a:pt x="568" y="1669"/>
                    <a:pt x="601" y="1602"/>
                  </a:cubicBezTo>
                  <a:cubicBezTo>
                    <a:pt x="668" y="1535"/>
                    <a:pt x="701" y="1469"/>
                    <a:pt x="735" y="1402"/>
                  </a:cubicBezTo>
                  <a:cubicBezTo>
                    <a:pt x="768" y="1335"/>
                    <a:pt x="801" y="1235"/>
                    <a:pt x="801" y="1168"/>
                  </a:cubicBezTo>
                  <a:cubicBezTo>
                    <a:pt x="835" y="1068"/>
                    <a:pt x="835" y="1002"/>
                    <a:pt x="835" y="901"/>
                  </a:cubicBezTo>
                  <a:cubicBezTo>
                    <a:pt x="835" y="868"/>
                    <a:pt x="835" y="835"/>
                    <a:pt x="835" y="801"/>
                  </a:cubicBezTo>
                  <a:lnTo>
                    <a:pt x="835" y="568"/>
                  </a:lnTo>
                  <a:cubicBezTo>
                    <a:pt x="835" y="535"/>
                    <a:pt x="835" y="501"/>
                    <a:pt x="835" y="468"/>
                  </a:cubicBezTo>
                  <a:cubicBezTo>
                    <a:pt x="835" y="401"/>
                    <a:pt x="835" y="301"/>
                    <a:pt x="801" y="234"/>
                  </a:cubicBezTo>
                  <a:cubicBezTo>
                    <a:pt x="801" y="168"/>
                    <a:pt x="768" y="101"/>
                    <a:pt x="735" y="68"/>
                  </a:cubicBezTo>
                  <a:cubicBezTo>
                    <a:pt x="701" y="34"/>
                    <a:pt x="668" y="1"/>
                    <a:pt x="60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2454;p64">
              <a:extLst>
                <a:ext uri="{FF2B5EF4-FFF2-40B4-BE49-F238E27FC236}">
                  <a16:creationId xmlns:a16="http://schemas.microsoft.com/office/drawing/2014/main" id="{7EE04A6C-76FE-1456-A270-DB8564C6B324}"/>
                </a:ext>
              </a:extLst>
            </p:cNvPr>
            <p:cNvSpPr/>
            <p:nvPr/>
          </p:nvSpPr>
          <p:spPr>
            <a:xfrm>
              <a:off x="6307901" y="3018232"/>
              <a:ext cx="16938" cy="32830"/>
            </a:xfrm>
            <a:custGeom>
              <a:avLst/>
              <a:gdLst/>
              <a:ahLst/>
              <a:cxnLst/>
              <a:rect l="l" t="t" r="r" b="b"/>
              <a:pathLst>
                <a:path w="1102" h="2136" extrusionOk="0">
                  <a:moveTo>
                    <a:pt x="301" y="634"/>
                  </a:moveTo>
                  <a:cubicBezTo>
                    <a:pt x="301" y="667"/>
                    <a:pt x="301" y="667"/>
                    <a:pt x="301" y="701"/>
                  </a:cubicBezTo>
                  <a:lnTo>
                    <a:pt x="301" y="934"/>
                  </a:lnTo>
                  <a:cubicBezTo>
                    <a:pt x="301" y="934"/>
                    <a:pt x="301" y="968"/>
                    <a:pt x="301" y="1001"/>
                  </a:cubicBezTo>
                  <a:cubicBezTo>
                    <a:pt x="267" y="1034"/>
                    <a:pt x="267" y="1068"/>
                    <a:pt x="234" y="1068"/>
                  </a:cubicBezTo>
                  <a:lnTo>
                    <a:pt x="167" y="1068"/>
                  </a:lnTo>
                  <a:cubicBezTo>
                    <a:pt x="167" y="1068"/>
                    <a:pt x="167" y="1034"/>
                    <a:pt x="167" y="1001"/>
                  </a:cubicBezTo>
                  <a:lnTo>
                    <a:pt x="167" y="968"/>
                  </a:lnTo>
                  <a:lnTo>
                    <a:pt x="167" y="834"/>
                  </a:lnTo>
                  <a:lnTo>
                    <a:pt x="167" y="801"/>
                  </a:lnTo>
                  <a:cubicBezTo>
                    <a:pt x="167" y="767"/>
                    <a:pt x="167" y="734"/>
                    <a:pt x="167" y="701"/>
                  </a:cubicBezTo>
                  <a:cubicBezTo>
                    <a:pt x="167" y="667"/>
                    <a:pt x="201" y="634"/>
                    <a:pt x="234" y="634"/>
                  </a:cubicBezTo>
                  <a:close/>
                  <a:moveTo>
                    <a:pt x="301" y="401"/>
                  </a:moveTo>
                  <a:cubicBezTo>
                    <a:pt x="267" y="401"/>
                    <a:pt x="234" y="401"/>
                    <a:pt x="201" y="434"/>
                  </a:cubicBezTo>
                  <a:cubicBezTo>
                    <a:pt x="167" y="467"/>
                    <a:pt x="134" y="467"/>
                    <a:pt x="101" y="501"/>
                  </a:cubicBezTo>
                  <a:cubicBezTo>
                    <a:pt x="101" y="534"/>
                    <a:pt x="67" y="601"/>
                    <a:pt x="34" y="634"/>
                  </a:cubicBezTo>
                  <a:cubicBezTo>
                    <a:pt x="34" y="667"/>
                    <a:pt x="1" y="701"/>
                    <a:pt x="1" y="734"/>
                  </a:cubicBezTo>
                  <a:cubicBezTo>
                    <a:pt x="1" y="767"/>
                    <a:pt x="1" y="834"/>
                    <a:pt x="1" y="868"/>
                  </a:cubicBezTo>
                  <a:lnTo>
                    <a:pt x="1" y="1001"/>
                  </a:lnTo>
                  <a:cubicBezTo>
                    <a:pt x="1" y="1034"/>
                    <a:pt x="1" y="1068"/>
                    <a:pt x="1" y="1101"/>
                  </a:cubicBezTo>
                  <a:cubicBezTo>
                    <a:pt x="1" y="1134"/>
                    <a:pt x="1" y="1201"/>
                    <a:pt x="1" y="1201"/>
                  </a:cubicBezTo>
                  <a:cubicBezTo>
                    <a:pt x="1" y="1234"/>
                    <a:pt x="34" y="1268"/>
                    <a:pt x="34" y="1301"/>
                  </a:cubicBezTo>
                  <a:lnTo>
                    <a:pt x="101" y="1301"/>
                  </a:lnTo>
                  <a:cubicBezTo>
                    <a:pt x="134" y="1301"/>
                    <a:pt x="167" y="1301"/>
                    <a:pt x="201" y="1268"/>
                  </a:cubicBezTo>
                  <a:cubicBezTo>
                    <a:pt x="234" y="1268"/>
                    <a:pt x="267" y="1234"/>
                    <a:pt x="301" y="1201"/>
                  </a:cubicBezTo>
                  <a:cubicBezTo>
                    <a:pt x="334" y="1168"/>
                    <a:pt x="368" y="1134"/>
                    <a:pt x="368" y="1101"/>
                  </a:cubicBezTo>
                  <a:cubicBezTo>
                    <a:pt x="401" y="1068"/>
                    <a:pt x="401" y="1001"/>
                    <a:pt x="434" y="968"/>
                  </a:cubicBezTo>
                  <a:lnTo>
                    <a:pt x="434" y="868"/>
                  </a:lnTo>
                  <a:lnTo>
                    <a:pt x="434" y="734"/>
                  </a:lnTo>
                  <a:lnTo>
                    <a:pt x="434" y="601"/>
                  </a:lnTo>
                  <a:cubicBezTo>
                    <a:pt x="434" y="567"/>
                    <a:pt x="434" y="534"/>
                    <a:pt x="434" y="501"/>
                  </a:cubicBezTo>
                  <a:cubicBezTo>
                    <a:pt x="401" y="467"/>
                    <a:pt x="401" y="434"/>
                    <a:pt x="368" y="434"/>
                  </a:cubicBezTo>
                  <a:cubicBezTo>
                    <a:pt x="368" y="401"/>
                    <a:pt x="334" y="401"/>
                    <a:pt x="301" y="401"/>
                  </a:cubicBezTo>
                  <a:close/>
                  <a:moveTo>
                    <a:pt x="935" y="1068"/>
                  </a:moveTo>
                  <a:cubicBezTo>
                    <a:pt x="935" y="1101"/>
                    <a:pt x="968" y="1134"/>
                    <a:pt x="968" y="1134"/>
                  </a:cubicBezTo>
                  <a:cubicBezTo>
                    <a:pt x="968" y="1168"/>
                    <a:pt x="968" y="1168"/>
                    <a:pt x="968" y="1201"/>
                  </a:cubicBezTo>
                  <a:lnTo>
                    <a:pt x="968" y="1268"/>
                  </a:lnTo>
                  <a:lnTo>
                    <a:pt x="968" y="1335"/>
                  </a:lnTo>
                  <a:cubicBezTo>
                    <a:pt x="968" y="1335"/>
                    <a:pt x="968" y="1335"/>
                    <a:pt x="968" y="1368"/>
                  </a:cubicBezTo>
                  <a:cubicBezTo>
                    <a:pt x="935" y="1401"/>
                    <a:pt x="935" y="1435"/>
                    <a:pt x="935" y="1435"/>
                  </a:cubicBezTo>
                  <a:cubicBezTo>
                    <a:pt x="935" y="1468"/>
                    <a:pt x="901" y="1501"/>
                    <a:pt x="868" y="1535"/>
                  </a:cubicBezTo>
                  <a:lnTo>
                    <a:pt x="801" y="1535"/>
                  </a:lnTo>
                  <a:cubicBezTo>
                    <a:pt x="801" y="1501"/>
                    <a:pt x="801" y="1468"/>
                    <a:pt x="801" y="1468"/>
                  </a:cubicBezTo>
                  <a:lnTo>
                    <a:pt x="801" y="1234"/>
                  </a:lnTo>
                  <a:cubicBezTo>
                    <a:pt x="801" y="1201"/>
                    <a:pt x="801" y="1168"/>
                    <a:pt x="801" y="1134"/>
                  </a:cubicBezTo>
                  <a:cubicBezTo>
                    <a:pt x="835" y="1101"/>
                    <a:pt x="835" y="1101"/>
                    <a:pt x="868" y="1068"/>
                  </a:cubicBezTo>
                  <a:close/>
                  <a:moveTo>
                    <a:pt x="968" y="834"/>
                  </a:moveTo>
                  <a:cubicBezTo>
                    <a:pt x="935" y="834"/>
                    <a:pt x="901" y="868"/>
                    <a:pt x="868" y="868"/>
                  </a:cubicBezTo>
                  <a:cubicBezTo>
                    <a:pt x="835" y="901"/>
                    <a:pt x="801" y="934"/>
                    <a:pt x="768" y="968"/>
                  </a:cubicBezTo>
                  <a:cubicBezTo>
                    <a:pt x="734" y="1001"/>
                    <a:pt x="734" y="1034"/>
                    <a:pt x="701" y="1068"/>
                  </a:cubicBezTo>
                  <a:cubicBezTo>
                    <a:pt x="701" y="1101"/>
                    <a:pt x="668" y="1134"/>
                    <a:pt x="668" y="1168"/>
                  </a:cubicBezTo>
                  <a:lnTo>
                    <a:pt x="668" y="1301"/>
                  </a:lnTo>
                  <a:lnTo>
                    <a:pt x="668" y="1435"/>
                  </a:lnTo>
                  <a:lnTo>
                    <a:pt x="668" y="1568"/>
                  </a:lnTo>
                  <a:cubicBezTo>
                    <a:pt x="668" y="1601"/>
                    <a:pt x="668" y="1635"/>
                    <a:pt x="668" y="1668"/>
                  </a:cubicBezTo>
                  <a:cubicBezTo>
                    <a:pt x="668" y="1701"/>
                    <a:pt x="701" y="1701"/>
                    <a:pt x="701" y="1735"/>
                  </a:cubicBezTo>
                  <a:cubicBezTo>
                    <a:pt x="734" y="1735"/>
                    <a:pt x="734" y="1768"/>
                    <a:pt x="768" y="1768"/>
                  </a:cubicBezTo>
                  <a:cubicBezTo>
                    <a:pt x="801" y="1768"/>
                    <a:pt x="835" y="1735"/>
                    <a:pt x="868" y="1735"/>
                  </a:cubicBezTo>
                  <a:cubicBezTo>
                    <a:pt x="901" y="1701"/>
                    <a:pt x="935" y="1668"/>
                    <a:pt x="968" y="1635"/>
                  </a:cubicBezTo>
                  <a:cubicBezTo>
                    <a:pt x="1001" y="1601"/>
                    <a:pt x="1035" y="1568"/>
                    <a:pt x="1035" y="1535"/>
                  </a:cubicBezTo>
                  <a:cubicBezTo>
                    <a:pt x="1068" y="1501"/>
                    <a:pt x="1068" y="1468"/>
                    <a:pt x="1068" y="1435"/>
                  </a:cubicBezTo>
                  <a:cubicBezTo>
                    <a:pt x="1068" y="1368"/>
                    <a:pt x="1068" y="1335"/>
                    <a:pt x="1068" y="1301"/>
                  </a:cubicBezTo>
                  <a:lnTo>
                    <a:pt x="1068" y="1168"/>
                  </a:lnTo>
                  <a:lnTo>
                    <a:pt x="1068" y="1034"/>
                  </a:lnTo>
                  <a:cubicBezTo>
                    <a:pt x="1101" y="1001"/>
                    <a:pt x="1101" y="968"/>
                    <a:pt x="1068" y="934"/>
                  </a:cubicBezTo>
                  <a:cubicBezTo>
                    <a:pt x="1068" y="901"/>
                    <a:pt x="1068" y="901"/>
                    <a:pt x="1035" y="868"/>
                  </a:cubicBezTo>
                  <a:cubicBezTo>
                    <a:pt x="1035" y="868"/>
                    <a:pt x="1001" y="834"/>
                    <a:pt x="968" y="834"/>
                  </a:cubicBezTo>
                  <a:close/>
                  <a:moveTo>
                    <a:pt x="968" y="0"/>
                  </a:moveTo>
                  <a:lnTo>
                    <a:pt x="868" y="67"/>
                  </a:lnTo>
                  <a:cubicBezTo>
                    <a:pt x="868" y="67"/>
                    <a:pt x="835" y="67"/>
                    <a:pt x="835" y="100"/>
                  </a:cubicBezTo>
                  <a:lnTo>
                    <a:pt x="835" y="134"/>
                  </a:lnTo>
                  <a:lnTo>
                    <a:pt x="67" y="2102"/>
                  </a:lnTo>
                  <a:cubicBezTo>
                    <a:pt x="67" y="2135"/>
                    <a:pt x="34" y="2135"/>
                    <a:pt x="67" y="2135"/>
                  </a:cubicBezTo>
                  <a:lnTo>
                    <a:pt x="101" y="2135"/>
                  </a:lnTo>
                  <a:lnTo>
                    <a:pt x="201" y="2068"/>
                  </a:lnTo>
                  <a:cubicBezTo>
                    <a:pt x="201" y="2068"/>
                    <a:pt x="201" y="2068"/>
                    <a:pt x="234" y="2035"/>
                  </a:cubicBezTo>
                  <a:lnTo>
                    <a:pt x="234" y="2002"/>
                  </a:lnTo>
                  <a:lnTo>
                    <a:pt x="1001" y="34"/>
                  </a:lnTo>
                  <a:cubicBezTo>
                    <a:pt x="1001" y="34"/>
                    <a:pt x="1001" y="34"/>
                    <a:pt x="100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2455;p64">
              <a:extLst>
                <a:ext uri="{FF2B5EF4-FFF2-40B4-BE49-F238E27FC236}">
                  <a16:creationId xmlns:a16="http://schemas.microsoft.com/office/drawing/2014/main" id="{05038559-448F-60A6-D3BC-95F4B305365D}"/>
                </a:ext>
              </a:extLst>
            </p:cNvPr>
            <p:cNvSpPr/>
            <p:nvPr/>
          </p:nvSpPr>
          <p:spPr>
            <a:xfrm>
              <a:off x="6277653" y="3037706"/>
              <a:ext cx="12834" cy="29756"/>
            </a:xfrm>
            <a:custGeom>
              <a:avLst/>
              <a:gdLst/>
              <a:ahLst/>
              <a:cxnLst/>
              <a:rect l="l" t="t" r="r" b="b"/>
              <a:pathLst>
                <a:path w="835" h="1936" extrusionOk="0">
                  <a:moveTo>
                    <a:pt x="734" y="1"/>
                  </a:moveTo>
                  <a:lnTo>
                    <a:pt x="67" y="401"/>
                  </a:lnTo>
                  <a:cubicBezTo>
                    <a:pt x="34" y="434"/>
                    <a:pt x="34" y="434"/>
                    <a:pt x="34" y="434"/>
                  </a:cubicBezTo>
                  <a:cubicBezTo>
                    <a:pt x="34" y="468"/>
                    <a:pt x="34" y="468"/>
                    <a:pt x="34" y="501"/>
                  </a:cubicBezTo>
                  <a:lnTo>
                    <a:pt x="34" y="668"/>
                  </a:lnTo>
                  <a:cubicBezTo>
                    <a:pt x="34" y="668"/>
                    <a:pt x="34" y="701"/>
                    <a:pt x="34" y="701"/>
                  </a:cubicBezTo>
                  <a:lnTo>
                    <a:pt x="67" y="701"/>
                  </a:lnTo>
                  <a:lnTo>
                    <a:pt x="468" y="468"/>
                  </a:lnTo>
                  <a:lnTo>
                    <a:pt x="468" y="468"/>
                  </a:lnTo>
                  <a:lnTo>
                    <a:pt x="267" y="935"/>
                  </a:lnTo>
                  <a:cubicBezTo>
                    <a:pt x="267" y="935"/>
                    <a:pt x="234" y="968"/>
                    <a:pt x="234" y="968"/>
                  </a:cubicBezTo>
                  <a:cubicBezTo>
                    <a:pt x="234" y="1002"/>
                    <a:pt x="234" y="1002"/>
                    <a:pt x="234" y="1035"/>
                  </a:cubicBezTo>
                  <a:lnTo>
                    <a:pt x="234" y="1202"/>
                  </a:lnTo>
                  <a:cubicBezTo>
                    <a:pt x="234" y="1202"/>
                    <a:pt x="234" y="1235"/>
                    <a:pt x="234" y="1235"/>
                  </a:cubicBezTo>
                  <a:lnTo>
                    <a:pt x="267" y="1235"/>
                  </a:lnTo>
                  <a:lnTo>
                    <a:pt x="401" y="1168"/>
                  </a:lnTo>
                  <a:cubicBezTo>
                    <a:pt x="434" y="1135"/>
                    <a:pt x="501" y="1102"/>
                    <a:pt x="534" y="1102"/>
                  </a:cubicBezTo>
                  <a:cubicBezTo>
                    <a:pt x="601" y="1135"/>
                    <a:pt x="601" y="1168"/>
                    <a:pt x="601" y="1235"/>
                  </a:cubicBezTo>
                  <a:cubicBezTo>
                    <a:pt x="601" y="1302"/>
                    <a:pt x="601" y="1368"/>
                    <a:pt x="534" y="1435"/>
                  </a:cubicBezTo>
                  <a:cubicBezTo>
                    <a:pt x="501" y="1502"/>
                    <a:pt x="468" y="1535"/>
                    <a:pt x="401" y="1569"/>
                  </a:cubicBezTo>
                  <a:lnTo>
                    <a:pt x="301" y="1635"/>
                  </a:lnTo>
                  <a:lnTo>
                    <a:pt x="234" y="1635"/>
                  </a:lnTo>
                  <a:cubicBezTo>
                    <a:pt x="234" y="1635"/>
                    <a:pt x="201" y="1602"/>
                    <a:pt x="201" y="1602"/>
                  </a:cubicBezTo>
                  <a:cubicBezTo>
                    <a:pt x="201" y="1602"/>
                    <a:pt x="167" y="1569"/>
                    <a:pt x="167" y="1569"/>
                  </a:cubicBezTo>
                  <a:lnTo>
                    <a:pt x="167" y="1535"/>
                  </a:lnTo>
                  <a:lnTo>
                    <a:pt x="34" y="1602"/>
                  </a:lnTo>
                  <a:cubicBezTo>
                    <a:pt x="1" y="1602"/>
                    <a:pt x="1" y="1635"/>
                    <a:pt x="1" y="1635"/>
                  </a:cubicBezTo>
                  <a:cubicBezTo>
                    <a:pt x="1" y="1635"/>
                    <a:pt x="1" y="1669"/>
                    <a:pt x="1" y="1702"/>
                  </a:cubicBezTo>
                  <a:cubicBezTo>
                    <a:pt x="1" y="1735"/>
                    <a:pt x="1" y="1769"/>
                    <a:pt x="34" y="1802"/>
                  </a:cubicBezTo>
                  <a:cubicBezTo>
                    <a:pt x="34" y="1869"/>
                    <a:pt x="67" y="1902"/>
                    <a:pt x="101" y="1902"/>
                  </a:cubicBezTo>
                  <a:cubicBezTo>
                    <a:pt x="167" y="1936"/>
                    <a:pt x="201" y="1936"/>
                    <a:pt x="234" y="1936"/>
                  </a:cubicBezTo>
                  <a:cubicBezTo>
                    <a:pt x="301" y="1936"/>
                    <a:pt x="367" y="1902"/>
                    <a:pt x="434" y="1869"/>
                  </a:cubicBezTo>
                  <a:cubicBezTo>
                    <a:pt x="501" y="1835"/>
                    <a:pt x="534" y="1802"/>
                    <a:pt x="601" y="1735"/>
                  </a:cubicBezTo>
                  <a:cubicBezTo>
                    <a:pt x="634" y="1702"/>
                    <a:pt x="701" y="1635"/>
                    <a:pt x="734" y="1569"/>
                  </a:cubicBezTo>
                  <a:cubicBezTo>
                    <a:pt x="768" y="1502"/>
                    <a:pt x="801" y="1435"/>
                    <a:pt x="801" y="1335"/>
                  </a:cubicBezTo>
                  <a:cubicBezTo>
                    <a:pt x="834" y="1268"/>
                    <a:pt x="834" y="1202"/>
                    <a:pt x="834" y="1102"/>
                  </a:cubicBezTo>
                  <a:cubicBezTo>
                    <a:pt x="834" y="1068"/>
                    <a:pt x="834" y="1002"/>
                    <a:pt x="834" y="935"/>
                  </a:cubicBezTo>
                  <a:cubicBezTo>
                    <a:pt x="801" y="901"/>
                    <a:pt x="801" y="868"/>
                    <a:pt x="768" y="835"/>
                  </a:cubicBezTo>
                  <a:cubicBezTo>
                    <a:pt x="734" y="801"/>
                    <a:pt x="701" y="801"/>
                    <a:pt x="668" y="801"/>
                  </a:cubicBezTo>
                  <a:lnTo>
                    <a:pt x="534" y="801"/>
                  </a:lnTo>
                  <a:lnTo>
                    <a:pt x="768" y="334"/>
                  </a:lnTo>
                  <a:lnTo>
                    <a:pt x="768" y="268"/>
                  </a:lnTo>
                  <a:cubicBezTo>
                    <a:pt x="768" y="268"/>
                    <a:pt x="768" y="234"/>
                    <a:pt x="768" y="201"/>
                  </a:cubicBezTo>
                  <a:lnTo>
                    <a:pt x="768" y="34"/>
                  </a:lnTo>
                  <a:cubicBezTo>
                    <a:pt x="768" y="34"/>
                    <a:pt x="768" y="34"/>
                    <a:pt x="7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2456;p64">
              <a:extLst>
                <a:ext uri="{FF2B5EF4-FFF2-40B4-BE49-F238E27FC236}">
                  <a16:creationId xmlns:a16="http://schemas.microsoft.com/office/drawing/2014/main" id="{F851688F-57F0-889A-3B93-FE380D8B5F29}"/>
                </a:ext>
              </a:extLst>
            </p:cNvPr>
            <p:cNvSpPr/>
            <p:nvPr/>
          </p:nvSpPr>
          <p:spPr>
            <a:xfrm>
              <a:off x="6292516" y="3030528"/>
              <a:ext cx="12834" cy="28219"/>
            </a:xfrm>
            <a:custGeom>
              <a:avLst/>
              <a:gdLst/>
              <a:ahLst/>
              <a:cxnLst/>
              <a:rect l="l" t="t" r="r" b="b"/>
              <a:pathLst>
                <a:path w="835" h="1836" extrusionOk="0">
                  <a:moveTo>
                    <a:pt x="530" y="343"/>
                  </a:moveTo>
                  <a:cubicBezTo>
                    <a:pt x="560" y="343"/>
                    <a:pt x="585" y="351"/>
                    <a:pt x="601" y="368"/>
                  </a:cubicBezTo>
                  <a:cubicBezTo>
                    <a:pt x="635" y="434"/>
                    <a:pt x="635" y="535"/>
                    <a:pt x="635" y="601"/>
                  </a:cubicBezTo>
                  <a:lnTo>
                    <a:pt x="635" y="801"/>
                  </a:lnTo>
                  <a:lnTo>
                    <a:pt x="635" y="1002"/>
                  </a:lnTo>
                  <a:cubicBezTo>
                    <a:pt x="635" y="1102"/>
                    <a:pt x="635" y="1202"/>
                    <a:pt x="601" y="1302"/>
                  </a:cubicBezTo>
                  <a:cubicBezTo>
                    <a:pt x="568" y="1368"/>
                    <a:pt x="501" y="1435"/>
                    <a:pt x="435" y="1469"/>
                  </a:cubicBezTo>
                  <a:cubicBezTo>
                    <a:pt x="406" y="1497"/>
                    <a:pt x="384" y="1507"/>
                    <a:pt x="365" y="1507"/>
                  </a:cubicBezTo>
                  <a:cubicBezTo>
                    <a:pt x="340" y="1507"/>
                    <a:pt x="320" y="1488"/>
                    <a:pt x="301" y="1469"/>
                  </a:cubicBezTo>
                  <a:cubicBezTo>
                    <a:pt x="234" y="1402"/>
                    <a:pt x="234" y="1335"/>
                    <a:pt x="234" y="1235"/>
                  </a:cubicBezTo>
                  <a:lnTo>
                    <a:pt x="234" y="1035"/>
                  </a:lnTo>
                  <a:lnTo>
                    <a:pt x="234" y="835"/>
                  </a:lnTo>
                  <a:cubicBezTo>
                    <a:pt x="234" y="735"/>
                    <a:pt x="268" y="635"/>
                    <a:pt x="301" y="535"/>
                  </a:cubicBezTo>
                  <a:cubicBezTo>
                    <a:pt x="301" y="468"/>
                    <a:pt x="368" y="401"/>
                    <a:pt x="435" y="368"/>
                  </a:cubicBezTo>
                  <a:cubicBezTo>
                    <a:pt x="468" y="351"/>
                    <a:pt x="501" y="343"/>
                    <a:pt x="530" y="343"/>
                  </a:cubicBezTo>
                  <a:close/>
                  <a:moveTo>
                    <a:pt x="601" y="1"/>
                  </a:moveTo>
                  <a:cubicBezTo>
                    <a:pt x="535" y="1"/>
                    <a:pt x="468" y="34"/>
                    <a:pt x="435" y="68"/>
                  </a:cubicBezTo>
                  <a:cubicBezTo>
                    <a:pt x="334" y="101"/>
                    <a:pt x="301" y="168"/>
                    <a:pt x="234" y="234"/>
                  </a:cubicBezTo>
                  <a:cubicBezTo>
                    <a:pt x="168" y="301"/>
                    <a:pt x="134" y="368"/>
                    <a:pt x="101" y="434"/>
                  </a:cubicBezTo>
                  <a:cubicBezTo>
                    <a:pt x="68" y="501"/>
                    <a:pt x="34" y="601"/>
                    <a:pt x="34" y="668"/>
                  </a:cubicBezTo>
                  <a:cubicBezTo>
                    <a:pt x="34" y="768"/>
                    <a:pt x="1" y="868"/>
                    <a:pt x="1" y="968"/>
                  </a:cubicBezTo>
                  <a:lnTo>
                    <a:pt x="1" y="1368"/>
                  </a:lnTo>
                  <a:cubicBezTo>
                    <a:pt x="1" y="1435"/>
                    <a:pt x="34" y="1535"/>
                    <a:pt x="34" y="1602"/>
                  </a:cubicBezTo>
                  <a:cubicBezTo>
                    <a:pt x="34" y="1669"/>
                    <a:pt x="68" y="1735"/>
                    <a:pt x="101" y="1769"/>
                  </a:cubicBezTo>
                  <a:cubicBezTo>
                    <a:pt x="134" y="1802"/>
                    <a:pt x="168" y="1835"/>
                    <a:pt x="234" y="1835"/>
                  </a:cubicBezTo>
                  <a:cubicBezTo>
                    <a:pt x="301" y="1835"/>
                    <a:pt x="368" y="1802"/>
                    <a:pt x="435" y="1769"/>
                  </a:cubicBezTo>
                  <a:cubicBezTo>
                    <a:pt x="501" y="1735"/>
                    <a:pt x="568" y="1669"/>
                    <a:pt x="601" y="1602"/>
                  </a:cubicBezTo>
                  <a:cubicBezTo>
                    <a:pt x="668" y="1535"/>
                    <a:pt x="701" y="1469"/>
                    <a:pt x="735" y="1402"/>
                  </a:cubicBezTo>
                  <a:cubicBezTo>
                    <a:pt x="768" y="1335"/>
                    <a:pt x="801" y="1235"/>
                    <a:pt x="801" y="1168"/>
                  </a:cubicBezTo>
                  <a:cubicBezTo>
                    <a:pt x="835" y="1068"/>
                    <a:pt x="835" y="1002"/>
                    <a:pt x="835" y="901"/>
                  </a:cubicBezTo>
                  <a:cubicBezTo>
                    <a:pt x="835" y="868"/>
                    <a:pt x="835" y="835"/>
                    <a:pt x="835" y="801"/>
                  </a:cubicBezTo>
                  <a:lnTo>
                    <a:pt x="835" y="568"/>
                  </a:lnTo>
                  <a:cubicBezTo>
                    <a:pt x="835" y="535"/>
                    <a:pt x="835" y="501"/>
                    <a:pt x="835" y="468"/>
                  </a:cubicBezTo>
                  <a:cubicBezTo>
                    <a:pt x="835" y="401"/>
                    <a:pt x="835" y="301"/>
                    <a:pt x="801" y="234"/>
                  </a:cubicBezTo>
                  <a:cubicBezTo>
                    <a:pt x="801" y="168"/>
                    <a:pt x="768" y="101"/>
                    <a:pt x="735" y="68"/>
                  </a:cubicBezTo>
                  <a:cubicBezTo>
                    <a:pt x="701" y="34"/>
                    <a:pt x="668" y="1"/>
                    <a:pt x="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2457;p64">
              <a:extLst>
                <a:ext uri="{FF2B5EF4-FFF2-40B4-BE49-F238E27FC236}">
                  <a16:creationId xmlns:a16="http://schemas.microsoft.com/office/drawing/2014/main" id="{1E1B3CA4-836E-7A65-634C-2FFC872E6759}"/>
                </a:ext>
              </a:extLst>
            </p:cNvPr>
            <p:cNvSpPr/>
            <p:nvPr/>
          </p:nvSpPr>
          <p:spPr>
            <a:xfrm>
              <a:off x="6307901" y="3018232"/>
              <a:ext cx="16938" cy="32830"/>
            </a:xfrm>
            <a:custGeom>
              <a:avLst/>
              <a:gdLst/>
              <a:ahLst/>
              <a:cxnLst/>
              <a:rect l="l" t="t" r="r" b="b"/>
              <a:pathLst>
                <a:path w="1102" h="2136" extrusionOk="0">
                  <a:moveTo>
                    <a:pt x="301" y="634"/>
                  </a:moveTo>
                  <a:cubicBezTo>
                    <a:pt x="301" y="667"/>
                    <a:pt x="301" y="667"/>
                    <a:pt x="301" y="701"/>
                  </a:cubicBezTo>
                  <a:lnTo>
                    <a:pt x="301" y="934"/>
                  </a:lnTo>
                  <a:cubicBezTo>
                    <a:pt x="301" y="934"/>
                    <a:pt x="301" y="968"/>
                    <a:pt x="301" y="1001"/>
                  </a:cubicBezTo>
                  <a:cubicBezTo>
                    <a:pt x="267" y="1034"/>
                    <a:pt x="267" y="1068"/>
                    <a:pt x="234" y="1068"/>
                  </a:cubicBezTo>
                  <a:lnTo>
                    <a:pt x="167" y="1068"/>
                  </a:lnTo>
                  <a:cubicBezTo>
                    <a:pt x="167" y="1068"/>
                    <a:pt x="167" y="1034"/>
                    <a:pt x="167" y="1001"/>
                  </a:cubicBezTo>
                  <a:lnTo>
                    <a:pt x="167" y="968"/>
                  </a:lnTo>
                  <a:lnTo>
                    <a:pt x="167" y="834"/>
                  </a:lnTo>
                  <a:lnTo>
                    <a:pt x="167" y="801"/>
                  </a:lnTo>
                  <a:cubicBezTo>
                    <a:pt x="167" y="767"/>
                    <a:pt x="167" y="734"/>
                    <a:pt x="167" y="701"/>
                  </a:cubicBezTo>
                  <a:cubicBezTo>
                    <a:pt x="167" y="667"/>
                    <a:pt x="201" y="634"/>
                    <a:pt x="234" y="634"/>
                  </a:cubicBezTo>
                  <a:close/>
                  <a:moveTo>
                    <a:pt x="301" y="401"/>
                  </a:moveTo>
                  <a:cubicBezTo>
                    <a:pt x="267" y="401"/>
                    <a:pt x="234" y="401"/>
                    <a:pt x="201" y="434"/>
                  </a:cubicBezTo>
                  <a:cubicBezTo>
                    <a:pt x="167" y="467"/>
                    <a:pt x="134" y="467"/>
                    <a:pt x="101" y="501"/>
                  </a:cubicBezTo>
                  <a:cubicBezTo>
                    <a:pt x="101" y="534"/>
                    <a:pt x="67" y="601"/>
                    <a:pt x="34" y="634"/>
                  </a:cubicBezTo>
                  <a:cubicBezTo>
                    <a:pt x="34" y="667"/>
                    <a:pt x="1" y="701"/>
                    <a:pt x="1" y="734"/>
                  </a:cubicBezTo>
                  <a:cubicBezTo>
                    <a:pt x="1" y="767"/>
                    <a:pt x="1" y="834"/>
                    <a:pt x="1" y="868"/>
                  </a:cubicBezTo>
                  <a:lnTo>
                    <a:pt x="1" y="1001"/>
                  </a:lnTo>
                  <a:cubicBezTo>
                    <a:pt x="1" y="1034"/>
                    <a:pt x="1" y="1068"/>
                    <a:pt x="1" y="1101"/>
                  </a:cubicBezTo>
                  <a:cubicBezTo>
                    <a:pt x="1" y="1134"/>
                    <a:pt x="1" y="1201"/>
                    <a:pt x="1" y="1201"/>
                  </a:cubicBezTo>
                  <a:cubicBezTo>
                    <a:pt x="1" y="1234"/>
                    <a:pt x="34" y="1268"/>
                    <a:pt x="34" y="1301"/>
                  </a:cubicBezTo>
                  <a:lnTo>
                    <a:pt x="101" y="1301"/>
                  </a:lnTo>
                  <a:cubicBezTo>
                    <a:pt x="134" y="1301"/>
                    <a:pt x="167" y="1301"/>
                    <a:pt x="201" y="1268"/>
                  </a:cubicBezTo>
                  <a:cubicBezTo>
                    <a:pt x="234" y="1268"/>
                    <a:pt x="267" y="1234"/>
                    <a:pt x="301" y="1201"/>
                  </a:cubicBezTo>
                  <a:cubicBezTo>
                    <a:pt x="334" y="1168"/>
                    <a:pt x="368" y="1134"/>
                    <a:pt x="368" y="1101"/>
                  </a:cubicBezTo>
                  <a:cubicBezTo>
                    <a:pt x="401" y="1068"/>
                    <a:pt x="401" y="1001"/>
                    <a:pt x="434" y="968"/>
                  </a:cubicBezTo>
                  <a:lnTo>
                    <a:pt x="434" y="868"/>
                  </a:lnTo>
                  <a:lnTo>
                    <a:pt x="434" y="734"/>
                  </a:lnTo>
                  <a:lnTo>
                    <a:pt x="434" y="601"/>
                  </a:lnTo>
                  <a:cubicBezTo>
                    <a:pt x="434" y="567"/>
                    <a:pt x="434" y="534"/>
                    <a:pt x="434" y="501"/>
                  </a:cubicBezTo>
                  <a:cubicBezTo>
                    <a:pt x="401" y="467"/>
                    <a:pt x="401" y="434"/>
                    <a:pt x="368" y="434"/>
                  </a:cubicBezTo>
                  <a:cubicBezTo>
                    <a:pt x="368" y="401"/>
                    <a:pt x="334" y="401"/>
                    <a:pt x="301" y="401"/>
                  </a:cubicBezTo>
                  <a:close/>
                  <a:moveTo>
                    <a:pt x="935" y="1068"/>
                  </a:moveTo>
                  <a:cubicBezTo>
                    <a:pt x="935" y="1101"/>
                    <a:pt x="968" y="1134"/>
                    <a:pt x="968" y="1134"/>
                  </a:cubicBezTo>
                  <a:cubicBezTo>
                    <a:pt x="968" y="1168"/>
                    <a:pt x="968" y="1168"/>
                    <a:pt x="968" y="1201"/>
                  </a:cubicBezTo>
                  <a:lnTo>
                    <a:pt x="968" y="1268"/>
                  </a:lnTo>
                  <a:lnTo>
                    <a:pt x="968" y="1335"/>
                  </a:lnTo>
                  <a:cubicBezTo>
                    <a:pt x="968" y="1335"/>
                    <a:pt x="968" y="1335"/>
                    <a:pt x="968" y="1368"/>
                  </a:cubicBezTo>
                  <a:cubicBezTo>
                    <a:pt x="935" y="1401"/>
                    <a:pt x="935" y="1435"/>
                    <a:pt x="935" y="1435"/>
                  </a:cubicBezTo>
                  <a:cubicBezTo>
                    <a:pt x="935" y="1468"/>
                    <a:pt x="901" y="1501"/>
                    <a:pt x="868" y="1535"/>
                  </a:cubicBezTo>
                  <a:lnTo>
                    <a:pt x="801" y="1535"/>
                  </a:lnTo>
                  <a:cubicBezTo>
                    <a:pt x="801" y="1501"/>
                    <a:pt x="801" y="1468"/>
                    <a:pt x="801" y="1468"/>
                  </a:cubicBezTo>
                  <a:lnTo>
                    <a:pt x="801" y="1234"/>
                  </a:lnTo>
                  <a:cubicBezTo>
                    <a:pt x="801" y="1201"/>
                    <a:pt x="801" y="1168"/>
                    <a:pt x="801" y="1134"/>
                  </a:cubicBezTo>
                  <a:cubicBezTo>
                    <a:pt x="835" y="1101"/>
                    <a:pt x="835" y="1101"/>
                    <a:pt x="868" y="1068"/>
                  </a:cubicBezTo>
                  <a:close/>
                  <a:moveTo>
                    <a:pt x="968" y="834"/>
                  </a:moveTo>
                  <a:cubicBezTo>
                    <a:pt x="935" y="834"/>
                    <a:pt x="901" y="868"/>
                    <a:pt x="868" y="868"/>
                  </a:cubicBezTo>
                  <a:cubicBezTo>
                    <a:pt x="835" y="901"/>
                    <a:pt x="801" y="934"/>
                    <a:pt x="768" y="968"/>
                  </a:cubicBezTo>
                  <a:cubicBezTo>
                    <a:pt x="734" y="1001"/>
                    <a:pt x="734" y="1034"/>
                    <a:pt x="701" y="1068"/>
                  </a:cubicBezTo>
                  <a:cubicBezTo>
                    <a:pt x="701" y="1101"/>
                    <a:pt x="668" y="1134"/>
                    <a:pt x="668" y="1168"/>
                  </a:cubicBezTo>
                  <a:lnTo>
                    <a:pt x="668" y="1301"/>
                  </a:lnTo>
                  <a:lnTo>
                    <a:pt x="668" y="1435"/>
                  </a:lnTo>
                  <a:lnTo>
                    <a:pt x="668" y="1568"/>
                  </a:lnTo>
                  <a:cubicBezTo>
                    <a:pt x="668" y="1601"/>
                    <a:pt x="668" y="1635"/>
                    <a:pt x="668" y="1668"/>
                  </a:cubicBezTo>
                  <a:cubicBezTo>
                    <a:pt x="668" y="1701"/>
                    <a:pt x="701" y="1701"/>
                    <a:pt x="701" y="1735"/>
                  </a:cubicBezTo>
                  <a:cubicBezTo>
                    <a:pt x="734" y="1735"/>
                    <a:pt x="734" y="1768"/>
                    <a:pt x="768" y="1768"/>
                  </a:cubicBezTo>
                  <a:cubicBezTo>
                    <a:pt x="801" y="1768"/>
                    <a:pt x="835" y="1735"/>
                    <a:pt x="868" y="1735"/>
                  </a:cubicBezTo>
                  <a:cubicBezTo>
                    <a:pt x="901" y="1701"/>
                    <a:pt x="935" y="1668"/>
                    <a:pt x="968" y="1635"/>
                  </a:cubicBezTo>
                  <a:cubicBezTo>
                    <a:pt x="1001" y="1601"/>
                    <a:pt x="1035" y="1568"/>
                    <a:pt x="1035" y="1535"/>
                  </a:cubicBezTo>
                  <a:cubicBezTo>
                    <a:pt x="1068" y="1501"/>
                    <a:pt x="1068" y="1468"/>
                    <a:pt x="1068" y="1435"/>
                  </a:cubicBezTo>
                  <a:cubicBezTo>
                    <a:pt x="1068" y="1368"/>
                    <a:pt x="1068" y="1335"/>
                    <a:pt x="1068" y="1301"/>
                  </a:cubicBezTo>
                  <a:lnTo>
                    <a:pt x="1068" y="1168"/>
                  </a:lnTo>
                  <a:lnTo>
                    <a:pt x="1068" y="1034"/>
                  </a:lnTo>
                  <a:cubicBezTo>
                    <a:pt x="1101" y="1001"/>
                    <a:pt x="1101" y="968"/>
                    <a:pt x="1068" y="934"/>
                  </a:cubicBezTo>
                  <a:cubicBezTo>
                    <a:pt x="1068" y="901"/>
                    <a:pt x="1068" y="901"/>
                    <a:pt x="1035" y="868"/>
                  </a:cubicBezTo>
                  <a:cubicBezTo>
                    <a:pt x="1035" y="868"/>
                    <a:pt x="1001" y="834"/>
                    <a:pt x="968" y="834"/>
                  </a:cubicBezTo>
                  <a:close/>
                  <a:moveTo>
                    <a:pt x="968" y="0"/>
                  </a:moveTo>
                  <a:lnTo>
                    <a:pt x="868" y="67"/>
                  </a:lnTo>
                  <a:cubicBezTo>
                    <a:pt x="868" y="67"/>
                    <a:pt x="835" y="67"/>
                    <a:pt x="835" y="100"/>
                  </a:cubicBezTo>
                  <a:lnTo>
                    <a:pt x="835" y="134"/>
                  </a:lnTo>
                  <a:lnTo>
                    <a:pt x="67" y="2102"/>
                  </a:lnTo>
                  <a:cubicBezTo>
                    <a:pt x="67" y="2135"/>
                    <a:pt x="34" y="2135"/>
                    <a:pt x="67" y="2135"/>
                  </a:cubicBezTo>
                  <a:lnTo>
                    <a:pt x="101" y="2135"/>
                  </a:lnTo>
                  <a:lnTo>
                    <a:pt x="201" y="2068"/>
                  </a:lnTo>
                  <a:cubicBezTo>
                    <a:pt x="201" y="2068"/>
                    <a:pt x="201" y="2068"/>
                    <a:pt x="234" y="2035"/>
                  </a:cubicBezTo>
                  <a:lnTo>
                    <a:pt x="234" y="2002"/>
                  </a:lnTo>
                  <a:lnTo>
                    <a:pt x="1001" y="34"/>
                  </a:lnTo>
                  <a:cubicBezTo>
                    <a:pt x="1001" y="34"/>
                    <a:pt x="1001" y="34"/>
                    <a:pt x="1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2458;p64">
              <a:extLst>
                <a:ext uri="{FF2B5EF4-FFF2-40B4-BE49-F238E27FC236}">
                  <a16:creationId xmlns:a16="http://schemas.microsoft.com/office/drawing/2014/main" id="{9183D8E4-54F6-1271-09D7-1D70923F42FA}"/>
                </a:ext>
              </a:extLst>
            </p:cNvPr>
            <p:cNvSpPr/>
            <p:nvPr/>
          </p:nvSpPr>
          <p:spPr>
            <a:xfrm>
              <a:off x="6351475" y="3139993"/>
              <a:ext cx="55393" cy="82306"/>
            </a:xfrm>
            <a:custGeom>
              <a:avLst/>
              <a:gdLst/>
              <a:ahLst/>
              <a:cxnLst/>
              <a:rect l="l" t="t" r="r" b="b"/>
              <a:pathLst>
                <a:path w="3604" h="5355" extrusionOk="0">
                  <a:moveTo>
                    <a:pt x="3566" y="1"/>
                  </a:moveTo>
                  <a:cubicBezTo>
                    <a:pt x="3545" y="1"/>
                    <a:pt x="3520" y="17"/>
                    <a:pt x="3503" y="51"/>
                  </a:cubicBezTo>
                  <a:cubicBezTo>
                    <a:pt x="3470" y="84"/>
                    <a:pt x="3437" y="151"/>
                    <a:pt x="3437" y="217"/>
                  </a:cubicBezTo>
                  <a:lnTo>
                    <a:pt x="3437" y="784"/>
                  </a:lnTo>
                  <a:cubicBezTo>
                    <a:pt x="3437" y="784"/>
                    <a:pt x="3437" y="818"/>
                    <a:pt x="3437" y="818"/>
                  </a:cubicBezTo>
                  <a:cubicBezTo>
                    <a:pt x="3470" y="818"/>
                    <a:pt x="3503" y="818"/>
                    <a:pt x="3503" y="784"/>
                  </a:cubicBezTo>
                  <a:cubicBezTo>
                    <a:pt x="3570" y="718"/>
                    <a:pt x="3570" y="684"/>
                    <a:pt x="3604" y="618"/>
                  </a:cubicBezTo>
                  <a:lnTo>
                    <a:pt x="3604" y="51"/>
                  </a:lnTo>
                  <a:cubicBezTo>
                    <a:pt x="3604" y="17"/>
                    <a:pt x="3587" y="1"/>
                    <a:pt x="3566" y="1"/>
                  </a:cubicBezTo>
                  <a:close/>
                  <a:moveTo>
                    <a:pt x="3566" y="1126"/>
                  </a:moveTo>
                  <a:cubicBezTo>
                    <a:pt x="3545" y="1126"/>
                    <a:pt x="3520" y="1135"/>
                    <a:pt x="3503" y="1151"/>
                  </a:cubicBezTo>
                  <a:cubicBezTo>
                    <a:pt x="3470" y="1218"/>
                    <a:pt x="3437" y="1285"/>
                    <a:pt x="3437" y="1352"/>
                  </a:cubicBezTo>
                  <a:lnTo>
                    <a:pt x="3437" y="1919"/>
                  </a:lnTo>
                  <a:cubicBezTo>
                    <a:pt x="3448" y="1930"/>
                    <a:pt x="3459" y="1933"/>
                    <a:pt x="3469" y="1933"/>
                  </a:cubicBezTo>
                  <a:cubicBezTo>
                    <a:pt x="3489" y="1933"/>
                    <a:pt x="3503" y="1919"/>
                    <a:pt x="3503" y="1919"/>
                  </a:cubicBezTo>
                  <a:cubicBezTo>
                    <a:pt x="3570" y="1852"/>
                    <a:pt x="3570" y="1785"/>
                    <a:pt x="3604" y="1718"/>
                  </a:cubicBezTo>
                  <a:lnTo>
                    <a:pt x="3604" y="1151"/>
                  </a:lnTo>
                  <a:cubicBezTo>
                    <a:pt x="3604" y="1135"/>
                    <a:pt x="3587" y="1126"/>
                    <a:pt x="3566" y="1126"/>
                  </a:cubicBezTo>
                  <a:close/>
                  <a:moveTo>
                    <a:pt x="3566" y="2236"/>
                  </a:moveTo>
                  <a:cubicBezTo>
                    <a:pt x="3545" y="2236"/>
                    <a:pt x="3520" y="2252"/>
                    <a:pt x="3503" y="2286"/>
                  </a:cubicBezTo>
                  <a:cubicBezTo>
                    <a:pt x="3470" y="2352"/>
                    <a:pt x="3437" y="2386"/>
                    <a:pt x="3437" y="2486"/>
                  </a:cubicBezTo>
                  <a:lnTo>
                    <a:pt x="3437" y="3019"/>
                  </a:lnTo>
                  <a:cubicBezTo>
                    <a:pt x="3437" y="3053"/>
                    <a:pt x="3437" y="3053"/>
                    <a:pt x="3437" y="3053"/>
                  </a:cubicBezTo>
                  <a:cubicBezTo>
                    <a:pt x="3470" y="3053"/>
                    <a:pt x="3503" y="3053"/>
                    <a:pt x="3503" y="3019"/>
                  </a:cubicBezTo>
                  <a:cubicBezTo>
                    <a:pt x="3570" y="2986"/>
                    <a:pt x="3570" y="2919"/>
                    <a:pt x="3604" y="2853"/>
                  </a:cubicBezTo>
                  <a:lnTo>
                    <a:pt x="3604" y="2286"/>
                  </a:lnTo>
                  <a:cubicBezTo>
                    <a:pt x="3604" y="2252"/>
                    <a:pt x="3587" y="2236"/>
                    <a:pt x="3566" y="2236"/>
                  </a:cubicBezTo>
                  <a:close/>
                  <a:moveTo>
                    <a:pt x="3406" y="3211"/>
                  </a:moveTo>
                  <a:cubicBezTo>
                    <a:pt x="3405" y="3211"/>
                    <a:pt x="3403" y="3213"/>
                    <a:pt x="3403" y="3220"/>
                  </a:cubicBezTo>
                  <a:lnTo>
                    <a:pt x="3036" y="3420"/>
                  </a:lnTo>
                  <a:cubicBezTo>
                    <a:pt x="2970" y="3453"/>
                    <a:pt x="2936" y="3520"/>
                    <a:pt x="2936" y="3586"/>
                  </a:cubicBezTo>
                  <a:cubicBezTo>
                    <a:pt x="2903" y="3620"/>
                    <a:pt x="2903" y="3653"/>
                    <a:pt x="2936" y="3687"/>
                  </a:cubicBezTo>
                  <a:lnTo>
                    <a:pt x="3303" y="3486"/>
                  </a:lnTo>
                  <a:cubicBezTo>
                    <a:pt x="3370" y="3420"/>
                    <a:pt x="3403" y="3386"/>
                    <a:pt x="3403" y="3320"/>
                  </a:cubicBezTo>
                  <a:cubicBezTo>
                    <a:pt x="3431" y="3265"/>
                    <a:pt x="3413" y="3211"/>
                    <a:pt x="3406" y="3211"/>
                  </a:cubicBezTo>
                  <a:close/>
                  <a:moveTo>
                    <a:pt x="2670" y="3620"/>
                  </a:moveTo>
                  <a:lnTo>
                    <a:pt x="2303" y="3853"/>
                  </a:lnTo>
                  <a:cubicBezTo>
                    <a:pt x="2236" y="3887"/>
                    <a:pt x="2203" y="3953"/>
                    <a:pt x="2203" y="3987"/>
                  </a:cubicBezTo>
                  <a:lnTo>
                    <a:pt x="2203" y="4087"/>
                  </a:lnTo>
                  <a:lnTo>
                    <a:pt x="2236" y="4087"/>
                  </a:lnTo>
                  <a:lnTo>
                    <a:pt x="2569" y="3887"/>
                  </a:lnTo>
                  <a:cubicBezTo>
                    <a:pt x="2636" y="3853"/>
                    <a:pt x="2670" y="3787"/>
                    <a:pt x="2670" y="3720"/>
                  </a:cubicBezTo>
                  <a:cubicBezTo>
                    <a:pt x="2703" y="3653"/>
                    <a:pt x="2703" y="3620"/>
                    <a:pt x="2670" y="3620"/>
                  </a:cubicBezTo>
                  <a:close/>
                  <a:moveTo>
                    <a:pt x="1951" y="4045"/>
                  </a:moveTo>
                  <a:cubicBezTo>
                    <a:pt x="1947" y="4045"/>
                    <a:pt x="1942" y="4047"/>
                    <a:pt x="1936" y="4053"/>
                  </a:cubicBezTo>
                  <a:lnTo>
                    <a:pt x="1569" y="4254"/>
                  </a:lnTo>
                  <a:cubicBezTo>
                    <a:pt x="1502" y="4320"/>
                    <a:pt x="1469" y="4354"/>
                    <a:pt x="1469" y="4420"/>
                  </a:cubicBezTo>
                  <a:lnTo>
                    <a:pt x="1469" y="4520"/>
                  </a:lnTo>
                  <a:lnTo>
                    <a:pt x="1502" y="4520"/>
                  </a:lnTo>
                  <a:lnTo>
                    <a:pt x="1869" y="4320"/>
                  </a:lnTo>
                  <a:cubicBezTo>
                    <a:pt x="1902" y="4254"/>
                    <a:pt x="1936" y="4220"/>
                    <a:pt x="1969" y="4154"/>
                  </a:cubicBezTo>
                  <a:cubicBezTo>
                    <a:pt x="1969" y="4099"/>
                    <a:pt x="1969" y="4045"/>
                    <a:pt x="1951" y="4045"/>
                  </a:cubicBezTo>
                  <a:close/>
                  <a:moveTo>
                    <a:pt x="1202" y="4454"/>
                  </a:moveTo>
                  <a:lnTo>
                    <a:pt x="835" y="4687"/>
                  </a:lnTo>
                  <a:cubicBezTo>
                    <a:pt x="802" y="4721"/>
                    <a:pt x="768" y="4787"/>
                    <a:pt x="735" y="4854"/>
                  </a:cubicBezTo>
                  <a:lnTo>
                    <a:pt x="735" y="4921"/>
                  </a:lnTo>
                  <a:lnTo>
                    <a:pt x="768" y="4921"/>
                  </a:lnTo>
                  <a:lnTo>
                    <a:pt x="1135" y="4721"/>
                  </a:lnTo>
                  <a:cubicBezTo>
                    <a:pt x="1168" y="4687"/>
                    <a:pt x="1202" y="4621"/>
                    <a:pt x="1235" y="4554"/>
                  </a:cubicBezTo>
                  <a:cubicBezTo>
                    <a:pt x="1235" y="4487"/>
                    <a:pt x="1235" y="4454"/>
                    <a:pt x="1202" y="4454"/>
                  </a:cubicBezTo>
                  <a:close/>
                  <a:moveTo>
                    <a:pt x="468" y="4887"/>
                  </a:moveTo>
                  <a:lnTo>
                    <a:pt x="101" y="5088"/>
                  </a:lnTo>
                  <a:cubicBezTo>
                    <a:pt x="68" y="5121"/>
                    <a:pt x="34" y="5188"/>
                    <a:pt x="1" y="5254"/>
                  </a:cubicBezTo>
                  <a:lnTo>
                    <a:pt x="1" y="5354"/>
                  </a:lnTo>
                  <a:lnTo>
                    <a:pt x="34" y="5354"/>
                  </a:lnTo>
                  <a:lnTo>
                    <a:pt x="401" y="5154"/>
                  </a:lnTo>
                  <a:cubicBezTo>
                    <a:pt x="468" y="5088"/>
                    <a:pt x="501" y="5054"/>
                    <a:pt x="501" y="4987"/>
                  </a:cubicBezTo>
                  <a:cubicBezTo>
                    <a:pt x="535" y="4921"/>
                    <a:pt x="501" y="4887"/>
                    <a:pt x="468" y="4887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2459;p64">
              <a:extLst>
                <a:ext uri="{FF2B5EF4-FFF2-40B4-BE49-F238E27FC236}">
                  <a16:creationId xmlns:a16="http://schemas.microsoft.com/office/drawing/2014/main" id="{FF4FA657-B10A-C786-1CC5-2F761F50D6D3}"/>
                </a:ext>
              </a:extLst>
            </p:cNvPr>
            <p:cNvSpPr/>
            <p:nvPr/>
          </p:nvSpPr>
          <p:spPr>
            <a:xfrm>
              <a:off x="6403272" y="3118122"/>
              <a:ext cx="7700" cy="11451"/>
            </a:xfrm>
            <a:custGeom>
              <a:avLst/>
              <a:gdLst/>
              <a:ahLst/>
              <a:cxnLst/>
              <a:rect l="l" t="t" r="r" b="b"/>
              <a:pathLst>
                <a:path w="501" h="745" extrusionOk="0">
                  <a:moveTo>
                    <a:pt x="326" y="1"/>
                  </a:moveTo>
                  <a:cubicBezTo>
                    <a:pt x="207" y="1"/>
                    <a:pt x="93" y="127"/>
                    <a:pt x="33" y="306"/>
                  </a:cubicBezTo>
                  <a:cubicBezTo>
                    <a:pt x="0" y="506"/>
                    <a:pt x="33" y="706"/>
                    <a:pt x="133" y="740"/>
                  </a:cubicBezTo>
                  <a:cubicBezTo>
                    <a:pt x="144" y="743"/>
                    <a:pt x="154" y="745"/>
                    <a:pt x="165" y="745"/>
                  </a:cubicBezTo>
                  <a:cubicBezTo>
                    <a:pt x="260" y="745"/>
                    <a:pt x="374" y="619"/>
                    <a:pt x="434" y="440"/>
                  </a:cubicBezTo>
                  <a:cubicBezTo>
                    <a:pt x="500" y="239"/>
                    <a:pt x="467" y="39"/>
                    <a:pt x="367" y="6"/>
                  </a:cubicBezTo>
                  <a:cubicBezTo>
                    <a:pt x="353" y="2"/>
                    <a:pt x="339" y="1"/>
                    <a:pt x="3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2460;p64">
              <a:extLst>
                <a:ext uri="{FF2B5EF4-FFF2-40B4-BE49-F238E27FC236}">
                  <a16:creationId xmlns:a16="http://schemas.microsoft.com/office/drawing/2014/main" id="{E6210EF4-DFE6-7C44-0E37-B8CB847E38D5}"/>
                </a:ext>
              </a:extLst>
            </p:cNvPr>
            <p:cNvSpPr/>
            <p:nvPr/>
          </p:nvSpPr>
          <p:spPr>
            <a:xfrm>
              <a:off x="6281250" y="3223821"/>
              <a:ext cx="13341" cy="29756"/>
            </a:xfrm>
            <a:custGeom>
              <a:avLst/>
              <a:gdLst/>
              <a:ahLst/>
              <a:cxnLst/>
              <a:rect l="l" t="t" r="r" b="b"/>
              <a:pathLst>
                <a:path w="868" h="1936" extrusionOk="0">
                  <a:moveTo>
                    <a:pt x="801" y="0"/>
                  </a:moveTo>
                  <a:lnTo>
                    <a:pt x="100" y="401"/>
                  </a:lnTo>
                  <a:cubicBezTo>
                    <a:pt x="100" y="434"/>
                    <a:pt x="67" y="434"/>
                    <a:pt x="67" y="434"/>
                  </a:cubicBezTo>
                  <a:cubicBezTo>
                    <a:pt x="67" y="467"/>
                    <a:pt x="67" y="501"/>
                    <a:pt x="67" y="501"/>
                  </a:cubicBezTo>
                  <a:lnTo>
                    <a:pt x="67" y="668"/>
                  </a:lnTo>
                  <a:cubicBezTo>
                    <a:pt x="67" y="668"/>
                    <a:pt x="67" y="701"/>
                    <a:pt x="67" y="701"/>
                  </a:cubicBezTo>
                  <a:lnTo>
                    <a:pt x="100" y="701"/>
                  </a:lnTo>
                  <a:lnTo>
                    <a:pt x="534" y="467"/>
                  </a:lnTo>
                  <a:lnTo>
                    <a:pt x="300" y="934"/>
                  </a:lnTo>
                  <a:lnTo>
                    <a:pt x="267" y="968"/>
                  </a:lnTo>
                  <a:cubicBezTo>
                    <a:pt x="267" y="1001"/>
                    <a:pt x="267" y="1001"/>
                    <a:pt x="267" y="1035"/>
                  </a:cubicBezTo>
                  <a:lnTo>
                    <a:pt x="267" y="1201"/>
                  </a:lnTo>
                  <a:cubicBezTo>
                    <a:pt x="267" y="1201"/>
                    <a:pt x="267" y="1235"/>
                    <a:pt x="267" y="1235"/>
                  </a:cubicBezTo>
                  <a:lnTo>
                    <a:pt x="300" y="1235"/>
                  </a:lnTo>
                  <a:lnTo>
                    <a:pt x="434" y="1168"/>
                  </a:lnTo>
                  <a:cubicBezTo>
                    <a:pt x="467" y="1135"/>
                    <a:pt x="534" y="1135"/>
                    <a:pt x="600" y="1135"/>
                  </a:cubicBezTo>
                  <a:cubicBezTo>
                    <a:pt x="634" y="1135"/>
                    <a:pt x="634" y="1168"/>
                    <a:pt x="634" y="1235"/>
                  </a:cubicBezTo>
                  <a:cubicBezTo>
                    <a:pt x="634" y="1301"/>
                    <a:pt x="634" y="1368"/>
                    <a:pt x="600" y="1435"/>
                  </a:cubicBezTo>
                  <a:cubicBezTo>
                    <a:pt x="534" y="1502"/>
                    <a:pt x="500" y="1535"/>
                    <a:pt x="434" y="1568"/>
                  </a:cubicBezTo>
                  <a:lnTo>
                    <a:pt x="334" y="1635"/>
                  </a:lnTo>
                  <a:lnTo>
                    <a:pt x="267" y="1635"/>
                  </a:lnTo>
                  <a:cubicBezTo>
                    <a:pt x="267" y="1635"/>
                    <a:pt x="234" y="1602"/>
                    <a:pt x="234" y="1602"/>
                  </a:cubicBezTo>
                  <a:cubicBezTo>
                    <a:pt x="234" y="1602"/>
                    <a:pt x="234" y="1568"/>
                    <a:pt x="200" y="1568"/>
                  </a:cubicBezTo>
                  <a:lnTo>
                    <a:pt x="200" y="1535"/>
                  </a:lnTo>
                  <a:lnTo>
                    <a:pt x="167" y="1535"/>
                  </a:lnTo>
                  <a:lnTo>
                    <a:pt x="33" y="1602"/>
                  </a:lnTo>
                  <a:cubicBezTo>
                    <a:pt x="33" y="1602"/>
                    <a:pt x="33" y="1635"/>
                    <a:pt x="33" y="1635"/>
                  </a:cubicBezTo>
                  <a:cubicBezTo>
                    <a:pt x="0" y="1668"/>
                    <a:pt x="0" y="1668"/>
                    <a:pt x="33" y="1702"/>
                  </a:cubicBezTo>
                  <a:cubicBezTo>
                    <a:pt x="33" y="1735"/>
                    <a:pt x="33" y="1768"/>
                    <a:pt x="67" y="1835"/>
                  </a:cubicBezTo>
                  <a:cubicBezTo>
                    <a:pt x="67" y="1868"/>
                    <a:pt x="100" y="1902"/>
                    <a:pt x="133" y="1935"/>
                  </a:cubicBezTo>
                  <a:lnTo>
                    <a:pt x="267" y="1935"/>
                  </a:lnTo>
                  <a:cubicBezTo>
                    <a:pt x="334" y="1935"/>
                    <a:pt x="400" y="1902"/>
                    <a:pt x="434" y="1868"/>
                  </a:cubicBezTo>
                  <a:cubicBezTo>
                    <a:pt x="500" y="1835"/>
                    <a:pt x="567" y="1802"/>
                    <a:pt x="600" y="1735"/>
                  </a:cubicBezTo>
                  <a:cubicBezTo>
                    <a:pt x="667" y="1702"/>
                    <a:pt x="701" y="1635"/>
                    <a:pt x="734" y="1568"/>
                  </a:cubicBezTo>
                  <a:cubicBezTo>
                    <a:pt x="767" y="1502"/>
                    <a:pt x="801" y="1435"/>
                    <a:pt x="834" y="1368"/>
                  </a:cubicBezTo>
                  <a:cubicBezTo>
                    <a:pt x="834" y="1268"/>
                    <a:pt x="867" y="1201"/>
                    <a:pt x="867" y="1135"/>
                  </a:cubicBezTo>
                  <a:cubicBezTo>
                    <a:pt x="867" y="1068"/>
                    <a:pt x="867" y="1001"/>
                    <a:pt x="867" y="934"/>
                  </a:cubicBezTo>
                  <a:cubicBezTo>
                    <a:pt x="834" y="901"/>
                    <a:pt x="834" y="868"/>
                    <a:pt x="801" y="834"/>
                  </a:cubicBezTo>
                  <a:cubicBezTo>
                    <a:pt x="767" y="801"/>
                    <a:pt x="734" y="801"/>
                    <a:pt x="701" y="801"/>
                  </a:cubicBezTo>
                  <a:lnTo>
                    <a:pt x="567" y="801"/>
                  </a:lnTo>
                  <a:lnTo>
                    <a:pt x="801" y="301"/>
                  </a:lnTo>
                  <a:cubicBezTo>
                    <a:pt x="801" y="301"/>
                    <a:pt x="801" y="267"/>
                    <a:pt x="834" y="267"/>
                  </a:cubicBezTo>
                  <a:cubicBezTo>
                    <a:pt x="834" y="234"/>
                    <a:pt x="834" y="234"/>
                    <a:pt x="834" y="201"/>
                  </a:cubicBezTo>
                  <a:lnTo>
                    <a:pt x="834" y="34"/>
                  </a:lnTo>
                  <a:cubicBezTo>
                    <a:pt x="834" y="34"/>
                    <a:pt x="834" y="0"/>
                    <a:pt x="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2461;p64">
              <a:extLst>
                <a:ext uri="{FF2B5EF4-FFF2-40B4-BE49-F238E27FC236}">
                  <a16:creationId xmlns:a16="http://schemas.microsoft.com/office/drawing/2014/main" id="{A1BF8815-A018-123A-AF06-906F638501AB}"/>
                </a:ext>
              </a:extLst>
            </p:cNvPr>
            <p:cNvSpPr/>
            <p:nvPr/>
          </p:nvSpPr>
          <p:spPr>
            <a:xfrm>
              <a:off x="6297142" y="3216643"/>
              <a:ext cx="12834" cy="27912"/>
            </a:xfrm>
            <a:custGeom>
              <a:avLst/>
              <a:gdLst/>
              <a:ahLst/>
              <a:cxnLst/>
              <a:rect l="l" t="t" r="r" b="b"/>
              <a:pathLst>
                <a:path w="835" h="1816" extrusionOk="0">
                  <a:moveTo>
                    <a:pt x="509" y="317"/>
                  </a:moveTo>
                  <a:cubicBezTo>
                    <a:pt x="534" y="317"/>
                    <a:pt x="551" y="334"/>
                    <a:pt x="567" y="367"/>
                  </a:cubicBezTo>
                  <a:cubicBezTo>
                    <a:pt x="601" y="434"/>
                    <a:pt x="634" y="501"/>
                    <a:pt x="634" y="601"/>
                  </a:cubicBezTo>
                  <a:lnTo>
                    <a:pt x="634" y="801"/>
                  </a:lnTo>
                  <a:lnTo>
                    <a:pt x="634" y="1001"/>
                  </a:lnTo>
                  <a:cubicBezTo>
                    <a:pt x="634" y="1101"/>
                    <a:pt x="601" y="1201"/>
                    <a:pt x="567" y="1268"/>
                  </a:cubicBezTo>
                  <a:cubicBezTo>
                    <a:pt x="534" y="1368"/>
                    <a:pt x="467" y="1435"/>
                    <a:pt x="400" y="1468"/>
                  </a:cubicBezTo>
                  <a:cubicBezTo>
                    <a:pt x="367" y="1485"/>
                    <a:pt x="342" y="1493"/>
                    <a:pt x="321" y="1493"/>
                  </a:cubicBezTo>
                  <a:cubicBezTo>
                    <a:pt x="300" y="1493"/>
                    <a:pt x="284" y="1485"/>
                    <a:pt x="267" y="1468"/>
                  </a:cubicBezTo>
                  <a:cubicBezTo>
                    <a:pt x="234" y="1401"/>
                    <a:pt x="200" y="1301"/>
                    <a:pt x="200" y="1235"/>
                  </a:cubicBezTo>
                  <a:cubicBezTo>
                    <a:pt x="200" y="1168"/>
                    <a:pt x="200" y="1101"/>
                    <a:pt x="200" y="1035"/>
                  </a:cubicBezTo>
                  <a:lnTo>
                    <a:pt x="200" y="834"/>
                  </a:lnTo>
                  <a:cubicBezTo>
                    <a:pt x="200" y="734"/>
                    <a:pt x="234" y="634"/>
                    <a:pt x="267" y="534"/>
                  </a:cubicBezTo>
                  <a:cubicBezTo>
                    <a:pt x="300" y="467"/>
                    <a:pt x="334" y="401"/>
                    <a:pt x="400" y="367"/>
                  </a:cubicBezTo>
                  <a:cubicBezTo>
                    <a:pt x="450" y="334"/>
                    <a:pt x="484" y="317"/>
                    <a:pt x="509" y="317"/>
                  </a:cubicBezTo>
                  <a:close/>
                  <a:moveTo>
                    <a:pt x="601" y="0"/>
                  </a:moveTo>
                  <a:cubicBezTo>
                    <a:pt x="534" y="0"/>
                    <a:pt x="467" y="34"/>
                    <a:pt x="400" y="67"/>
                  </a:cubicBezTo>
                  <a:cubicBezTo>
                    <a:pt x="267" y="134"/>
                    <a:pt x="167" y="267"/>
                    <a:pt x="100" y="434"/>
                  </a:cubicBezTo>
                  <a:cubicBezTo>
                    <a:pt x="67" y="501"/>
                    <a:pt x="33" y="601"/>
                    <a:pt x="33" y="668"/>
                  </a:cubicBezTo>
                  <a:cubicBezTo>
                    <a:pt x="0" y="768"/>
                    <a:pt x="0" y="868"/>
                    <a:pt x="0" y="934"/>
                  </a:cubicBezTo>
                  <a:lnTo>
                    <a:pt x="0" y="1168"/>
                  </a:lnTo>
                  <a:lnTo>
                    <a:pt x="0" y="1368"/>
                  </a:lnTo>
                  <a:cubicBezTo>
                    <a:pt x="0" y="1435"/>
                    <a:pt x="0" y="1502"/>
                    <a:pt x="33" y="1602"/>
                  </a:cubicBezTo>
                  <a:cubicBezTo>
                    <a:pt x="33" y="1668"/>
                    <a:pt x="67" y="1702"/>
                    <a:pt x="100" y="1768"/>
                  </a:cubicBezTo>
                  <a:cubicBezTo>
                    <a:pt x="124" y="1792"/>
                    <a:pt x="147" y="1816"/>
                    <a:pt x="183" y="1816"/>
                  </a:cubicBezTo>
                  <a:cubicBezTo>
                    <a:pt x="197" y="1816"/>
                    <a:pt x="214" y="1812"/>
                    <a:pt x="234" y="1802"/>
                  </a:cubicBezTo>
                  <a:cubicBezTo>
                    <a:pt x="300" y="1802"/>
                    <a:pt x="367" y="1802"/>
                    <a:pt x="400" y="1768"/>
                  </a:cubicBezTo>
                  <a:cubicBezTo>
                    <a:pt x="500" y="1702"/>
                    <a:pt x="534" y="1668"/>
                    <a:pt x="601" y="1602"/>
                  </a:cubicBezTo>
                  <a:cubicBezTo>
                    <a:pt x="667" y="1535"/>
                    <a:pt x="701" y="1468"/>
                    <a:pt x="734" y="1401"/>
                  </a:cubicBezTo>
                  <a:cubicBezTo>
                    <a:pt x="767" y="1301"/>
                    <a:pt x="767" y="1235"/>
                    <a:pt x="801" y="1135"/>
                  </a:cubicBezTo>
                  <a:cubicBezTo>
                    <a:pt x="801" y="1068"/>
                    <a:pt x="834" y="968"/>
                    <a:pt x="834" y="901"/>
                  </a:cubicBezTo>
                  <a:cubicBezTo>
                    <a:pt x="834" y="868"/>
                    <a:pt x="834" y="801"/>
                    <a:pt x="834" y="768"/>
                  </a:cubicBezTo>
                  <a:lnTo>
                    <a:pt x="834" y="568"/>
                  </a:lnTo>
                  <a:cubicBezTo>
                    <a:pt x="834" y="534"/>
                    <a:pt x="834" y="501"/>
                    <a:pt x="834" y="467"/>
                  </a:cubicBezTo>
                  <a:cubicBezTo>
                    <a:pt x="834" y="401"/>
                    <a:pt x="801" y="301"/>
                    <a:pt x="801" y="234"/>
                  </a:cubicBezTo>
                  <a:cubicBezTo>
                    <a:pt x="801" y="167"/>
                    <a:pt x="767" y="101"/>
                    <a:pt x="734" y="67"/>
                  </a:cubicBezTo>
                  <a:cubicBezTo>
                    <a:pt x="701" y="34"/>
                    <a:pt x="634" y="0"/>
                    <a:pt x="60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2462;p64">
              <a:extLst>
                <a:ext uri="{FF2B5EF4-FFF2-40B4-BE49-F238E27FC236}">
                  <a16:creationId xmlns:a16="http://schemas.microsoft.com/office/drawing/2014/main" id="{9BC4EF5E-3451-6629-F927-B43A82A887AC}"/>
                </a:ext>
              </a:extLst>
            </p:cNvPr>
            <p:cNvSpPr/>
            <p:nvPr/>
          </p:nvSpPr>
          <p:spPr>
            <a:xfrm>
              <a:off x="6312005" y="3204332"/>
              <a:ext cx="16938" cy="32830"/>
            </a:xfrm>
            <a:custGeom>
              <a:avLst/>
              <a:gdLst/>
              <a:ahLst/>
              <a:cxnLst/>
              <a:rect l="l" t="t" r="r" b="b"/>
              <a:pathLst>
                <a:path w="1102" h="2136" extrusionOk="0">
                  <a:moveTo>
                    <a:pt x="267" y="635"/>
                  </a:moveTo>
                  <a:cubicBezTo>
                    <a:pt x="301" y="635"/>
                    <a:pt x="301" y="668"/>
                    <a:pt x="301" y="701"/>
                  </a:cubicBezTo>
                  <a:lnTo>
                    <a:pt x="301" y="902"/>
                  </a:lnTo>
                  <a:lnTo>
                    <a:pt x="334" y="902"/>
                  </a:lnTo>
                  <a:cubicBezTo>
                    <a:pt x="301" y="935"/>
                    <a:pt x="301" y="968"/>
                    <a:pt x="267" y="1002"/>
                  </a:cubicBezTo>
                  <a:cubicBezTo>
                    <a:pt x="267" y="1035"/>
                    <a:pt x="234" y="1068"/>
                    <a:pt x="201" y="1068"/>
                  </a:cubicBezTo>
                  <a:lnTo>
                    <a:pt x="167" y="1068"/>
                  </a:lnTo>
                  <a:cubicBezTo>
                    <a:pt x="134" y="1035"/>
                    <a:pt x="134" y="1035"/>
                    <a:pt x="134" y="1002"/>
                  </a:cubicBezTo>
                  <a:lnTo>
                    <a:pt x="134" y="968"/>
                  </a:lnTo>
                  <a:lnTo>
                    <a:pt x="134" y="835"/>
                  </a:lnTo>
                  <a:lnTo>
                    <a:pt x="134" y="801"/>
                  </a:lnTo>
                  <a:cubicBezTo>
                    <a:pt x="134" y="768"/>
                    <a:pt x="134" y="735"/>
                    <a:pt x="167" y="701"/>
                  </a:cubicBezTo>
                  <a:cubicBezTo>
                    <a:pt x="167" y="668"/>
                    <a:pt x="201" y="635"/>
                    <a:pt x="201" y="635"/>
                  </a:cubicBezTo>
                  <a:close/>
                  <a:moveTo>
                    <a:pt x="334" y="401"/>
                  </a:moveTo>
                  <a:cubicBezTo>
                    <a:pt x="267" y="401"/>
                    <a:pt x="234" y="401"/>
                    <a:pt x="234" y="435"/>
                  </a:cubicBezTo>
                  <a:cubicBezTo>
                    <a:pt x="167" y="435"/>
                    <a:pt x="134" y="468"/>
                    <a:pt x="134" y="501"/>
                  </a:cubicBezTo>
                  <a:cubicBezTo>
                    <a:pt x="101" y="535"/>
                    <a:pt x="67" y="568"/>
                    <a:pt x="67" y="601"/>
                  </a:cubicBezTo>
                  <a:cubicBezTo>
                    <a:pt x="34" y="635"/>
                    <a:pt x="34" y="701"/>
                    <a:pt x="0" y="735"/>
                  </a:cubicBezTo>
                  <a:cubicBezTo>
                    <a:pt x="0" y="768"/>
                    <a:pt x="0" y="801"/>
                    <a:pt x="0" y="835"/>
                  </a:cubicBezTo>
                  <a:lnTo>
                    <a:pt x="0" y="968"/>
                  </a:lnTo>
                  <a:lnTo>
                    <a:pt x="0" y="1102"/>
                  </a:lnTo>
                  <a:cubicBezTo>
                    <a:pt x="0" y="1135"/>
                    <a:pt x="0" y="1168"/>
                    <a:pt x="0" y="1202"/>
                  </a:cubicBezTo>
                  <a:cubicBezTo>
                    <a:pt x="34" y="1235"/>
                    <a:pt x="34" y="1268"/>
                    <a:pt x="67" y="1268"/>
                  </a:cubicBezTo>
                  <a:cubicBezTo>
                    <a:pt x="67" y="1302"/>
                    <a:pt x="101" y="1302"/>
                    <a:pt x="134" y="1302"/>
                  </a:cubicBezTo>
                  <a:cubicBezTo>
                    <a:pt x="167" y="1302"/>
                    <a:pt x="201" y="1302"/>
                    <a:pt x="234" y="1268"/>
                  </a:cubicBezTo>
                  <a:cubicBezTo>
                    <a:pt x="267" y="1235"/>
                    <a:pt x="301" y="1235"/>
                    <a:pt x="334" y="1202"/>
                  </a:cubicBezTo>
                  <a:cubicBezTo>
                    <a:pt x="334" y="1168"/>
                    <a:pt x="367" y="1135"/>
                    <a:pt x="401" y="1068"/>
                  </a:cubicBezTo>
                  <a:cubicBezTo>
                    <a:pt x="401" y="1035"/>
                    <a:pt x="434" y="1002"/>
                    <a:pt x="434" y="968"/>
                  </a:cubicBezTo>
                  <a:lnTo>
                    <a:pt x="434" y="835"/>
                  </a:lnTo>
                  <a:lnTo>
                    <a:pt x="434" y="701"/>
                  </a:lnTo>
                  <a:lnTo>
                    <a:pt x="434" y="601"/>
                  </a:lnTo>
                  <a:cubicBezTo>
                    <a:pt x="434" y="568"/>
                    <a:pt x="434" y="535"/>
                    <a:pt x="434" y="501"/>
                  </a:cubicBezTo>
                  <a:cubicBezTo>
                    <a:pt x="434" y="468"/>
                    <a:pt x="401" y="435"/>
                    <a:pt x="401" y="435"/>
                  </a:cubicBezTo>
                  <a:cubicBezTo>
                    <a:pt x="367" y="401"/>
                    <a:pt x="334" y="401"/>
                    <a:pt x="334" y="401"/>
                  </a:cubicBezTo>
                  <a:close/>
                  <a:moveTo>
                    <a:pt x="968" y="1068"/>
                  </a:moveTo>
                  <a:cubicBezTo>
                    <a:pt x="968" y="1102"/>
                    <a:pt x="968" y="1102"/>
                    <a:pt x="968" y="1135"/>
                  </a:cubicBezTo>
                  <a:lnTo>
                    <a:pt x="968" y="1168"/>
                  </a:lnTo>
                  <a:lnTo>
                    <a:pt x="968" y="1302"/>
                  </a:lnTo>
                  <a:lnTo>
                    <a:pt x="968" y="1369"/>
                  </a:lnTo>
                  <a:cubicBezTo>
                    <a:pt x="968" y="1391"/>
                    <a:pt x="968" y="1413"/>
                    <a:pt x="968" y="1435"/>
                  </a:cubicBezTo>
                  <a:cubicBezTo>
                    <a:pt x="934" y="1469"/>
                    <a:pt x="934" y="1502"/>
                    <a:pt x="901" y="1502"/>
                  </a:cubicBezTo>
                  <a:lnTo>
                    <a:pt x="834" y="1502"/>
                  </a:lnTo>
                  <a:cubicBezTo>
                    <a:pt x="834" y="1469"/>
                    <a:pt x="834" y="1469"/>
                    <a:pt x="834" y="1435"/>
                  </a:cubicBezTo>
                  <a:lnTo>
                    <a:pt x="834" y="1235"/>
                  </a:lnTo>
                  <a:cubicBezTo>
                    <a:pt x="834" y="1202"/>
                    <a:pt x="834" y="1168"/>
                    <a:pt x="834" y="1135"/>
                  </a:cubicBezTo>
                  <a:cubicBezTo>
                    <a:pt x="868" y="1102"/>
                    <a:pt x="868" y="1068"/>
                    <a:pt x="901" y="1068"/>
                  </a:cubicBezTo>
                  <a:close/>
                  <a:moveTo>
                    <a:pt x="968" y="835"/>
                  </a:moveTo>
                  <a:cubicBezTo>
                    <a:pt x="934" y="835"/>
                    <a:pt x="901" y="835"/>
                    <a:pt x="868" y="868"/>
                  </a:cubicBezTo>
                  <a:lnTo>
                    <a:pt x="901" y="868"/>
                  </a:lnTo>
                  <a:cubicBezTo>
                    <a:pt x="868" y="902"/>
                    <a:pt x="801" y="902"/>
                    <a:pt x="768" y="935"/>
                  </a:cubicBezTo>
                  <a:cubicBezTo>
                    <a:pt x="768" y="968"/>
                    <a:pt x="734" y="1002"/>
                    <a:pt x="701" y="1068"/>
                  </a:cubicBezTo>
                  <a:cubicBezTo>
                    <a:pt x="701" y="1102"/>
                    <a:pt x="668" y="1135"/>
                    <a:pt x="668" y="1168"/>
                  </a:cubicBezTo>
                  <a:lnTo>
                    <a:pt x="668" y="1302"/>
                  </a:lnTo>
                  <a:lnTo>
                    <a:pt x="668" y="1569"/>
                  </a:lnTo>
                  <a:cubicBezTo>
                    <a:pt x="668" y="1569"/>
                    <a:pt x="668" y="1602"/>
                    <a:pt x="668" y="1635"/>
                  </a:cubicBezTo>
                  <a:cubicBezTo>
                    <a:pt x="668" y="1669"/>
                    <a:pt x="701" y="1702"/>
                    <a:pt x="701" y="1735"/>
                  </a:cubicBezTo>
                  <a:lnTo>
                    <a:pt x="768" y="1735"/>
                  </a:lnTo>
                  <a:cubicBezTo>
                    <a:pt x="801" y="1735"/>
                    <a:pt x="834" y="1735"/>
                    <a:pt x="868" y="1702"/>
                  </a:cubicBezTo>
                  <a:cubicBezTo>
                    <a:pt x="901" y="1702"/>
                    <a:pt x="934" y="1669"/>
                    <a:pt x="968" y="1635"/>
                  </a:cubicBezTo>
                  <a:cubicBezTo>
                    <a:pt x="1001" y="1602"/>
                    <a:pt x="1035" y="1569"/>
                    <a:pt x="1035" y="1535"/>
                  </a:cubicBezTo>
                  <a:cubicBezTo>
                    <a:pt x="1068" y="1502"/>
                    <a:pt x="1068" y="1435"/>
                    <a:pt x="1101" y="1402"/>
                  </a:cubicBezTo>
                  <a:cubicBezTo>
                    <a:pt x="1101" y="1369"/>
                    <a:pt x="1101" y="1335"/>
                    <a:pt x="1101" y="1302"/>
                  </a:cubicBezTo>
                  <a:lnTo>
                    <a:pt x="1101" y="1168"/>
                  </a:lnTo>
                  <a:cubicBezTo>
                    <a:pt x="1101" y="1102"/>
                    <a:pt x="1101" y="1068"/>
                    <a:pt x="1101" y="1035"/>
                  </a:cubicBezTo>
                  <a:cubicBezTo>
                    <a:pt x="1101" y="1002"/>
                    <a:pt x="1101" y="968"/>
                    <a:pt x="1101" y="935"/>
                  </a:cubicBezTo>
                  <a:cubicBezTo>
                    <a:pt x="1068" y="902"/>
                    <a:pt x="1068" y="868"/>
                    <a:pt x="1035" y="868"/>
                  </a:cubicBezTo>
                  <a:cubicBezTo>
                    <a:pt x="1035" y="835"/>
                    <a:pt x="1001" y="835"/>
                    <a:pt x="968" y="835"/>
                  </a:cubicBezTo>
                  <a:close/>
                  <a:moveTo>
                    <a:pt x="968" y="1"/>
                  </a:moveTo>
                  <a:lnTo>
                    <a:pt x="901" y="68"/>
                  </a:lnTo>
                  <a:lnTo>
                    <a:pt x="868" y="68"/>
                  </a:lnTo>
                  <a:lnTo>
                    <a:pt x="834" y="134"/>
                  </a:lnTo>
                  <a:lnTo>
                    <a:pt x="67" y="2102"/>
                  </a:lnTo>
                  <a:cubicBezTo>
                    <a:pt x="67" y="2102"/>
                    <a:pt x="67" y="2102"/>
                    <a:pt x="67" y="2136"/>
                  </a:cubicBezTo>
                  <a:lnTo>
                    <a:pt x="101" y="2136"/>
                  </a:lnTo>
                  <a:lnTo>
                    <a:pt x="201" y="2069"/>
                  </a:lnTo>
                  <a:cubicBezTo>
                    <a:pt x="201" y="2069"/>
                    <a:pt x="234" y="2036"/>
                    <a:pt x="234" y="2036"/>
                  </a:cubicBezTo>
                  <a:lnTo>
                    <a:pt x="267" y="2002"/>
                  </a:lnTo>
                  <a:lnTo>
                    <a:pt x="1001" y="34"/>
                  </a:lnTo>
                  <a:cubicBezTo>
                    <a:pt x="1001" y="1"/>
                    <a:pt x="1001" y="1"/>
                    <a:pt x="100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2463;p64">
              <a:extLst>
                <a:ext uri="{FF2B5EF4-FFF2-40B4-BE49-F238E27FC236}">
                  <a16:creationId xmlns:a16="http://schemas.microsoft.com/office/drawing/2014/main" id="{8BBAE30C-DDA2-4A40-083A-FFA00A5F603A}"/>
                </a:ext>
              </a:extLst>
            </p:cNvPr>
            <p:cNvSpPr/>
            <p:nvPr/>
          </p:nvSpPr>
          <p:spPr>
            <a:xfrm>
              <a:off x="6281250" y="3223821"/>
              <a:ext cx="13341" cy="29756"/>
            </a:xfrm>
            <a:custGeom>
              <a:avLst/>
              <a:gdLst/>
              <a:ahLst/>
              <a:cxnLst/>
              <a:rect l="l" t="t" r="r" b="b"/>
              <a:pathLst>
                <a:path w="868" h="1936" extrusionOk="0">
                  <a:moveTo>
                    <a:pt x="801" y="0"/>
                  </a:moveTo>
                  <a:lnTo>
                    <a:pt x="100" y="401"/>
                  </a:lnTo>
                  <a:cubicBezTo>
                    <a:pt x="100" y="434"/>
                    <a:pt x="67" y="434"/>
                    <a:pt x="67" y="434"/>
                  </a:cubicBezTo>
                  <a:cubicBezTo>
                    <a:pt x="67" y="467"/>
                    <a:pt x="67" y="501"/>
                    <a:pt x="67" y="501"/>
                  </a:cubicBezTo>
                  <a:lnTo>
                    <a:pt x="67" y="668"/>
                  </a:lnTo>
                  <a:cubicBezTo>
                    <a:pt x="67" y="668"/>
                    <a:pt x="67" y="701"/>
                    <a:pt x="67" y="701"/>
                  </a:cubicBezTo>
                  <a:lnTo>
                    <a:pt x="100" y="701"/>
                  </a:lnTo>
                  <a:lnTo>
                    <a:pt x="534" y="467"/>
                  </a:lnTo>
                  <a:lnTo>
                    <a:pt x="300" y="934"/>
                  </a:lnTo>
                  <a:lnTo>
                    <a:pt x="267" y="968"/>
                  </a:lnTo>
                  <a:cubicBezTo>
                    <a:pt x="267" y="1001"/>
                    <a:pt x="267" y="1001"/>
                    <a:pt x="267" y="1035"/>
                  </a:cubicBezTo>
                  <a:lnTo>
                    <a:pt x="267" y="1201"/>
                  </a:lnTo>
                  <a:cubicBezTo>
                    <a:pt x="267" y="1201"/>
                    <a:pt x="267" y="1235"/>
                    <a:pt x="267" y="1235"/>
                  </a:cubicBezTo>
                  <a:lnTo>
                    <a:pt x="300" y="1235"/>
                  </a:lnTo>
                  <a:lnTo>
                    <a:pt x="434" y="1168"/>
                  </a:lnTo>
                  <a:cubicBezTo>
                    <a:pt x="467" y="1135"/>
                    <a:pt x="534" y="1135"/>
                    <a:pt x="600" y="1135"/>
                  </a:cubicBezTo>
                  <a:cubicBezTo>
                    <a:pt x="634" y="1135"/>
                    <a:pt x="634" y="1168"/>
                    <a:pt x="634" y="1235"/>
                  </a:cubicBezTo>
                  <a:cubicBezTo>
                    <a:pt x="634" y="1301"/>
                    <a:pt x="634" y="1368"/>
                    <a:pt x="600" y="1435"/>
                  </a:cubicBezTo>
                  <a:cubicBezTo>
                    <a:pt x="534" y="1502"/>
                    <a:pt x="500" y="1535"/>
                    <a:pt x="434" y="1568"/>
                  </a:cubicBezTo>
                  <a:lnTo>
                    <a:pt x="334" y="1635"/>
                  </a:lnTo>
                  <a:lnTo>
                    <a:pt x="267" y="1635"/>
                  </a:lnTo>
                  <a:cubicBezTo>
                    <a:pt x="267" y="1635"/>
                    <a:pt x="234" y="1602"/>
                    <a:pt x="234" y="1602"/>
                  </a:cubicBezTo>
                  <a:cubicBezTo>
                    <a:pt x="234" y="1602"/>
                    <a:pt x="234" y="1568"/>
                    <a:pt x="200" y="1568"/>
                  </a:cubicBezTo>
                  <a:lnTo>
                    <a:pt x="200" y="1535"/>
                  </a:lnTo>
                  <a:lnTo>
                    <a:pt x="167" y="1535"/>
                  </a:lnTo>
                  <a:lnTo>
                    <a:pt x="33" y="1602"/>
                  </a:lnTo>
                  <a:cubicBezTo>
                    <a:pt x="33" y="1602"/>
                    <a:pt x="33" y="1635"/>
                    <a:pt x="33" y="1635"/>
                  </a:cubicBezTo>
                  <a:cubicBezTo>
                    <a:pt x="0" y="1668"/>
                    <a:pt x="0" y="1668"/>
                    <a:pt x="33" y="1702"/>
                  </a:cubicBezTo>
                  <a:cubicBezTo>
                    <a:pt x="33" y="1735"/>
                    <a:pt x="33" y="1768"/>
                    <a:pt x="67" y="1835"/>
                  </a:cubicBezTo>
                  <a:cubicBezTo>
                    <a:pt x="67" y="1868"/>
                    <a:pt x="100" y="1902"/>
                    <a:pt x="133" y="1935"/>
                  </a:cubicBezTo>
                  <a:lnTo>
                    <a:pt x="267" y="1935"/>
                  </a:lnTo>
                  <a:cubicBezTo>
                    <a:pt x="334" y="1935"/>
                    <a:pt x="400" y="1902"/>
                    <a:pt x="434" y="1868"/>
                  </a:cubicBezTo>
                  <a:cubicBezTo>
                    <a:pt x="500" y="1835"/>
                    <a:pt x="567" y="1802"/>
                    <a:pt x="600" y="1735"/>
                  </a:cubicBezTo>
                  <a:cubicBezTo>
                    <a:pt x="667" y="1702"/>
                    <a:pt x="701" y="1635"/>
                    <a:pt x="734" y="1568"/>
                  </a:cubicBezTo>
                  <a:cubicBezTo>
                    <a:pt x="767" y="1502"/>
                    <a:pt x="801" y="1435"/>
                    <a:pt x="834" y="1368"/>
                  </a:cubicBezTo>
                  <a:cubicBezTo>
                    <a:pt x="834" y="1268"/>
                    <a:pt x="867" y="1201"/>
                    <a:pt x="867" y="1135"/>
                  </a:cubicBezTo>
                  <a:cubicBezTo>
                    <a:pt x="867" y="1068"/>
                    <a:pt x="867" y="1001"/>
                    <a:pt x="867" y="934"/>
                  </a:cubicBezTo>
                  <a:cubicBezTo>
                    <a:pt x="834" y="901"/>
                    <a:pt x="834" y="868"/>
                    <a:pt x="801" y="834"/>
                  </a:cubicBezTo>
                  <a:cubicBezTo>
                    <a:pt x="767" y="801"/>
                    <a:pt x="734" y="801"/>
                    <a:pt x="701" y="801"/>
                  </a:cubicBezTo>
                  <a:lnTo>
                    <a:pt x="567" y="801"/>
                  </a:lnTo>
                  <a:lnTo>
                    <a:pt x="801" y="301"/>
                  </a:lnTo>
                  <a:cubicBezTo>
                    <a:pt x="801" y="301"/>
                    <a:pt x="801" y="267"/>
                    <a:pt x="834" y="267"/>
                  </a:cubicBezTo>
                  <a:cubicBezTo>
                    <a:pt x="834" y="234"/>
                    <a:pt x="834" y="234"/>
                    <a:pt x="834" y="201"/>
                  </a:cubicBezTo>
                  <a:lnTo>
                    <a:pt x="834" y="34"/>
                  </a:lnTo>
                  <a:cubicBezTo>
                    <a:pt x="834" y="34"/>
                    <a:pt x="834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2464;p64">
              <a:extLst>
                <a:ext uri="{FF2B5EF4-FFF2-40B4-BE49-F238E27FC236}">
                  <a16:creationId xmlns:a16="http://schemas.microsoft.com/office/drawing/2014/main" id="{A1B5748F-599D-3E93-6C76-9FA2906FACD7}"/>
                </a:ext>
              </a:extLst>
            </p:cNvPr>
            <p:cNvSpPr/>
            <p:nvPr/>
          </p:nvSpPr>
          <p:spPr>
            <a:xfrm>
              <a:off x="6297142" y="3216643"/>
              <a:ext cx="12834" cy="27912"/>
            </a:xfrm>
            <a:custGeom>
              <a:avLst/>
              <a:gdLst/>
              <a:ahLst/>
              <a:cxnLst/>
              <a:rect l="l" t="t" r="r" b="b"/>
              <a:pathLst>
                <a:path w="835" h="1816" extrusionOk="0">
                  <a:moveTo>
                    <a:pt x="509" y="317"/>
                  </a:moveTo>
                  <a:cubicBezTo>
                    <a:pt x="534" y="317"/>
                    <a:pt x="551" y="334"/>
                    <a:pt x="567" y="367"/>
                  </a:cubicBezTo>
                  <a:cubicBezTo>
                    <a:pt x="601" y="434"/>
                    <a:pt x="634" y="501"/>
                    <a:pt x="634" y="601"/>
                  </a:cubicBezTo>
                  <a:lnTo>
                    <a:pt x="634" y="801"/>
                  </a:lnTo>
                  <a:lnTo>
                    <a:pt x="634" y="1001"/>
                  </a:lnTo>
                  <a:cubicBezTo>
                    <a:pt x="634" y="1101"/>
                    <a:pt x="601" y="1201"/>
                    <a:pt x="567" y="1268"/>
                  </a:cubicBezTo>
                  <a:cubicBezTo>
                    <a:pt x="534" y="1368"/>
                    <a:pt x="467" y="1435"/>
                    <a:pt x="400" y="1468"/>
                  </a:cubicBezTo>
                  <a:cubicBezTo>
                    <a:pt x="367" y="1485"/>
                    <a:pt x="342" y="1493"/>
                    <a:pt x="321" y="1493"/>
                  </a:cubicBezTo>
                  <a:cubicBezTo>
                    <a:pt x="300" y="1493"/>
                    <a:pt x="284" y="1485"/>
                    <a:pt x="267" y="1468"/>
                  </a:cubicBezTo>
                  <a:cubicBezTo>
                    <a:pt x="234" y="1401"/>
                    <a:pt x="200" y="1301"/>
                    <a:pt x="200" y="1235"/>
                  </a:cubicBezTo>
                  <a:cubicBezTo>
                    <a:pt x="200" y="1168"/>
                    <a:pt x="200" y="1101"/>
                    <a:pt x="200" y="1035"/>
                  </a:cubicBezTo>
                  <a:lnTo>
                    <a:pt x="200" y="834"/>
                  </a:lnTo>
                  <a:cubicBezTo>
                    <a:pt x="200" y="734"/>
                    <a:pt x="234" y="634"/>
                    <a:pt x="267" y="534"/>
                  </a:cubicBezTo>
                  <a:cubicBezTo>
                    <a:pt x="300" y="467"/>
                    <a:pt x="334" y="401"/>
                    <a:pt x="400" y="367"/>
                  </a:cubicBezTo>
                  <a:cubicBezTo>
                    <a:pt x="450" y="334"/>
                    <a:pt x="484" y="317"/>
                    <a:pt x="509" y="317"/>
                  </a:cubicBezTo>
                  <a:close/>
                  <a:moveTo>
                    <a:pt x="601" y="0"/>
                  </a:moveTo>
                  <a:cubicBezTo>
                    <a:pt x="534" y="0"/>
                    <a:pt x="467" y="34"/>
                    <a:pt x="400" y="67"/>
                  </a:cubicBezTo>
                  <a:cubicBezTo>
                    <a:pt x="267" y="134"/>
                    <a:pt x="167" y="267"/>
                    <a:pt x="100" y="434"/>
                  </a:cubicBezTo>
                  <a:cubicBezTo>
                    <a:pt x="67" y="501"/>
                    <a:pt x="33" y="601"/>
                    <a:pt x="33" y="668"/>
                  </a:cubicBezTo>
                  <a:cubicBezTo>
                    <a:pt x="0" y="768"/>
                    <a:pt x="0" y="868"/>
                    <a:pt x="0" y="934"/>
                  </a:cubicBezTo>
                  <a:lnTo>
                    <a:pt x="0" y="1168"/>
                  </a:lnTo>
                  <a:lnTo>
                    <a:pt x="0" y="1368"/>
                  </a:lnTo>
                  <a:cubicBezTo>
                    <a:pt x="0" y="1435"/>
                    <a:pt x="0" y="1502"/>
                    <a:pt x="33" y="1602"/>
                  </a:cubicBezTo>
                  <a:cubicBezTo>
                    <a:pt x="33" y="1668"/>
                    <a:pt x="67" y="1702"/>
                    <a:pt x="100" y="1768"/>
                  </a:cubicBezTo>
                  <a:cubicBezTo>
                    <a:pt x="124" y="1792"/>
                    <a:pt x="147" y="1816"/>
                    <a:pt x="183" y="1816"/>
                  </a:cubicBezTo>
                  <a:cubicBezTo>
                    <a:pt x="197" y="1816"/>
                    <a:pt x="214" y="1812"/>
                    <a:pt x="234" y="1802"/>
                  </a:cubicBezTo>
                  <a:cubicBezTo>
                    <a:pt x="300" y="1802"/>
                    <a:pt x="367" y="1802"/>
                    <a:pt x="400" y="1768"/>
                  </a:cubicBezTo>
                  <a:cubicBezTo>
                    <a:pt x="500" y="1702"/>
                    <a:pt x="534" y="1668"/>
                    <a:pt x="601" y="1602"/>
                  </a:cubicBezTo>
                  <a:cubicBezTo>
                    <a:pt x="667" y="1535"/>
                    <a:pt x="701" y="1468"/>
                    <a:pt x="734" y="1401"/>
                  </a:cubicBezTo>
                  <a:cubicBezTo>
                    <a:pt x="767" y="1301"/>
                    <a:pt x="767" y="1235"/>
                    <a:pt x="801" y="1135"/>
                  </a:cubicBezTo>
                  <a:cubicBezTo>
                    <a:pt x="801" y="1068"/>
                    <a:pt x="834" y="968"/>
                    <a:pt x="834" y="901"/>
                  </a:cubicBezTo>
                  <a:cubicBezTo>
                    <a:pt x="834" y="868"/>
                    <a:pt x="834" y="801"/>
                    <a:pt x="834" y="768"/>
                  </a:cubicBezTo>
                  <a:lnTo>
                    <a:pt x="834" y="568"/>
                  </a:lnTo>
                  <a:cubicBezTo>
                    <a:pt x="834" y="534"/>
                    <a:pt x="834" y="501"/>
                    <a:pt x="834" y="467"/>
                  </a:cubicBezTo>
                  <a:cubicBezTo>
                    <a:pt x="834" y="401"/>
                    <a:pt x="801" y="301"/>
                    <a:pt x="801" y="234"/>
                  </a:cubicBezTo>
                  <a:cubicBezTo>
                    <a:pt x="801" y="167"/>
                    <a:pt x="767" y="101"/>
                    <a:pt x="734" y="67"/>
                  </a:cubicBezTo>
                  <a:cubicBezTo>
                    <a:pt x="701" y="34"/>
                    <a:pt x="634" y="0"/>
                    <a:pt x="6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2465;p64">
              <a:extLst>
                <a:ext uri="{FF2B5EF4-FFF2-40B4-BE49-F238E27FC236}">
                  <a16:creationId xmlns:a16="http://schemas.microsoft.com/office/drawing/2014/main" id="{339C6978-F12D-298F-6A66-23D8F6B6DD40}"/>
                </a:ext>
              </a:extLst>
            </p:cNvPr>
            <p:cNvSpPr/>
            <p:nvPr/>
          </p:nvSpPr>
          <p:spPr>
            <a:xfrm>
              <a:off x="6312005" y="3204332"/>
              <a:ext cx="16938" cy="32830"/>
            </a:xfrm>
            <a:custGeom>
              <a:avLst/>
              <a:gdLst/>
              <a:ahLst/>
              <a:cxnLst/>
              <a:rect l="l" t="t" r="r" b="b"/>
              <a:pathLst>
                <a:path w="1102" h="2136" extrusionOk="0">
                  <a:moveTo>
                    <a:pt x="267" y="635"/>
                  </a:moveTo>
                  <a:cubicBezTo>
                    <a:pt x="301" y="635"/>
                    <a:pt x="301" y="668"/>
                    <a:pt x="301" y="701"/>
                  </a:cubicBezTo>
                  <a:lnTo>
                    <a:pt x="301" y="902"/>
                  </a:lnTo>
                  <a:lnTo>
                    <a:pt x="334" y="902"/>
                  </a:lnTo>
                  <a:cubicBezTo>
                    <a:pt x="301" y="935"/>
                    <a:pt x="301" y="968"/>
                    <a:pt x="267" y="1002"/>
                  </a:cubicBezTo>
                  <a:cubicBezTo>
                    <a:pt x="267" y="1035"/>
                    <a:pt x="234" y="1068"/>
                    <a:pt x="201" y="1068"/>
                  </a:cubicBezTo>
                  <a:lnTo>
                    <a:pt x="167" y="1068"/>
                  </a:lnTo>
                  <a:cubicBezTo>
                    <a:pt x="134" y="1035"/>
                    <a:pt x="134" y="1035"/>
                    <a:pt x="134" y="1002"/>
                  </a:cubicBezTo>
                  <a:lnTo>
                    <a:pt x="134" y="968"/>
                  </a:lnTo>
                  <a:lnTo>
                    <a:pt x="134" y="835"/>
                  </a:lnTo>
                  <a:lnTo>
                    <a:pt x="134" y="801"/>
                  </a:lnTo>
                  <a:cubicBezTo>
                    <a:pt x="134" y="768"/>
                    <a:pt x="134" y="735"/>
                    <a:pt x="167" y="701"/>
                  </a:cubicBezTo>
                  <a:cubicBezTo>
                    <a:pt x="167" y="668"/>
                    <a:pt x="201" y="635"/>
                    <a:pt x="201" y="635"/>
                  </a:cubicBezTo>
                  <a:close/>
                  <a:moveTo>
                    <a:pt x="334" y="401"/>
                  </a:moveTo>
                  <a:cubicBezTo>
                    <a:pt x="267" y="401"/>
                    <a:pt x="234" y="401"/>
                    <a:pt x="234" y="435"/>
                  </a:cubicBezTo>
                  <a:cubicBezTo>
                    <a:pt x="167" y="435"/>
                    <a:pt x="134" y="468"/>
                    <a:pt x="134" y="501"/>
                  </a:cubicBezTo>
                  <a:cubicBezTo>
                    <a:pt x="101" y="535"/>
                    <a:pt x="67" y="568"/>
                    <a:pt x="67" y="601"/>
                  </a:cubicBezTo>
                  <a:cubicBezTo>
                    <a:pt x="34" y="635"/>
                    <a:pt x="34" y="701"/>
                    <a:pt x="0" y="735"/>
                  </a:cubicBezTo>
                  <a:cubicBezTo>
                    <a:pt x="0" y="768"/>
                    <a:pt x="0" y="801"/>
                    <a:pt x="0" y="835"/>
                  </a:cubicBezTo>
                  <a:lnTo>
                    <a:pt x="0" y="968"/>
                  </a:lnTo>
                  <a:lnTo>
                    <a:pt x="0" y="1102"/>
                  </a:lnTo>
                  <a:cubicBezTo>
                    <a:pt x="0" y="1135"/>
                    <a:pt x="0" y="1168"/>
                    <a:pt x="0" y="1202"/>
                  </a:cubicBezTo>
                  <a:cubicBezTo>
                    <a:pt x="34" y="1235"/>
                    <a:pt x="34" y="1268"/>
                    <a:pt x="67" y="1268"/>
                  </a:cubicBezTo>
                  <a:cubicBezTo>
                    <a:pt x="67" y="1302"/>
                    <a:pt x="101" y="1302"/>
                    <a:pt x="134" y="1302"/>
                  </a:cubicBezTo>
                  <a:cubicBezTo>
                    <a:pt x="167" y="1302"/>
                    <a:pt x="201" y="1302"/>
                    <a:pt x="234" y="1268"/>
                  </a:cubicBezTo>
                  <a:cubicBezTo>
                    <a:pt x="267" y="1235"/>
                    <a:pt x="301" y="1235"/>
                    <a:pt x="334" y="1202"/>
                  </a:cubicBezTo>
                  <a:cubicBezTo>
                    <a:pt x="334" y="1168"/>
                    <a:pt x="367" y="1135"/>
                    <a:pt x="401" y="1068"/>
                  </a:cubicBezTo>
                  <a:cubicBezTo>
                    <a:pt x="401" y="1035"/>
                    <a:pt x="434" y="1002"/>
                    <a:pt x="434" y="968"/>
                  </a:cubicBezTo>
                  <a:lnTo>
                    <a:pt x="434" y="835"/>
                  </a:lnTo>
                  <a:lnTo>
                    <a:pt x="434" y="701"/>
                  </a:lnTo>
                  <a:lnTo>
                    <a:pt x="434" y="601"/>
                  </a:lnTo>
                  <a:cubicBezTo>
                    <a:pt x="434" y="568"/>
                    <a:pt x="434" y="535"/>
                    <a:pt x="434" y="501"/>
                  </a:cubicBezTo>
                  <a:cubicBezTo>
                    <a:pt x="434" y="468"/>
                    <a:pt x="401" y="435"/>
                    <a:pt x="401" y="435"/>
                  </a:cubicBezTo>
                  <a:cubicBezTo>
                    <a:pt x="367" y="401"/>
                    <a:pt x="334" y="401"/>
                    <a:pt x="334" y="401"/>
                  </a:cubicBezTo>
                  <a:close/>
                  <a:moveTo>
                    <a:pt x="968" y="1068"/>
                  </a:moveTo>
                  <a:cubicBezTo>
                    <a:pt x="968" y="1102"/>
                    <a:pt x="968" y="1102"/>
                    <a:pt x="968" y="1135"/>
                  </a:cubicBezTo>
                  <a:lnTo>
                    <a:pt x="968" y="1168"/>
                  </a:lnTo>
                  <a:lnTo>
                    <a:pt x="968" y="1302"/>
                  </a:lnTo>
                  <a:lnTo>
                    <a:pt x="968" y="1369"/>
                  </a:lnTo>
                  <a:cubicBezTo>
                    <a:pt x="968" y="1391"/>
                    <a:pt x="968" y="1413"/>
                    <a:pt x="968" y="1435"/>
                  </a:cubicBezTo>
                  <a:cubicBezTo>
                    <a:pt x="934" y="1469"/>
                    <a:pt x="934" y="1502"/>
                    <a:pt x="901" y="1502"/>
                  </a:cubicBezTo>
                  <a:lnTo>
                    <a:pt x="834" y="1502"/>
                  </a:lnTo>
                  <a:cubicBezTo>
                    <a:pt x="834" y="1469"/>
                    <a:pt x="834" y="1469"/>
                    <a:pt x="834" y="1435"/>
                  </a:cubicBezTo>
                  <a:lnTo>
                    <a:pt x="834" y="1235"/>
                  </a:lnTo>
                  <a:cubicBezTo>
                    <a:pt x="834" y="1202"/>
                    <a:pt x="834" y="1168"/>
                    <a:pt x="834" y="1135"/>
                  </a:cubicBezTo>
                  <a:cubicBezTo>
                    <a:pt x="868" y="1102"/>
                    <a:pt x="868" y="1068"/>
                    <a:pt x="901" y="1068"/>
                  </a:cubicBezTo>
                  <a:close/>
                  <a:moveTo>
                    <a:pt x="968" y="835"/>
                  </a:moveTo>
                  <a:cubicBezTo>
                    <a:pt x="934" y="835"/>
                    <a:pt x="901" y="835"/>
                    <a:pt x="868" y="868"/>
                  </a:cubicBezTo>
                  <a:lnTo>
                    <a:pt x="901" y="868"/>
                  </a:lnTo>
                  <a:cubicBezTo>
                    <a:pt x="868" y="902"/>
                    <a:pt x="801" y="902"/>
                    <a:pt x="768" y="935"/>
                  </a:cubicBezTo>
                  <a:cubicBezTo>
                    <a:pt x="768" y="968"/>
                    <a:pt x="734" y="1002"/>
                    <a:pt x="701" y="1068"/>
                  </a:cubicBezTo>
                  <a:cubicBezTo>
                    <a:pt x="701" y="1102"/>
                    <a:pt x="668" y="1135"/>
                    <a:pt x="668" y="1168"/>
                  </a:cubicBezTo>
                  <a:lnTo>
                    <a:pt x="668" y="1302"/>
                  </a:lnTo>
                  <a:lnTo>
                    <a:pt x="668" y="1569"/>
                  </a:lnTo>
                  <a:cubicBezTo>
                    <a:pt x="668" y="1569"/>
                    <a:pt x="668" y="1602"/>
                    <a:pt x="668" y="1635"/>
                  </a:cubicBezTo>
                  <a:cubicBezTo>
                    <a:pt x="668" y="1669"/>
                    <a:pt x="701" y="1702"/>
                    <a:pt x="701" y="1735"/>
                  </a:cubicBezTo>
                  <a:lnTo>
                    <a:pt x="768" y="1735"/>
                  </a:lnTo>
                  <a:cubicBezTo>
                    <a:pt x="801" y="1735"/>
                    <a:pt x="834" y="1735"/>
                    <a:pt x="868" y="1702"/>
                  </a:cubicBezTo>
                  <a:cubicBezTo>
                    <a:pt x="901" y="1702"/>
                    <a:pt x="934" y="1669"/>
                    <a:pt x="968" y="1635"/>
                  </a:cubicBezTo>
                  <a:cubicBezTo>
                    <a:pt x="1001" y="1602"/>
                    <a:pt x="1035" y="1569"/>
                    <a:pt x="1035" y="1535"/>
                  </a:cubicBezTo>
                  <a:cubicBezTo>
                    <a:pt x="1068" y="1502"/>
                    <a:pt x="1068" y="1435"/>
                    <a:pt x="1101" y="1402"/>
                  </a:cubicBezTo>
                  <a:cubicBezTo>
                    <a:pt x="1101" y="1369"/>
                    <a:pt x="1101" y="1335"/>
                    <a:pt x="1101" y="1302"/>
                  </a:cubicBezTo>
                  <a:lnTo>
                    <a:pt x="1101" y="1168"/>
                  </a:lnTo>
                  <a:cubicBezTo>
                    <a:pt x="1101" y="1102"/>
                    <a:pt x="1101" y="1068"/>
                    <a:pt x="1101" y="1035"/>
                  </a:cubicBezTo>
                  <a:cubicBezTo>
                    <a:pt x="1101" y="1002"/>
                    <a:pt x="1101" y="968"/>
                    <a:pt x="1101" y="935"/>
                  </a:cubicBezTo>
                  <a:cubicBezTo>
                    <a:pt x="1068" y="902"/>
                    <a:pt x="1068" y="868"/>
                    <a:pt x="1035" y="868"/>
                  </a:cubicBezTo>
                  <a:cubicBezTo>
                    <a:pt x="1035" y="835"/>
                    <a:pt x="1001" y="835"/>
                    <a:pt x="968" y="835"/>
                  </a:cubicBezTo>
                  <a:close/>
                  <a:moveTo>
                    <a:pt x="968" y="1"/>
                  </a:moveTo>
                  <a:lnTo>
                    <a:pt x="901" y="68"/>
                  </a:lnTo>
                  <a:lnTo>
                    <a:pt x="868" y="68"/>
                  </a:lnTo>
                  <a:lnTo>
                    <a:pt x="834" y="134"/>
                  </a:lnTo>
                  <a:lnTo>
                    <a:pt x="67" y="2102"/>
                  </a:lnTo>
                  <a:cubicBezTo>
                    <a:pt x="67" y="2102"/>
                    <a:pt x="67" y="2102"/>
                    <a:pt x="67" y="2136"/>
                  </a:cubicBezTo>
                  <a:lnTo>
                    <a:pt x="101" y="2136"/>
                  </a:lnTo>
                  <a:lnTo>
                    <a:pt x="201" y="2069"/>
                  </a:lnTo>
                  <a:cubicBezTo>
                    <a:pt x="201" y="2069"/>
                    <a:pt x="234" y="2036"/>
                    <a:pt x="234" y="2036"/>
                  </a:cubicBezTo>
                  <a:lnTo>
                    <a:pt x="267" y="2002"/>
                  </a:lnTo>
                  <a:lnTo>
                    <a:pt x="1001" y="34"/>
                  </a:lnTo>
                  <a:cubicBezTo>
                    <a:pt x="1001" y="1"/>
                    <a:pt x="1001" y="1"/>
                    <a:pt x="10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2466;p64">
              <a:extLst>
                <a:ext uri="{FF2B5EF4-FFF2-40B4-BE49-F238E27FC236}">
                  <a16:creationId xmlns:a16="http://schemas.microsoft.com/office/drawing/2014/main" id="{84892302-B377-A468-6F0E-CBEADF8112CD}"/>
                </a:ext>
              </a:extLst>
            </p:cNvPr>
            <p:cNvSpPr/>
            <p:nvPr/>
          </p:nvSpPr>
          <p:spPr>
            <a:xfrm>
              <a:off x="6586805" y="3086413"/>
              <a:ext cx="8223" cy="26682"/>
            </a:xfrm>
            <a:custGeom>
              <a:avLst/>
              <a:gdLst/>
              <a:ahLst/>
              <a:cxnLst/>
              <a:rect l="l" t="t" r="r" b="b"/>
              <a:pathLst>
                <a:path w="535" h="1736" extrusionOk="0">
                  <a:moveTo>
                    <a:pt x="501" y="1"/>
                  </a:moveTo>
                  <a:lnTo>
                    <a:pt x="368" y="67"/>
                  </a:lnTo>
                  <a:lnTo>
                    <a:pt x="334" y="101"/>
                  </a:lnTo>
                  <a:lnTo>
                    <a:pt x="334" y="134"/>
                  </a:lnTo>
                  <a:lnTo>
                    <a:pt x="1" y="735"/>
                  </a:lnTo>
                  <a:cubicBezTo>
                    <a:pt x="1" y="768"/>
                    <a:pt x="1" y="768"/>
                    <a:pt x="1" y="801"/>
                  </a:cubicBezTo>
                  <a:cubicBezTo>
                    <a:pt x="1" y="801"/>
                    <a:pt x="1" y="835"/>
                    <a:pt x="1" y="835"/>
                  </a:cubicBezTo>
                  <a:lnTo>
                    <a:pt x="68" y="968"/>
                  </a:lnTo>
                  <a:lnTo>
                    <a:pt x="101" y="968"/>
                  </a:lnTo>
                  <a:cubicBezTo>
                    <a:pt x="101" y="968"/>
                    <a:pt x="101" y="935"/>
                    <a:pt x="134" y="935"/>
                  </a:cubicBezTo>
                  <a:lnTo>
                    <a:pt x="334" y="534"/>
                  </a:lnTo>
                  <a:lnTo>
                    <a:pt x="334" y="1702"/>
                  </a:lnTo>
                  <a:cubicBezTo>
                    <a:pt x="334" y="1702"/>
                    <a:pt x="334" y="1735"/>
                    <a:pt x="334" y="1735"/>
                  </a:cubicBezTo>
                  <a:lnTo>
                    <a:pt x="368" y="1735"/>
                  </a:lnTo>
                  <a:lnTo>
                    <a:pt x="501" y="1669"/>
                  </a:lnTo>
                  <a:cubicBezTo>
                    <a:pt x="501" y="1669"/>
                    <a:pt x="501" y="1635"/>
                    <a:pt x="535" y="1635"/>
                  </a:cubicBezTo>
                  <a:cubicBezTo>
                    <a:pt x="535" y="1635"/>
                    <a:pt x="535" y="1602"/>
                    <a:pt x="535" y="1602"/>
                  </a:cubicBezTo>
                  <a:lnTo>
                    <a:pt x="535" y="34"/>
                  </a:lnTo>
                  <a:cubicBezTo>
                    <a:pt x="535" y="34"/>
                    <a:pt x="535" y="34"/>
                    <a:pt x="53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2467;p64">
              <a:extLst>
                <a:ext uri="{FF2B5EF4-FFF2-40B4-BE49-F238E27FC236}">
                  <a16:creationId xmlns:a16="http://schemas.microsoft.com/office/drawing/2014/main" id="{FA171936-0569-F5D8-ED1D-C9446CEBB70F}"/>
                </a:ext>
              </a:extLst>
            </p:cNvPr>
            <p:cNvSpPr/>
            <p:nvPr/>
          </p:nvSpPr>
          <p:spPr>
            <a:xfrm>
              <a:off x="6598087" y="3079758"/>
              <a:ext cx="12834" cy="27697"/>
            </a:xfrm>
            <a:custGeom>
              <a:avLst/>
              <a:gdLst/>
              <a:ahLst/>
              <a:cxnLst/>
              <a:rect l="l" t="t" r="r" b="b"/>
              <a:pathLst>
                <a:path w="835" h="1802" extrusionOk="0">
                  <a:moveTo>
                    <a:pt x="509" y="309"/>
                  </a:moveTo>
                  <a:cubicBezTo>
                    <a:pt x="534" y="309"/>
                    <a:pt x="551" y="317"/>
                    <a:pt x="568" y="334"/>
                  </a:cubicBezTo>
                  <a:cubicBezTo>
                    <a:pt x="601" y="434"/>
                    <a:pt x="635" y="500"/>
                    <a:pt x="635" y="567"/>
                  </a:cubicBezTo>
                  <a:lnTo>
                    <a:pt x="635" y="767"/>
                  </a:lnTo>
                  <a:lnTo>
                    <a:pt x="635" y="967"/>
                  </a:lnTo>
                  <a:cubicBezTo>
                    <a:pt x="601" y="1068"/>
                    <a:pt x="601" y="1168"/>
                    <a:pt x="568" y="1268"/>
                  </a:cubicBezTo>
                  <a:cubicBezTo>
                    <a:pt x="534" y="1334"/>
                    <a:pt x="501" y="1401"/>
                    <a:pt x="401" y="1434"/>
                  </a:cubicBezTo>
                  <a:cubicBezTo>
                    <a:pt x="368" y="1468"/>
                    <a:pt x="343" y="1484"/>
                    <a:pt x="322" y="1484"/>
                  </a:cubicBezTo>
                  <a:cubicBezTo>
                    <a:pt x="301" y="1484"/>
                    <a:pt x="284" y="1468"/>
                    <a:pt x="268" y="1434"/>
                  </a:cubicBezTo>
                  <a:cubicBezTo>
                    <a:pt x="234" y="1368"/>
                    <a:pt x="201" y="1301"/>
                    <a:pt x="201" y="1201"/>
                  </a:cubicBezTo>
                  <a:lnTo>
                    <a:pt x="201" y="1001"/>
                  </a:lnTo>
                  <a:lnTo>
                    <a:pt x="201" y="801"/>
                  </a:lnTo>
                  <a:cubicBezTo>
                    <a:pt x="201" y="734"/>
                    <a:pt x="234" y="634"/>
                    <a:pt x="268" y="534"/>
                  </a:cubicBezTo>
                  <a:cubicBezTo>
                    <a:pt x="301" y="434"/>
                    <a:pt x="334" y="400"/>
                    <a:pt x="401" y="334"/>
                  </a:cubicBezTo>
                  <a:cubicBezTo>
                    <a:pt x="451" y="317"/>
                    <a:pt x="484" y="309"/>
                    <a:pt x="509" y="309"/>
                  </a:cubicBezTo>
                  <a:close/>
                  <a:moveTo>
                    <a:pt x="601" y="0"/>
                  </a:moveTo>
                  <a:cubicBezTo>
                    <a:pt x="534" y="0"/>
                    <a:pt x="468" y="0"/>
                    <a:pt x="401" y="67"/>
                  </a:cubicBezTo>
                  <a:cubicBezTo>
                    <a:pt x="334" y="100"/>
                    <a:pt x="268" y="134"/>
                    <a:pt x="234" y="200"/>
                  </a:cubicBezTo>
                  <a:cubicBezTo>
                    <a:pt x="168" y="267"/>
                    <a:pt x="134" y="334"/>
                    <a:pt x="101" y="434"/>
                  </a:cubicBezTo>
                  <a:cubicBezTo>
                    <a:pt x="67" y="500"/>
                    <a:pt x="34" y="567"/>
                    <a:pt x="34" y="667"/>
                  </a:cubicBezTo>
                  <a:cubicBezTo>
                    <a:pt x="1" y="767"/>
                    <a:pt x="1" y="834"/>
                    <a:pt x="1" y="934"/>
                  </a:cubicBezTo>
                  <a:lnTo>
                    <a:pt x="1" y="1134"/>
                  </a:lnTo>
                  <a:lnTo>
                    <a:pt x="1" y="1334"/>
                  </a:lnTo>
                  <a:cubicBezTo>
                    <a:pt x="1" y="1434"/>
                    <a:pt x="1" y="1501"/>
                    <a:pt x="34" y="1568"/>
                  </a:cubicBezTo>
                  <a:cubicBezTo>
                    <a:pt x="34" y="1635"/>
                    <a:pt x="67" y="1701"/>
                    <a:pt x="101" y="1735"/>
                  </a:cubicBezTo>
                  <a:cubicBezTo>
                    <a:pt x="134" y="1768"/>
                    <a:pt x="168" y="1801"/>
                    <a:pt x="234" y="1801"/>
                  </a:cubicBezTo>
                  <a:cubicBezTo>
                    <a:pt x="301" y="1801"/>
                    <a:pt x="368" y="1768"/>
                    <a:pt x="401" y="1735"/>
                  </a:cubicBezTo>
                  <a:cubicBezTo>
                    <a:pt x="501" y="1701"/>
                    <a:pt x="534" y="1635"/>
                    <a:pt x="601" y="1568"/>
                  </a:cubicBezTo>
                  <a:cubicBezTo>
                    <a:pt x="668" y="1535"/>
                    <a:pt x="701" y="1468"/>
                    <a:pt x="735" y="1368"/>
                  </a:cubicBezTo>
                  <a:cubicBezTo>
                    <a:pt x="768" y="1301"/>
                    <a:pt x="768" y="1234"/>
                    <a:pt x="801" y="1134"/>
                  </a:cubicBezTo>
                  <a:cubicBezTo>
                    <a:pt x="801" y="1034"/>
                    <a:pt x="835" y="967"/>
                    <a:pt x="835" y="867"/>
                  </a:cubicBezTo>
                  <a:lnTo>
                    <a:pt x="835" y="467"/>
                  </a:lnTo>
                  <a:cubicBezTo>
                    <a:pt x="835" y="367"/>
                    <a:pt x="801" y="300"/>
                    <a:pt x="801" y="200"/>
                  </a:cubicBezTo>
                  <a:cubicBezTo>
                    <a:pt x="801" y="167"/>
                    <a:pt x="768" y="100"/>
                    <a:pt x="735" y="67"/>
                  </a:cubicBezTo>
                  <a:cubicBezTo>
                    <a:pt x="701" y="0"/>
                    <a:pt x="635" y="0"/>
                    <a:pt x="60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2468;p64">
              <a:extLst>
                <a:ext uri="{FF2B5EF4-FFF2-40B4-BE49-F238E27FC236}">
                  <a16:creationId xmlns:a16="http://schemas.microsoft.com/office/drawing/2014/main" id="{80435131-33F5-26F1-1DAF-801ADC601C55}"/>
                </a:ext>
              </a:extLst>
            </p:cNvPr>
            <p:cNvSpPr/>
            <p:nvPr/>
          </p:nvSpPr>
          <p:spPr>
            <a:xfrm>
              <a:off x="6613472" y="3066939"/>
              <a:ext cx="16938" cy="32830"/>
            </a:xfrm>
            <a:custGeom>
              <a:avLst/>
              <a:gdLst/>
              <a:ahLst/>
              <a:cxnLst/>
              <a:rect l="l" t="t" r="r" b="b"/>
              <a:pathLst>
                <a:path w="1102" h="2136" extrusionOk="0">
                  <a:moveTo>
                    <a:pt x="267" y="634"/>
                  </a:moveTo>
                  <a:cubicBezTo>
                    <a:pt x="267" y="667"/>
                    <a:pt x="267" y="701"/>
                    <a:pt x="301" y="701"/>
                  </a:cubicBezTo>
                  <a:lnTo>
                    <a:pt x="301" y="934"/>
                  </a:lnTo>
                  <a:cubicBezTo>
                    <a:pt x="267" y="968"/>
                    <a:pt x="267" y="1001"/>
                    <a:pt x="267" y="1034"/>
                  </a:cubicBezTo>
                  <a:cubicBezTo>
                    <a:pt x="234" y="1034"/>
                    <a:pt x="234" y="1068"/>
                    <a:pt x="201" y="1101"/>
                  </a:cubicBezTo>
                  <a:lnTo>
                    <a:pt x="134" y="1101"/>
                  </a:lnTo>
                  <a:cubicBezTo>
                    <a:pt x="134" y="1068"/>
                    <a:pt x="134" y="1034"/>
                    <a:pt x="134" y="1001"/>
                  </a:cubicBezTo>
                  <a:cubicBezTo>
                    <a:pt x="134" y="1001"/>
                    <a:pt x="134" y="1001"/>
                    <a:pt x="134" y="968"/>
                  </a:cubicBezTo>
                  <a:lnTo>
                    <a:pt x="134" y="834"/>
                  </a:lnTo>
                  <a:cubicBezTo>
                    <a:pt x="134" y="834"/>
                    <a:pt x="134" y="801"/>
                    <a:pt x="134" y="801"/>
                  </a:cubicBezTo>
                  <a:cubicBezTo>
                    <a:pt x="134" y="767"/>
                    <a:pt x="134" y="734"/>
                    <a:pt x="134" y="701"/>
                  </a:cubicBezTo>
                  <a:cubicBezTo>
                    <a:pt x="167" y="667"/>
                    <a:pt x="167" y="667"/>
                    <a:pt x="201" y="634"/>
                  </a:cubicBezTo>
                  <a:close/>
                  <a:moveTo>
                    <a:pt x="301" y="400"/>
                  </a:moveTo>
                  <a:cubicBezTo>
                    <a:pt x="267" y="400"/>
                    <a:pt x="234" y="434"/>
                    <a:pt x="201" y="434"/>
                  </a:cubicBezTo>
                  <a:cubicBezTo>
                    <a:pt x="167" y="467"/>
                    <a:pt x="134" y="501"/>
                    <a:pt x="134" y="534"/>
                  </a:cubicBezTo>
                  <a:cubicBezTo>
                    <a:pt x="101" y="567"/>
                    <a:pt x="67" y="601"/>
                    <a:pt x="34" y="634"/>
                  </a:cubicBezTo>
                  <a:cubicBezTo>
                    <a:pt x="0" y="701"/>
                    <a:pt x="0" y="767"/>
                    <a:pt x="0" y="867"/>
                  </a:cubicBezTo>
                  <a:lnTo>
                    <a:pt x="0" y="1001"/>
                  </a:lnTo>
                  <a:cubicBezTo>
                    <a:pt x="0" y="1034"/>
                    <a:pt x="0" y="1068"/>
                    <a:pt x="0" y="1134"/>
                  </a:cubicBezTo>
                  <a:cubicBezTo>
                    <a:pt x="0" y="1168"/>
                    <a:pt x="0" y="1201"/>
                    <a:pt x="0" y="1234"/>
                  </a:cubicBezTo>
                  <a:cubicBezTo>
                    <a:pt x="0" y="1234"/>
                    <a:pt x="0" y="1268"/>
                    <a:pt x="34" y="1301"/>
                  </a:cubicBezTo>
                  <a:cubicBezTo>
                    <a:pt x="67" y="1301"/>
                    <a:pt x="67" y="1334"/>
                    <a:pt x="101" y="1334"/>
                  </a:cubicBezTo>
                  <a:cubicBezTo>
                    <a:pt x="134" y="1301"/>
                    <a:pt x="167" y="1301"/>
                    <a:pt x="201" y="1301"/>
                  </a:cubicBezTo>
                  <a:cubicBezTo>
                    <a:pt x="234" y="1268"/>
                    <a:pt x="267" y="1234"/>
                    <a:pt x="301" y="1201"/>
                  </a:cubicBezTo>
                  <a:cubicBezTo>
                    <a:pt x="334" y="1168"/>
                    <a:pt x="334" y="1134"/>
                    <a:pt x="367" y="1101"/>
                  </a:cubicBezTo>
                  <a:cubicBezTo>
                    <a:pt x="401" y="1068"/>
                    <a:pt x="401" y="1034"/>
                    <a:pt x="401" y="968"/>
                  </a:cubicBezTo>
                  <a:lnTo>
                    <a:pt x="401" y="867"/>
                  </a:lnTo>
                  <a:lnTo>
                    <a:pt x="401" y="734"/>
                  </a:lnTo>
                  <a:lnTo>
                    <a:pt x="401" y="601"/>
                  </a:lnTo>
                  <a:cubicBezTo>
                    <a:pt x="434" y="567"/>
                    <a:pt x="434" y="534"/>
                    <a:pt x="401" y="501"/>
                  </a:cubicBezTo>
                  <a:cubicBezTo>
                    <a:pt x="401" y="467"/>
                    <a:pt x="401" y="467"/>
                    <a:pt x="367" y="434"/>
                  </a:cubicBezTo>
                  <a:cubicBezTo>
                    <a:pt x="334" y="434"/>
                    <a:pt x="334" y="400"/>
                    <a:pt x="301" y="400"/>
                  </a:cubicBezTo>
                  <a:close/>
                  <a:moveTo>
                    <a:pt x="934" y="1068"/>
                  </a:moveTo>
                  <a:cubicBezTo>
                    <a:pt x="934" y="1101"/>
                    <a:pt x="934" y="1134"/>
                    <a:pt x="934" y="1201"/>
                  </a:cubicBezTo>
                  <a:lnTo>
                    <a:pt x="934" y="1334"/>
                  </a:lnTo>
                  <a:cubicBezTo>
                    <a:pt x="934" y="1334"/>
                    <a:pt x="934" y="1368"/>
                    <a:pt x="934" y="1368"/>
                  </a:cubicBezTo>
                  <a:cubicBezTo>
                    <a:pt x="934" y="1401"/>
                    <a:pt x="934" y="1435"/>
                    <a:pt x="934" y="1468"/>
                  </a:cubicBezTo>
                  <a:cubicBezTo>
                    <a:pt x="934" y="1468"/>
                    <a:pt x="901" y="1501"/>
                    <a:pt x="868" y="1535"/>
                  </a:cubicBezTo>
                  <a:lnTo>
                    <a:pt x="834" y="1535"/>
                  </a:lnTo>
                  <a:cubicBezTo>
                    <a:pt x="801" y="1468"/>
                    <a:pt x="801" y="1435"/>
                    <a:pt x="801" y="1401"/>
                  </a:cubicBezTo>
                  <a:lnTo>
                    <a:pt x="801" y="1268"/>
                  </a:lnTo>
                  <a:cubicBezTo>
                    <a:pt x="801" y="1268"/>
                    <a:pt x="801" y="1234"/>
                    <a:pt x="801" y="1234"/>
                  </a:cubicBezTo>
                  <a:cubicBezTo>
                    <a:pt x="801" y="1201"/>
                    <a:pt x="801" y="1168"/>
                    <a:pt x="801" y="1134"/>
                  </a:cubicBezTo>
                  <a:cubicBezTo>
                    <a:pt x="801" y="1101"/>
                    <a:pt x="834" y="1101"/>
                    <a:pt x="868" y="1068"/>
                  </a:cubicBezTo>
                  <a:close/>
                  <a:moveTo>
                    <a:pt x="968" y="867"/>
                  </a:moveTo>
                  <a:cubicBezTo>
                    <a:pt x="934" y="867"/>
                    <a:pt x="901" y="867"/>
                    <a:pt x="868" y="901"/>
                  </a:cubicBezTo>
                  <a:cubicBezTo>
                    <a:pt x="834" y="901"/>
                    <a:pt x="801" y="934"/>
                    <a:pt x="768" y="968"/>
                  </a:cubicBezTo>
                  <a:cubicBezTo>
                    <a:pt x="734" y="1001"/>
                    <a:pt x="701" y="1034"/>
                    <a:pt x="701" y="1068"/>
                  </a:cubicBezTo>
                  <a:cubicBezTo>
                    <a:pt x="668" y="1101"/>
                    <a:pt x="668" y="1134"/>
                    <a:pt x="668" y="1201"/>
                  </a:cubicBezTo>
                  <a:cubicBezTo>
                    <a:pt x="668" y="1234"/>
                    <a:pt x="668" y="1268"/>
                    <a:pt x="668" y="1301"/>
                  </a:cubicBezTo>
                  <a:lnTo>
                    <a:pt x="668" y="1568"/>
                  </a:lnTo>
                  <a:cubicBezTo>
                    <a:pt x="634" y="1601"/>
                    <a:pt x="634" y="1635"/>
                    <a:pt x="668" y="1668"/>
                  </a:cubicBezTo>
                  <a:cubicBezTo>
                    <a:pt x="668" y="1701"/>
                    <a:pt x="668" y="1701"/>
                    <a:pt x="701" y="1735"/>
                  </a:cubicBezTo>
                  <a:cubicBezTo>
                    <a:pt x="701" y="1768"/>
                    <a:pt x="734" y="1768"/>
                    <a:pt x="768" y="1768"/>
                  </a:cubicBezTo>
                  <a:cubicBezTo>
                    <a:pt x="801" y="1768"/>
                    <a:pt x="834" y="1735"/>
                    <a:pt x="868" y="1735"/>
                  </a:cubicBezTo>
                  <a:cubicBezTo>
                    <a:pt x="901" y="1701"/>
                    <a:pt x="934" y="1668"/>
                    <a:pt x="968" y="1635"/>
                  </a:cubicBezTo>
                  <a:cubicBezTo>
                    <a:pt x="1001" y="1601"/>
                    <a:pt x="1001" y="1568"/>
                    <a:pt x="1035" y="1535"/>
                  </a:cubicBezTo>
                  <a:cubicBezTo>
                    <a:pt x="1035" y="1501"/>
                    <a:pt x="1068" y="1468"/>
                    <a:pt x="1068" y="1435"/>
                  </a:cubicBezTo>
                  <a:cubicBezTo>
                    <a:pt x="1068" y="1401"/>
                    <a:pt x="1101" y="1334"/>
                    <a:pt x="1101" y="1301"/>
                  </a:cubicBezTo>
                  <a:lnTo>
                    <a:pt x="1101" y="1034"/>
                  </a:lnTo>
                  <a:cubicBezTo>
                    <a:pt x="1101" y="1001"/>
                    <a:pt x="1068" y="968"/>
                    <a:pt x="1068" y="968"/>
                  </a:cubicBezTo>
                  <a:cubicBezTo>
                    <a:pt x="1068" y="934"/>
                    <a:pt x="1068" y="901"/>
                    <a:pt x="1035" y="867"/>
                  </a:cubicBezTo>
                  <a:close/>
                  <a:moveTo>
                    <a:pt x="968" y="0"/>
                  </a:moveTo>
                  <a:lnTo>
                    <a:pt x="868" y="67"/>
                  </a:lnTo>
                  <a:cubicBezTo>
                    <a:pt x="868" y="67"/>
                    <a:pt x="834" y="67"/>
                    <a:pt x="834" y="100"/>
                  </a:cubicBezTo>
                  <a:lnTo>
                    <a:pt x="801" y="134"/>
                  </a:lnTo>
                  <a:lnTo>
                    <a:pt x="67" y="2102"/>
                  </a:lnTo>
                  <a:cubicBezTo>
                    <a:pt x="67" y="2135"/>
                    <a:pt x="67" y="2135"/>
                    <a:pt x="67" y="2135"/>
                  </a:cubicBezTo>
                  <a:lnTo>
                    <a:pt x="101" y="2135"/>
                  </a:lnTo>
                  <a:lnTo>
                    <a:pt x="201" y="2102"/>
                  </a:lnTo>
                  <a:lnTo>
                    <a:pt x="234" y="2068"/>
                  </a:lnTo>
                  <a:lnTo>
                    <a:pt x="234" y="2035"/>
                  </a:lnTo>
                  <a:lnTo>
                    <a:pt x="1001" y="34"/>
                  </a:lnTo>
                  <a:cubicBezTo>
                    <a:pt x="1001" y="34"/>
                    <a:pt x="1001" y="34"/>
                    <a:pt x="100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2469;p64">
              <a:extLst>
                <a:ext uri="{FF2B5EF4-FFF2-40B4-BE49-F238E27FC236}">
                  <a16:creationId xmlns:a16="http://schemas.microsoft.com/office/drawing/2014/main" id="{A54A5DBC-B510-AFBB-9290-1F094BFF2D72}"/>
                </a:ext>
              </a:extLst>
            </p:cNvPr>
            <p:cNvSpPr/>
            <p:nvPr/>
          </p:nvSpPr>
          <p:spPr>
            <a:xfrm>
              <a:off x="6586805" y="3086413"/>
              <a:ext cx="8223" cy="26682"/>
            </a:xfrm>
            <a:custGeom>
              <a:avLst/>
              <a:gdLst/>
              <a:ahLst/>
              <a:cxnLst/>
              <a:rect l="l" t="t" r="r" b="b"/>
              <a:pathLst>
                <a:path w="535" h="1736" extrusionOk="0">
                  <a:moveTo>
                    <a:pt x="501" y="1"/>
                  </a:moveTo>
                  <a:lnTo>
                    <a:pt x="368" y="67"/>
                  </a:lnTo>
                  <a:lnTo>
                    <a:pt x="334" y="101"/>
                  </a:lnTo>
                  <a:lnTo>
                    <a:pt x="334" y="134"/>
                  </a:lnTo>
                  <a:lnTo>
                    <a:pt x="1" y="735"/>
                  </a:lnTo>
                  <a:cubicBezTo>
                    <a:pt x="1" y="768"/>
                    <a:pt x="1" y="768"/>
                    <a:pt x="1" y="801"/>
                  </a:cubicBezTo>
                  <a:cubicBezTo>
                    <a:pt x="1" y="801"/>
                    <a:pt x="1" y="835"/>
                    <a:pt x="1" y="835"/>
                  </a:cubicBezTo>
                  <a:lnTo>
                    <a:pt x="68" y="968"/>
                  </a:lnTo>
                  <a:lnTo>
                    <a:pt x="101" y="968"/>
                  </a:lnTo>
                  <a:cubicBezTo>
                    <a:pt x="101" y="968"/>
                    <a:pt x="101" y="935"/>
                    <a:pt x="134" y="935"/>
                  </a:cubicBezTo>
                  <a:lnTo>
                    <a:pt x="334" y="534"/>
                  </a:lnTo>
                  <a:lnTo>
                    <a:pt x="334" y="1702"/>
                  </a:lnTo>
                  <a:cubicBezTo>
                    <a:pt x="334" y="1702"/>
                    <a:pt x="334" y="1735"/>
                    <a:pt x="334" y="1735"/>
                  </a:cubicBezTo>
                  <a:lnTo>
                    <a:pt x="368" y="1735"/>
                  </a:lnTo>
                  <a:lnTo>
                    <a:pt x="501" y="1669"/>
                  </a:lnTo>
                  <a:cubicBezTo>
                    <a:pt x="501" y="1669"/>
                    <a:pt x="501" y="1635"/>
                    <a:pt x="535" y="1635"/>
                  </a:cubicBezTo>
                  <a:cubicBezTo>
                    <a:pt x="535" y="1635"/>
                    <a:pt x="535" y="1602"/>
                    <a:pt x="535" y="1602"/>
                  </a:cubicBezTo>
                  <a:lnTo>
                    <a:pt x="535" y="34"/>
                  </a:lnTo>
                  <a:cubicBezTo>
                    <a:pt x="535" y="34"/>
                    <a:pt x="535" y="34"/>
                    <a:pt x="5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2470;p64">
              <a:extLst>
                <a:ext uri="{FF2B5EF4-FFF2-40B4-BE49-F238E27FC236}">
                  <a16:creationId xmlns:a16="http://schemas.microsoft.com/office/drawing/2014/main" id="{6CDA37EE-6C69-1985-444A-DE8B7123733C}"/>
                </a:ext>
              </a:extLst>
            </p:cNvPr>
            <p:cNvSpPr/>
            <p:nvPr/>
          </p:nvSpPr>
          <p:spPr>
            <a:xfrm>
              <a:off x="6598087" y="3079758"/>
              <a:ext cx="12834" cy="27697"/>
            </a:xfrm>
            <a:custGeom>
              <a:avLst/>
              <a:gdLst/>
              <a:ahLst/>
              <a:cxnLst/>
              <a:rect l="l" t="t" r="r" b="b"/>
              <a:pathLst>
                <a:path w="835" h="1802" extrusionOk="0">
                  <a:moveTo>
                    <a:pt x="509" y="309"/>
                  </a:moveTo>
                  <a:cubicBezTo>
                    <a:pt x="534" y="309"/>
                    <a:pt x="551" y="317"/>
                    <a:pt x="568" y="334"/>
                  </a:cubicBezTo>
                  <a:cubicBezTo>
                    <a:pt x="601" y="434"/>
                    <a:pt x="635" y="500"/>
                    <a:pt x="635" y="567"/>
                  </a:cubicBezTo>
                  <a:lnTo>
                    <a:pt x="635" y="767"/>
                  </a:lnTo>
                  <a:lnTo>
                    <a:pt x="635" y="967"/>
                  </a:lnTo>
                  <a:cubicBezTo>
                    <a:pt x="601" y="1068"/>
                    <a:pt x="601" y="1168"/>
                    <a:pt x="568" y="1268"/>
                  </a:cubicBezTo>
                  <a:cubicBezTo>
                    <a:pt x="534" y="1334"/>
                    <a:pt x="501" y="1401"/>
                    <a:pt x="401" y="1434"/>
                  </a:cubicBezTo>
                  <a:cubicBezTo>
                    <a:pt x="368" y="1468"/>
                    <a:pt x="343" y="1484"/>
                    <a:pt x="322" y="1484"/>
                  </a:cubicBezTo>
                  <a:cubicBezTo>
                    <a:pt x="301" y="1484"/>
                    <a:pt x="284" y="1468"/>
                    <a:pt x="268" y="1434"/>
                  </a:cubicBezTo>
                  <a:cubicBezTo>
                    <a:pt x="234" y="1368"/>
                    <a:pt x="201" y="1301"/>
                    <a:pt x="201" y="1201"/>
                  </a:cubicBezTo>
                  <a:lnTo>
                    <a:pt x="201" y="1001"/>
                  </a:lnTo>
                  <a:lnTo>
                    <a:pt x="201" y="801"/>
                  </a:lnTo>
                  <a:cubicBezTo>
                    <a:pt x="201" y="734"/>
                    <a:pt x="234" y="634"/>
                    <a:pt x="268" y="534"/>
                  </a:cubicBezTo>
                  <a:cubicBezTo>
                    <a:pt x="301" y="434"/>
                    <a:pt x="334" y="400"/>
                    <a:pt x="401" y="334"/>
                  </a:cubicBezTo>
                  <a:cubicBezTo>
                    <a:pt x="451" y="317"/>
                    <a:pt x="484" y="309"/>
                    <a:pt x="509" y="309"/>
                  </a:cubicBezTo>
                  <a:close/>
                  <a:moveTo>
                    <a:pt x="601" y="0"/>
                  </a:moveTo>
                  <a:cubicBezTo>
                    <a:pt x="534" y="0"/>
                    <a:pt x="468" y="0"/>
                    <a:pt x="401" y="67"/>
                  </a:cubicBezTo>
                  <a:cubicBezTo>
                    <a:pt x="334" y="100"/>
                    <a:pt x="268" y="134"/>
                    <a:pt x="234" y="200"/>
                  </a:cubicBezTo>
                  <a:cubicBezTo>
                    <a:pt x="168" y="267"/>
                    <a:pt x="134" y="334"/>
                    <a:pt x="101" y="434"/>
                  </a:cubicBezTo>
                  <a:cubicBezTo>
                    <a:pt x="67" y="500"/>
                    <a:pt x="34" y="567"/>
                    <a:pt x="34" y="667"/>
                  </a:cubicBezTo>
                  <a:cubicBezTo>
                    <a:pt x="1" y="767"/>
                    <a:pt x="1" y="834"/>
                    <a:pt x="1" y="934"/>
                  </a:cubicBezTo>
                  <a:lnTo>
                    <a:pt x="1" y="1134"/>
                  </a:lnTo>
                  <a:lnTo>
                    <a:pt x="1" y="1334"/>
                  </a:lnTo>
                  <a:cubicBezTo>
                    <a:pt x="1" y="1434"/>
                    <a:pt x="1" y="1501"/>
                    <a:pt x="34" y="1568"/>
                  </a:cubicBezTo>
                  <a:cubicBezTo>
                    <a:pt x="34" y="1635"/>
                    <a:pt x="67" y="1701"/>
                    <a:pt x="101" y="1735"/>
                  </a:cubicBezTo>
                  <a:cubicBezTo>
                    <a:pt x="134" y="1768"/>
                    <a:pt x="168" y="1801"/>
                    <a:pt x="234" y="1801"/>
                  </a:cubicBezTo>
                  <a:cubicBezTo>
                    <a:pt x="301" y="1801"/>
                    <a:pt x="368" y="1768"/>
                    <a:pt x="401" y="1735"/>
                  </a:cubicBezTo>
                  <a:cubicBezTo>
                    <a:pt x="501" y="1701"/>
                    <a:pt x="534" y="1635"/>
                    <a:pt x="601" y="1568"/>
                  </a:cubicBezTo>
                  <a:cubicBezTo>
                    <a:pt x="668" y="1535"/>
                    <a:pt x="701" y="1468"/>
                    <a:pt x="735" y="1368"/>
                  </a:cubicBezTo>
                  <a:cubicBezTo>
                    <a:pt x="768" y="1301"/>
                    <a:pt x="768" y="1234"/>
                    <a:pt x="801" y="1134"/>
                  </a:cubicBezTo>
                  <a:cubicBezTo>
                    <a:pt x="801" y="1034"/>
                    <a:pt x="835" y="967"/>
                    <a:pt x="835" y="867"/>
                  </a:cubicBezTo>
                  <a:lnTo>
                    <a:pt x="835" y="467"/>
                  </a:lnTo>
                  <a:cubicBezTo>
                    <a:pt x="835" y="367"/>
                    <a:pt x="801" y="300"/>
                    <a:pt x="801" y="200"/>
                  </a:cubicBezTo>
                  <a:cubicBezTo>
                    <a:pt x="801" y="167"/>
                    <a:pt x="768" y="100"/>
                    <a:pt x="735" y="67"/>
                  </a:cubicBezTo>
                  <a:cubicBezTo>
                    <a:pt x="701" y="0"/>
                    <a:pt x="635" y="0"/>
                    <a:pt x="6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2471;p64">
              <a:extLst>
                <a:ext uri="{FF2B5EF4-FFF2-40B4-BE49-F238E27FC236}">
                  <a16:creationId xmlns:a16="http://schemas.microsoft.com/office/drawing/2014/main" id="{8C2D166B-3B5E-FFB7-1C47-DF5598D112C7}"/>
                </a:ext>
              </a:extLst>
            </p:cNvPr>
            <p:cNvSpPr/>
            <p:nvPr/>
          </p:nvSpPr>
          <p:spPr>
            <a:xfrm>
              <a:off x="6613472" y="3066939"/>
              <a:ext cx="16938" cy="32830"/>
            </a:xfrm>
            <a:custGeom>
              <a:avLst/>
              <a:gdLst/>
              <a:ahLst/>
              <a:cxnLst/>
              <a:rect l="l" t="t" r="r" b="b"/>
              <a:pathLst>
                <a:path w="1102" h="2136" extrusionOk="0">
                  <a:moveTo>
                    <a:pt x="267" y="634"/>
                  </a:moveTo>
                  <a:cubicBezTo>
                    <a:pt x="267" y="667"/>
                    <a:pt x="267" y="701"/>
                    <a:pt x="301" y="701"/>
                  </a:cubicBezTo>
                  <a:lnTo>
                    <a:pt x="301" y="934"/>
                  </a:lnTo>
                  <a:cubicBezTo>
                    <a:pt x="267" y="968"/>
                    <a:pt x="267" y="1001"/>
                    <a:pt x="267" y="1034"/>
                  </a:cubicBezTo>
                  <a:cubicBezTo>
                    <a:pt x="234" y="1034"/>
                    <a:pt x="234" y="1068"/>
                    <a:pt x="201" y="1101"/>
                  </a:cubicBezTo>
                  <a:lnTo>
                    <a:pt x="134" y="1101"/>
                  </a:lnTo>
                  <a:cubicBezTo>
                    <a:pt x="134" y="1068"/>
                    <a:pt x="134" y="1034"/>
                    <a:pt x="134" y="1001"/>
                  </a:cubicBezTo>
                  <a:cubicBezTo>
                    <a:pt x="134" y="1001"/>
                    <a:pt x="134" y="1001"/>
                    <a:pt x="134" y="968"/>
                  </a:cubicBezTo>
                  <a:lnTo>
                    <a:pt x="134" y="834"/>
                  </a:lnTo>
                  <a:cubicBezTo>
                    <a:pt x="134" y="834"/>
                    <a:pt x="134" y="801"/>
                    <a:pt x="134" y="801"/>
                  </a:cubicBezTo>
                  <a:cubicBezTo>
                    <a:pt x="134" y="767"/>
                    <a:pt x="134" y="734"/>
                    <a:pt x="134" y="701"/>
                  </a:cubicBezTo>
                  <a:cubicBezTo>
                    <a:pt x="167" y="667"/>
                    <a:pt x="167" y="667"/>
                    <a:pt x="201" y="634"/>
                  </a:cubicBezTo>
                  <a:close/>
                  <a:moveTo>
                    <a:pt x="301" y="400"/>
                  </a:moveTo>
                  <a:cubicBezTo>
                    <a:pt x="267" y="400"/>
                    <a:pt x="234" y="434"/>
                    <a:pt x="201" y="434"/>
                  </a:cubicBezTo>
                  <a:cubicBezTo>
                    <a:pt x="167" y="467"/>
                    <a:pt x="134" y="501"/>
                    <a:pt x="134" y="534"/>
                  </a:cubicBezTo>
                  <a:cubicBezTo>
                    <a:pt x="101" y="567"/>
                    <a:pt x="67" y="601"/>
                    <a:pt x="34" y="634"/>
                  </a:cubicBezTo>
                  <a:cubicBezTo>
                    <a:pt x="0" y="701"/>
                    <a:pt x="0" y="767"/>
                    <a:pt x="0" y="867"/>
                  </a:cubicBezTo>
                  <a:lnTo>
                    <a:pt x="0" y="1001"/>
                  </a:lnTo>
                  <a:cubicBezTo>
                    <a:pt x="0" y="1034"/>
                    <a:pt x="0" y="1068"/>
                    <a:pt x="0" y="1134"/>
                  </a:cubicBezTo>
                  <a:cubicBezTo>
                    <a:pt x="0" y="1168"/>
                    <a:pt x="0" y="1201"/>
                    <a:pt x="0" y="1234"/>
                  </a:cubicBezTo>
                  <a:cubicBezTo>
                    <a:pt x="0" y="1234"/>
                    <a:pt x="0" y="1268"/>
                    <a:pt x="34" y="1301"/>
                  </a:cubicBezTo>
                  <a:cubicBezTo>
                    <a:pt x="67" y="1301"/>
                    <a:pt x="67" y="1334"/>
                    <a:pt x="101" y="1334"/>
                  </a:cubicBezTo>
                  <a:cubicBezTo>
                    <a:pt x="134" y="1301"/>
                    <a:pt x="167" y="1301"/>
                    <a:pt x="201" y="1301"/>
                  </a:cubicBezTo>
                  <a:cubicBezTo>
                    <a:pt x="234" y="1268"/>
                    <a:pt x="267" y="1234"/>
                    <a:pt x="301" y="1201"/>
                  </a:cubicBezTo>
                  <a:cubicBezTo>
                    <a:pt x="334" y="1168"/>
                    <a:pt x="334" y="1134"/>
                    <a:pt x="367" y="1101"/>
                  </a:cubicBezTo>
                  <a:cubicBezTo>
                    <a:pt x="401" y="1068"/>
                    <a:pt x="401" y="1034"/>
                    <a:pt x="401" y="968"/>
                  </a:cubicBezTo>
                  <a:lnTo>
                    <a:pt x="401" y="867"/>
                  </a:lnTo>
                  <a:lnTo>
                    <a:pt x="401" y="734"/>
                  </a:lnTo>
                  <a:lnTo>
                    <a:pt x="401" y="601"/>
                  </a:lnTo>
                  <a:cubicBezTo>
                    <a:pt x="434" y="567"/>
                    <a:pt x="434" y="534"/>
                    <a:pt x="401" y="501"/>
                  </a:cubicBezTo>
                  <a:cubicBezTo>
                    <a:pt x="401" y="467"/>
                    <a:pt x="401" y="467"/>
                    <a:pt x="367" y="434"/>
                  </a:cubicBezTo>
                  <a:cubicBezTo>
                    <a:pt x="334" y="434"/>
                    <a:pt x="334" y="400"/>
                    <a:pt x="301" y="400"/>
                  </a:cubicBezTo>
                  <a:close/>
                  <a:moveTo>
                    <a:pt x="934" y="1068"/>
                  </a:moveTo>
                  <a:cubicBezTo>
                    <a:pt x="934" y="1101"/>
                    <a:pt x="934" y="1134"/>
                    <a:pt x="934" y="1201"/>
                  </a:cubicBezTo>
                  <a:lnTo>
                    <a:pt x="934" y="1334"/>
                  </a:lnTo>
                  <a:cubicBezTo>
                    <a:pt x="934" y="1334"/>
                    <a:pt x="934" y="1368"/>
                    <a:pt x="934" y="1368"/>
                  </a:cubicBezTo>
                  <a:cubicBezTo>
                    <a:pt x="934" y="1401"/>
                    <a:pt x="934" y="1435"/>
                    <a:pt x="934" y="1468"/>
                  </a:cubicBezTo>
                  <a:cubicBezTo>
                    <a:pt x="934" y="1468"/>
                    <a:pt x="901" y="1501"/>
                    <a:pt x="868" y="1535"/>
                  </a:cubicBezTo>
                  <a:lnTo>
                    <a:pt x="834" y="1535"/>
                  </a:lnTo>
                  <a:cubicBezTo>
                    <a:pt x="801" y="1468"/>
                    <a:pt x="801" y="1435"/>
                    <a:pt x="801" y="1401"/>
                  </a:cubicBezTo>
                  <a:lnTo>
                    <a:pt x="801" y="1268"/>
                  </a:lnTo>
                  <a:cubicBezTo>
                    <a:pt x="801" y="1268"/>
                    <a:pt x="801" y="1234"/>
                    <a:pt x="801" y="1234"/>
                  </a:cubicBezTo>
                  <a:cubicBezTo>
                    <a:pt x="801" y="1201"/>
                    <a:pt x="801" y="1168"/>
                    <a:pt x="801" y="1134"/>
                  </a:cubicBezTo>
                  <a:cubicBezTo>
                    <a:pt x="801" y="1101"/>
                    <a:pt x="834" y="1101"/>
                    <a:pt x="868" y="1068"/>
                  </a:cubicBezTo>
                  <a:close/>
                  <a:moveTo>
                    <a:pt x="968" y="867"/>
                  </a:moveTo>
                  <a:cubicBezTo>
                    <a:pt x="934" y="867"/>
                    <a:pt x="901" y="867"/>
                    <a:pt x="868" y="901"/>
                  </a:cubicBezTo>
                  <a:cubicBezTo>
                    <a:pt x="834" y="901"/>
                    <a:pt x="801" y="934"/>
                    <a:pt x="768" y="968"/>
                  </a:cubicBezTo>
                  <a:cubicBezTo>
                    <a:pt x="734" y="1001"/>
                    <a:pt x="701" y="1034"/>
                    <a:pt x="701" y="1068"/>
                  </a:cubicBezTo>
                  <a:cubicBezTo>
                    <a:pt x="668" y="1101"/>
                    <a:pt x="668" y="1134"/>
                    <a:pt x="668" y="1201"/>
                  </a:cubicBezTo>
                  <a:cubicBezTo>
                    <a:pt x="668" y="1234"/>
                    <a:pt x="668" y="1268"/>
                    <a:pt x="668" y="1301"/>
                  </a:cubicBezTo>
                  <a:lnTo>
                    <a:pt x="668" y="1568"/>
                  </a:lnTo>
                  <a:cubicBezTo>
                    <a:pt x="634" y="1601"/>
                    <a:pt x="634" y="1635"/>
                    <a:pt x="668" y="1668"/>
                  </a:cubicBezTo>
                  <a:cubicBezTo>
                    <a:pt x="668" y="1701"/>
                    <a:pt x="668" y="1701"/>
                    <a:pt x="701" y="1735"/>
                  </a:cubicBezTo>
                  <a:cubicBezTo>
                    <a:pt x="701" y="1768"/>
                    <a:pt x="734" y="1768"/>
                    <a:pt x="768" y="1768"/>
                  </a:cubicBezTo>
                  <a:cubicBezTo>
                    <a:pt x="801" y="1768"/>
                    <a:pt x="834" y="1735"/>
                    <a:pt x="868" y="1735"/>
                  </a:cubicBezTo>
                  <a:cubicBezTo>
                    <a:pt x="901" y="1701"/>
                    <a:pt x="934" y="1668"/>
                    <a:pt x="968" y="1635"/>
                  </a:cubicBezTo>
                  <a:cubicBezTo>
                    <a:pt x="1001" y="1601"/>
                    <a:pt x="1001" y="1568"/>
                    <a:pt x="1035" y="1535"/>
                  </a:cubicBezTo>
                  <a:cubicBezTo>
                    <a:pt x="1035" y="1501"/>
                    <a:pt x="1068" y="1468"/>
                    <a:pt x="1068" y="1435"/>
                  </a:cubicBezTo>
                  <a:cubicBezTo>
                    <a:pt x="1068" y="1401"/>
                    <a:pt x="1101" y="1334"/>
                    <a:pt x="1101" y="1301"/>
                  </a:cubicBezTo>
                  <a:lnTo>
                    <a:pt x="1101" y="1034"/>
                  </a:lnTo>
                  <a:cubicBezTo>
                    <a:pt x="1101" y="1001"/>
                    <a:pt x="1068" y="968"/>
                    <a:pt x="1068" y="968"/>
                  </a:cubicBezTo>
                  <a:cubicBezTo>
                    <a:pt x="1068" y="934"/>
                    <a:pt x="1068" y="901"/>
                    <a:pt x="1035" y="867"/>
                  </a:cubicBezTo>
                  <a:close/>
                  <a:moveTo>
                    <a:pt x="968" y="0"/>
                  </a:moveTo>
                  <a:lnTo>
                    <a:pt x="868" y="67"/>
                  </a:lnTo>
                  <a:cubicBezTo>
                    <a:pt x="868" y="67"/>
                    <a:pt x="834" y="67"/>
                    <a:pt x="834" y="100"/>
                  </a:cubicBezTo>
                  <a:lnTo>
                    <a:pt x="801" y="134"/>
                  </a:lnTo>
                  <a:lnTo>
                    <a:pt x="67" y="2102"/>
                  </a:lnTo>
                  <a:cubicBezTo>
                    <a:pt x="67" y="2135"/>
                    <a:pt x="67" y="2135"/>
                    <a:pt x="67" y="2135"/>
                  </a:cubicBezTo>
                  <a:lnTo>
                    <a:pt x="101" y="2135"/>
                  </a:lnTo>
                  <a:lnTo>
                    <a:pt x="201" y="2102"/>
                  </a:lnTo>
                  <a:lnTo>
                    <a:pt x="234" y="2068"/>
                  </a:lnTo>
                  <a:lnTo>
                    <a:pt x="234" y="2035"/>
                  </a:lnTo>
                  <a:lnTo>
                    <a:pt x="1001" y="34"/>
                  </a:lnTo>
                  <a:cubicBezTo>
                    <a:pt x="1001" y="34"/>
                    <a:pt x="1001" y="34"/>
                    <a:pt x="1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2472;p64">
              <a:extLst>
                <a:ext uri="{FF2B5EF4-FFF2-40B4-BE49-F238E27FC236}">
                  <a16:creationId xmlns:a16="http://schemas.microsoft.com/office/drawing/2014/main" id="{5061CE46-BCA0-F332-846F-95BA12768F62}"/>
                </a:ext>
              </a:extLst>
            </p:cNvPr>
            <p:cNvSpPr/>
            <p:nvPr/>
          </p:nvSpPr>
          <p:spPr>
            <a:xfrm>
              <a:off x="6463246" y="3145127"/>
              <a:ext cx="60004" cy="43328"/>
            </a:xfrm>
            <a:custGeom>
              <a:avLst/>
              <a:gdLst/>
              <a:ahLst/>
              <a:cxnLst/>
              <a:rect l="l" t="t" r="r" b="b"/>
              <a:pathLst>
                <a:path w="3904" h="2819" extrusionOk="0">
                  <a:moveTo>
                    <a:pt x="113" y="0"/>
                  </a:moveTo>
                  <a:cubicBezTo>
                    <a:pt x="101" y="0"/>
                    <a:pt x="84" y="17"/>
                    <a:pt x="68" y="50"/>
                  </a:cubicBezTo>
                  <a:cubicBezTo>
                    <a:pt x="1" y="84"/>
                    <a:pt x="1" y="150"/>
                    <a:pt x="1" y="217"/>
                  </a:cubicBezTo>
                  <a:lnTo>
                    <a:pt x="1" y="784"/>
                  </a:lnTo>
                  <a:lnTo>
                    <a:pt x="1" y="817"/>
                  </a:lnTo>
                  <a:cubicBezTo>
                    <a:pt x="1" y="817"/>
                    <a:pt x="34" y="817"/>
                    <a:pt x="68" y="784"/>
                  </a:cubicBezTo>
                  <a:cubicBezTo>
                    <a:pt x="101" y="717"/>
                    <a:pt x="134" y="651"/>
                    <a:pt x="134" y="584"/>
                  </a:cubicBezTo>
                  <a:lnTo>
                    <a:pt x="134" y="50"/>
                  </a:lnTo>
                  <a:cubicBezTo>
                    <a:pt x="134" y="17"/>
                    <a:pt x="126" y="0"/>
                    <a:pt x="113" y="0"/>
                  </a:cubicBezTo>
                  <a:close/>
                  <a:moveTo>
                    <a:pt x="3870" y="384"/>
                  </a:moveTo>
                  <a:lnTo>
                    <a:pt x="3503" y="617"/>
                  </a:lnTo>
                  <a:cubicBezTo>
                    <a:pt x="3470" y="651"/>
                    <a:pt x="3437" y="717"/>
                    <a:pt x="3403" y="784"/>
                  </a:cubicBezTo>
                  <a:lnTo>
                    <a:pt x="3403" y="851"/>
                  </a:lnTo>
                  <a:lnTo>
                    <a:pt x="3437" y="851"/>
                  </a:lnTo>
                  <a:lnTo>
                    <a:pt x="3804" y="651"/>
                  </a:lnTo>
                  <a:cubicBezTo>
                    <a:pt x="3837" y="617"/>
                    <a:pt x="3870" y="551"/>
                    <a:pt x="3904" y="484"/>
                  </a:cubicBezTo>
                  <a:cubicBezTo>
                    <a:pt x="3904" y="417"/>
                    <a:pt x="3904" y="384"/>
                    <a:pt x="3870" y="384"/>
                  </a:cubicBezTo>
                  <a:close/>
                  <a:moveTo>
                    <a:pt x="3154" y="809"/>
                  </a:moveTo>
                  <a:cubicBezTo>
                    <a:pt x="3149" y="809"/>
                    <a:pt x="3143" y="811"/>
                    <a:pt x="3136" y="817"/>
                  </a:cubicBezTo>
                  <a:lnTo>
                    <a:pt x="2769" y="1018"/>
                  </a:lnTo>
                  <a:cubicBezTo>
                    <a:pt x="2736" y="1051"/>
                    <a:pt x="2703" y="1118"/>
                    <a:pt x="2669" y="1184"/>
                  </a:cubicBezTo>
                  <a:lnTo>
                    <a:pt x="2669" y="1251"/>
                  </a:lnTo>
                  <a:cubicBezTo>
                    <a:pt x="2703" y="1251"/>
                    <a:pt x="2703" y="1284"/>
                    <a:pt x="2703" y="1284"/>
                  </a:cubicBezTo>
                  <a:lnTo>
                    <a:pt x="3070" y="1084"/>
                  </a:lnTo>
                  <a:cubicBezTo>
                    <a:pt x="3136" y="1018"/>
                    <a:pt x="3170" y="951"/>
                    <a:pt x="3170" y="917"/>
                  </a:cubicBezTo>
                  <a:cubicBezTo>
                    <a:pt x="3197" y="863"/>
                    <a:pt x="3180" y="809"/>
                    <a:pt x="3154" y="809"/>
                  </a:cubicBezTo>
                  <a:close/>
                  <a:moveTo>
                    <a:pt x="2403" y="1218"/>
                  </a:moveTo>
                  <a:lnTo>
                    <a:pt x="2069" y="1451"/>
                  </a:lnTo>
                  <a:cubicBezTo>
                    <a:pt x="2002" y="1485"/>
                    <a:pt x="1969" y="1518"/>
                    <a:pt x="1969" y="1585"/>
                  </a:cubicBezTo>
                  <a:lnTo>
                    <a:pt x="1969" y="1685"/>
                  </a:lnTo>
                  <a:lnTo>
                    <a:pt x="2336" y="1485"/>
                  </a:lnTo>
                  <a:cubicBezTo>
                    <a:pt x="2403" y="1451"/>
                    <a:pt x="2436" y="1384"/>
                    <a:pt x="2436" y="1318"/>
                  </a:cubicBezTo>
                  <a:cubicBezTo>
                    <a:pt x="2469" y="1251"/>
                    <a:pt x="2436" y="1218"/>
                    <a:pt x="2403" y="1218"/>
                  </a:cubicBezTo>
                  <a:close/>
                  <a:moveTo>
                    <a:pt x="113" y="1126"/>
                  </a:moveTo>
                  <a:cubicBezTo>
                    <a:pt x="101" y="1126"/>
                    <a:pt x="84" y="1134"/>
                    <a:pt x="68" y="1151"/>
                  </a:cubicBezTo>
                  <a:cubicBezTo>
                    <a:pt x="1" y="1218"/>
                    <a:pt x="1" y="1284"/>
                    <a:pt x="1" y="1351"/>
                  </a:cubicBezTo>
                  <a:lnTo>
                    <a:pt x="1" y="1918"/>
                  </a:lnTo>
                  <a:lnTo>
                    <a:pt x="1" y="1952"/>
                  </a:lnTo>
                  <a:cubicBezTo>
                    <a:pt x="1" y="1952"/>
                    <a:pt x="34" y="1952"/>
                    <a:pt x="68" y="1918"/>
                  </a:cubicBezTo>
                  <a:cubicBezTo>
                    <a:pt x="101" y="1851"/>
                    <a:pt x="134" y="1785"/>
                    <a:pt x="134" y="1718"/>
                  </a:cubicBezTo>
                  <a:lnTo>
                    <a:pt x="134" y="1151"/>
                  </a:lnTo>
                  <a:cubicBezTo>
                    <a:pt x="134" y="1134"/>
                    <a:pt x="126" y="1126"/>
                    <a:pt x="113" y="1126"/>
                  </a:cubicBezTo>
                  <a:close/>
                  <a:moveTo>
                    <a:pt x="1702" y="1651"/>
                  </a:moveTo>
                  <a:lnTo>
                    <a:pt x="1335" y="1851"/>
                  </a:lnTo>
                  <a:cubicBezTo>
                    <a:pt x="1302" y="1885"/>
                    <a:pt x="1268" y="1952"/>
                    <a:pt x="1235" y="2018"/>
                  </a:cubicBezTo>
                  <a:lnTo>
                    <a:pt x="1235" y="2085"/>
                  </a:lnTo>
                  <a:lnTo>
                    <a:pt x="1268" y="2118"/>
                  </a:lnTo>
                  <a:lnTo>
                    <a:pt x="1635" y="1918"/>
                  </a:lnTo>
                  <a:cubicBezTo>
                    <a:pt x="1669" y="1851"/>
                    <a:pt x="1702" y="1785"/>
                    <a:pt x="1735" y="1751"/>
                  </a:cubicBezTo>
                  <a:cubicBezTo>
                    <a:pt x="1735" y="1685"/>
                    <a:pt x="1735" y="1651"/>
                    <a:pt x="1702" y="1651"/>
                  </a:cubicBezTo>
                  <a:close/>
                  <a:moveTo>
                    <a:pt x="968" y="2052"/>
                  </a:moveTo>
                  <a:lnTo>
                    <a:pt x="601" y="2252"/>
                  </a:lnTo>
                  <a:cubicBezTo>
                    <a:pt x="535" y="2318"/>
                    <a:pt x="501" y="2352"/>
                    <a:pt x="501" y="2419"/>
                  </a:cubicBezTo>
                  <a:lnTo>
                    <a:pt x="501" y="2519"/>
                  </a:lnTo>
                  <a:lnTo>
                    <a:pt x="535" y="2519"/>
                  </a:lnTo>
                  <a:lnTo>
                    <a:pt x="901" y="2318"/>
                  </a:lnTo>
                  <a:cubicBezTo>
                    <a:pt x="935" y="2252"/>
                    <a:pt x="968" y="2218"/>
                    <a:pt x="1002" y="2152"/>
                  </a:cubicBezTo>
                  <a:cubicBezTo>
                    <a:pt x="1002" y="2052"/>
                    <a:pt x="1002" y="2052"/>
                    <a:pt x="968" y="2052"/>
                  </a:cubicBezTo>
                  <a:close/>
                  <a:moveTo>
                    <a:pt x="113" y="2227"/>
                  </a:moveTo>
                  <a:cubicBezTo>
                    <a:pt x="101" y="2227"/>
                    <a:pt x="84" y="2235"/>
                    <a:pt x="68" y="2252"/>
                  </a:cubicBezTo>
                  <a:cubicBezTo>
                    <a:pt x="34" y="2318"/>
                    <a:pt x="1" y="2385"/>
                    <a:pt x="1" y="2452"/>
                  </a:cubicBezTo>
                  <a:lnTo>
                    <a:pt x="1" y="2785"/>
                  </a:lnTo>
                  <a:lnTo>
                    <a:pt x="1" y="2819"/>
                  </a:lnTo>
                  <a:lnTo>
                    <a:pt x="34" y="2819"/>
                  </a:lnTo>
                  <a:lnTo>
                    <a:pt x="168" y="2719"/>
                  </a:lnTo>
                  <a:cubicBezTo>
                    <a:pt x="234" y="2685"/>
                    <a:pt x="234" y="2619"/>
                    <a:pt x="268" y="2585"/>
                  </a:cubicBezTo>
                  <a:cubicBezTo>
                    <a:pt x="301" y="2485"/>
                    <a:pt x="268" y="2485"/>
                    <a:pt x="234" y="2485"/>
                  </a:cubicBezTo>
                  <a:lnTo>
                    <a:pt x="134" y="2552"/>
                  </a:lnTo>
                  <a:lnTo>
                    <a:pt x="134" y="2252"/>
                  </a:lnTo>
                  <a:cubicBezTo>
                    <a:pt x="134" y="2235"/>
                    <a:pt x="126" y="2227"/>
                    <a:pt x="113" y="2227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2473;p64">
              <a:extLst>
                <a:ext uri="{FF2B5EF4-FFF2-40B4-BE49-F238E27FC236}">
                  <a16:creationId xmlns:a16="http://schemas.microsoft.com/office/drawing/2014/main" id="{27A06D6E-60A0-6734-4290-37A99C288702}"/>
                </a:ext>
              </a:extLst>
            </p:cNvPr>
            <p:cNvSpPr/>
            <p:nvPr/>
          </p:nvSpPr>
          <p:spPr>
            <a:xfrm>
              <a:off x="6526831" y="3144358"/>
              <a:ext cx="7700" cy="7193"/>
            </a:xfrm>
            <a:custGeom>
              <a:avLst/>
              <a:gdLst/>
              <a:ahLst/>
              <a:cxnLst/>
              <a:rect l="l" t="t" r="r" b="b"/>
              <a:pathLst>
                <a:path w="501" h="468" extrusionOk="0">
                  <a:moveTo>
                    <a:pt x="467" y="0"/>
                  </a:moveTo>
                  <a:lnTo>
                    <a:pt x="100" y="200"/>
                  </a:lnTo>
                  <a:cubicBezTo>
                    <a:pt x="33" y="267"/>
                    <a:pt x="0" y="300"/>
                    <a:pt x="0" y="367"/>
                  </a:cubicBezTo>
                  <a:cubicBezTo>
                    <a:pt x="0" y="400"/>
                    <a:pt x="0" y="434"/>
                    <a:pt x="0" y="467"/>
                  </a:cubicBezTo>
                  <a:lnTo>
                    <a:pt x="33" y="467"/>
                  </a:lnTo>
                  <a:lnTo>
                    <a:pt x="400" y="267"/>
                  </a:lnTo>
                  <a:cubicBezTo>
                    <a:pt x="434" y="200"/>
                    <a:pt x="467" y="167"/>
                    <a:pt x="500" y="100"/>
                  </a:cubicBezTo>
                  <a:cubicBezTo>
                    <a:pt x="500" y="33"/>
                    <a:pt x="500" y="0"/>
                    <a:pt x="467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2474;p64">
              <a:extLst>
                <a:ext uri="{FF2B5EF4-FFF2-40B4-BE49-F238E27FC236}">
                  <a16:creationId xmlns:a16="http://schemas.microsoft.com/office/drawing/2014/main" id="{968C6AD1-E124-1F0B-7349-C2F405EBEBF7}"/>
                </a:ext>
              </a:extLst>
            </p:cNvPr>
            <p:cNvSpPr/>
            <p:nvPr/>
          </p:nvSpPr>
          <p:spPr>
            <a:xfrm>
              <a:off x="6538098" y="3137995"/>
              <a:ext cx="7670" cy="7393"/>
            </a:xfrm>
            <a:custGeom>
              <a:avLst/>
              <a:gdLst/>
              <a:ahLst/>
              <a:cxnLst/>
              <a:rect l="l" t="t" r="r" b="b"/>
              <a:pathLst>
                <a:path w="499" h="481" extrusionOk="0">
                  <a:moveTo>
                    <a:pt x="488" y="1"/>
                  </a:moveTo>
                  <a:cubicBezTo>
                    <a:pt x="483" y="1"/>
                    <a:pt x="477" y="5"/>
                    <a:pt x="468" y="14"/>
                  </a:cubicBezTo>
                  <a:lnTo>
                    <a:pt x="101" y="214"/>
                  </a:lnTo>
                  <a:cubicBezTo>
                    <a:pt x="34" y="247"/>
                    <a:pt x="1" y="314"/>
                    <a:pt x="1" y="381"/>
                  </a:cubicBezTo>
                  <a:lnTo>
                    <a:pt x="1" y="481"/>
                  </a:lnTo>
                  <a:cubicBezTo>
                    <a:pt x="1" y="481"/>
                    <a:pt x="34" y="447"/>
                    <a:pt x="34" y="447"/>
                  </a:cubicBezTo>
                  <a:lnTo>
                    <a:pt x="401" y="247"/>
                  </a:lnTo>
                  <a:cubicBezTo>
                    <a:pt x="435" y="214"/>
                    <a:pt x="468" y="147"/>
                    <a:pt x="468" y="81"/>
                  </a:cubicBezTo>
                  <a:cubicBezTo>
                    <a:pt x="492" y="32"/>
                    <a:pt x="499" y="1"/>
                    <a:pt x="48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2475;p64">
              <a:extLst>
                <a:ext uri="{FF2B5EF4-FFF2-40B4-BE49-F238E27FC236}">
                  <a16:creationId xmlns:a16="http://schemas.microsoft.com/office/drawing/2014/main" id="{09E697E3-1561-733A-76F9-8F8CA4C609E1}"/>
                </a:ext>
              </a:extLst>
            </p:cNvPr>
            <p:cNvSpPr/>
            <p:nvPr/>
          </p:nvSpPr>
          <p:spPr>
            <a:xfrm>
              <a:off x="6549379" y="3131340"/>
              <a:ext cx="7685" cy="7393"/>
            </a:xfrm>
            <a:custGeom>
              <a:avLst/>
              <a:gdLst/>
              <a:ahLst/>
              <a:cxnLst/>
              <a:rect l="l" t="t" r="r" b="b"/>
              <a:pathLst>
                <a:path w="500" h="481" extrusionOk="0">
                  <a:moveTo>
                    <a:pt x="487" y="1"/>
                  </a:moveTo>
                  <a:cubicBezTo>
                    <a:pt x="482" y="1"/>
                    <a:pt x="476" y="5"/>
                    <a:pt x="468" y="13"/>
                  </a:cubicBezTo>
                  <a:lnTo>
                    <a:pt x="101" y="213"/>
                  </a:lnTo>
                  <a:cubicBezTo>
                    <a:pt x="34" y="247"/>
                    <a:pt x="1" y="313"/>
                    <a:pt x="1" y="380"/>
                  </a:cubicBezTo>
                  <a:lnTo>
                    <a:pt x="1" y="480"/>
                  </a:lnTo>
                  <a:lnTo>
                    <a:pt x="34" y="480"/>
                  </a:lnTo>
                  <a:lnTo>
                    <a:pt x="368" y="280"/>
                  </a:lnTo>
                  <a:cubicBezTo>
                    <a:pt x="434" y="213"/>
                    <a:pt x="468" y="147"/>
                    <a:pt x="468" y="113"/>
                  </a:cubicBezTo>
                  <a:cubicBezTo>
                    <a:pt x="493" y="38"/>
                    <a:pt x="499" y="1"/>
                    <a:pt x="487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2476;p64">
              <a:extLst>
                <a:ext uri="{FF2B5EF4-FFF2-40B4-BE49-F238E27FC236}">
                  <a16:creationId xmlns:a16="http://schemas.microsoft.com/office/drawing/2014/main" id="{4FDCCDE5-2883-F78A-6B09-C9B7845DF043}"/>
                </a:ext>
              </a:extLst>
            </p:cNvPr>
            <p:cNvSpPr/>
            <p:nvPr/>
          </p:nvSpPr>
          <p:spPr>
            <a:xfrm>
              <a:off x="6560661" y="3124869"/>
              <a:ext cx="7716" cy="7193"/>
            </a:xfrm>
            <a:custGeom>
              <a:avLst/>
              <a:gdLst/>
              <a:ahLst/>
              <a:cxnLst/>
              <a:rect l="l" t="t" r="r" b="b"/>
              <a:pathLst>
                <a:path w="502" h="468" extrusionOk="0">
                  <a:moveTo>
                    <a:pt x="434" y="1"/>
                  </a:moveTo>
                  <a:lnTo>
                    <a:pt x="67" y="201"/>
                  </a:lnTo>
                  <a:cubicBezTo>
                    <a:pt x="34" y="267"/>
                    <a:pt x="1" y="334"/>
                    <a:pt x="1" y="367"/>
                  </a:cubicBezTo>
                  <a:lnTo>
                    <a:pt x="1" y="468"/>
                  </a:lnTo>
                  <a:lnTo>
                    <a:pt x="368" y="267"/>
                  </a:lnTo>
                  <a:cubicBezTo>
                    <a:pt x="434" y="234"/>
                    <a:pt x="468" y="167"/>
                    <a:pt x="468" y="101"/>
                  </a:cubicBezTo>
                  <a:cubicBezTo>
                    <a:pt x="501" y="1"/>
                    <a:pt x="468" y="1"/>
                    <a:pt x="434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2477;p64">
              <a:extLst>
                <a:ext uri="{FF2B5EF4-FFF2-40B4-BE49-F238E27FC236}">
                  <a16:creationId xmlns:a16="http://schemas.microsoft.com/office/drawing/2014/main" id="{8EF2625C-3C53-13F3-07FA-1D7E40B6C0E3}"/>
                </a:ext>
              </a:extLst>
            </p:cNvPr>
            <p:cNvSpPr/>
            <p:nvPr/>
          </p:nvSpPr>
          <p:spPr>
            <a:xfrm>
              <a:off x="6263805" y="3054536"/>
              <a:ext cx="73853" cy="50429"/>
            </a:xfrm>
            <a:custGeom>
              <a:avLst/>
              <a:gdLst/>
              <a:ahLst/>
              <a:cxnLst/>
              <a:rect l="l" t="t" r="r" b="b"/>
              <a:pathLst>
                <a:path w="4805" h="3281" extrusionOk="0">
                  <a:moveTo>
                    <a:pt x="4629" y="1"/>
                  </a:moveTo>
                  <a:cubicBezTo>
                    <a:pt x="4591" y="1"/>
                    <a:pt x="4549" y="13"/>
                    <a:pt x="4504" y="40"/>
                  </a:cubicBezTo>
                  <a:lnTo>
                    <a:pt x="268" y="2442"/>
                  </a:lnTo>
                  <a:cubicBezTo>
                    <a:pt x="101" y="2575"/>
                    <a:pt x="1" y="2809"/>
                    <a:pt x="1" y="3009"/>
                  </a:cubicBezTo>
                  <a:cubicBezTo>
                    <a:pt x="26" y="3181"/>
                    <a:pt x="105" y="3281"/>
                    <a:pt x="212" y="3281"/>
                  </a:cubicBezTo>
                  <a:cubicBezTo>
                    <a:pt x="250" y="3281"/>
                    <a:pt x="291" y="3268"/>
                    <a:pt x="334" y="3242"/>
                  </a:cubicBezTo>
                  <a:lnTo>
                    <a:pt x="4504" y="807"/>
                  </a:lnTo>
                  <a:cubicBezTo>
                    <a:pt x="4671" y="674"/>
                    <a:pt x="4771" y="474"/>
                    <a:pt x="4804" y="240"/>
                  </a:cubicBezTo>
                  <a:cubicBezTo>
                    <a:pt x="4804" y="94"/>
                    <a:pt x="4733" y="1"/>
                    <a:pt x="462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2478;p64">
              <a:extLst>
                <a:ext uri="{FF2B5EF4-FFF2-40B4-BE49-F238E27FC236}">
                  <a16:creationId xmlns:a16="http://schemas.microsoft.com/office/drawing/2014/main" id="{0E41F4A8-7E8C-9758-4AB8-2E145A47D562}"/>
                </a:ext>
              </a:extLst>
            </p:cNvPr>
            <p:cNvSpPr/>
            <p:nvPr/>
          </p:nvSpPr>
          <p:spPr>
            <a:xfrm>
              <a:off x="6268431" y="3241896"/>
              <a:ext cx="73330" cy="50214"/>
            </a:xfrm>
            <a:custGeom>
              <a:avLst/>
              <a:gdLst/>
              <a:ahLst/>
              <a:cxnLst/>
              <a:rect l="l" t="t" r="r" b="b"/>
              <a:pathLst>
                <a:path w="4771" h="3267" extrusionOk="0">
                  <a:moveTo>
                    <a:pt x="4599" y="1"/>
                  </a:moveTo>
                  <a:cubicBezTo>
                    <a:pt x="4568" y="1"/>
                    <a:pt x="4536" y="9"/>
                    <a:pt x="4503" y="25"/>
                  </a:cubicBezTo>
                  <a:lnTo>
                    <a:pt x="267" y="2460"/>
                  </a:lnTo>
                  <a:cubicBezTo>
                    <a:pt x="100" y="2594"/>
                    <a:pt x="0" y="2794"/>
                    <a:pt x="0" y="3027"/>
                  </a:cubicBezTo>
                  <a:cubicBezTo>
                    <a:pt x="0" y="3174"/>
                    <a:pt x="72" y="3267"/>
                    <a:pt x="175" y="3267"/>
                  </a:cubicBezTo>
                  <a:cubicBezTo>
                    <a:pt x="213" y="3267"/>
                    <a:pt x="256" y="3254"/>
                    <a:pt x="300" y="3228"/>
                  </a:cubicBezTo>
                  <a:lnTo>
                    <a:pt x="4470" y="793"/>
                  </a:lnTo>
                  <a:cubicBezTo>
                    <a:pt x="4670" y="659"/>
                    <a:pt x="4770" y="459"/>
                    <a:pt x="4770" y="259"/>
                  </a:cubicBezTo>
                  <a:cubicBezTo>
                    <a:pt x="4770" y="82"/>
                    <a:pt x="4694" y="1"/>
                    <a:pt x="459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2479;p64">
              <a:extLst>
                <a:ext uri="{FF2B5EF4-FFF2-40B4-BE49-F238E27FC236}">
                  <a16:creationId xmlns:a16="http://schemas.microsoft.com/office/drawing/2014/main" id="{801C43AB-D052-32A6-2ED9-04CBA0D206D8}"/>
                </a:ext>
              </a:extLst>
            </p:cNvPr>
            <p:cNvSpPr/>
            <p:nvPr/>
          </p:nvSpPr>
          <p:spPr>
            <a:xfrm>
              <a:off x="6571435" y="3102736"/>
              <a:ext cx="73837" cy="50152"/>
            </a:xfrm>
            <a:custGeom>
              <a:avLst/>
              <a:gdLst/>
              <a:ahLst/>
              <a:cxnLst/>
              <a:rect l="l" t="t" r="r" b="b"/>
              <a:pathLst>
                <a:path w="4804" h="3263" extrusionOk="0">
                  <a:moveTo>
                    <a:pt x="4628" y="0"/>
                  </a:moveTo>
                  <a:cubicBezTo>
                    <a:pt x="4590" y="0"/>
                    <a:pt x="4548" y="13"/>
                    <a:pt x="4503" y="40"/>
                  </a:cubicBezTo>
                  <a:lnTo>
                    <a:pt x="300" y="2441"/>
                  </a:lnTo>
                  <a:cubicBezTo>
                    <a:pt x="100" y="2575"/>
                    <a:pt x="0" y="2808"/>
                    <a:pt x="34" y="3042"/>
                  </a:cubicBezTo>
                  <a:cubicBezTo>
                    <a:pt x="34" y="3173"/>
                    <a:pt x="116" y="3263"/>
                    <a:pt x="232" y="3263"/>
                  </a:cubicBezTo>
                  <a:cubicBezTo>
                    <a:pt x="264" y="3263"/>
                    <a:pt x="298" y="3256"/>
                    <a:pt x="334" y="3242"/>
                  </a:cubicBezTo>
                  <a:lnTo>
                    <a:pt x="4503" y="773"/>
                  </a:lnTo>
                  <a:cubicBezTo>
                    <a:pt x="4670" y="640"/>
                    <a:pt x="4804" y="440"/>
                    <a:pt x="4804" y="240"/>
                  </a:cubicBezTo>
                  <a:cubicBezTo>
                    <a:pt x="4804" y="93"/>
                    <a:pt x="4732" y="0"/>
                    <a:pt x="4628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2480;p64">
              <a:extLst>
                <a:ext uri="{FF2B5EF4-FFF2-40B4-BE49-F238E27FC236}">
                  <a16:creationId xmlns:a16="http://schemas.microsoft.com/office/drawing/2014/main" id="{8AB8C8BE-09D4-D9B1-26B6-F5F81FEEB746}"/>
                </a:ext>
              </a:extLst>
            </p:cNvPr>
            <p:cNvSpPr/>
            <p:nvPr/>
          </p:nvSpPr>
          <p:spPr>
            <a:xfrm>
              <a:off x="6590909" y="2881762"/>
              <a:ext cx="73853" cy="50214"/>
            </a:xfrm>
            <a:custGeom>
              <a:avLst/>
              <a:gdLst/>
              <a:ahLst/>
              <a:cxnLst/>
              <a:rect l="l" t="t" r="r" b="b"/>
              <a:pathLst>
                <a:path w="4805" h="3267" extrusionOk="0">
                  <a:moveTo>
                    <a:pt x="4629" y="0"/>
                  </a:moveTo>
                  <a:cubicBezTo>
                    <a:pt x="4591" y="0"/>
                    <a:pt x="4549" y="13"/>
                    <a:pt x="4504" y="40"/>
                  </a:cubicBezTo>
                  <a:lnTo>
                    <a:pt x="301" y="2441"/>
                  </a:lnTo>
                  <a:cubicBezTo>
                    <a:pt x="134" y="2575"/>
                    <a:pt x="1" y="2775"/>
                    <a:pt x="34" y="3008"/>
                  </a:cubicBezTo>
                  <a:cubicBezTo>
                    <a:pt x="34" y="3185"/>
                    <a:pt x="111" y="3266"/>
                    <a:pt x="220" y="3266"/>
                  </a:cubicBezTo>
                  <a:cubicBezTo>
                    <a:pt x="255" y="3266"/>
                    <a:pt x="294" y="3258"/>
                    <a:pt x="334" y="3242"/>
                  </a:cubicBezTo>
                  <a:lnTo>
                    <a:pt x="4504" y="773"/>
                  </a:lnTo>
                  <a:cubicBezTo>
                    <a:pt x="4704" y="640"/>
                    <a:pt x="4804" y="440"/>
                    <a:pt x="4804" y="240"/>
                  </a:cubicBezTo>
                  <a:cubicBezTo>
                    <a:pt x="4804" y="93"/>
                    <a:pt x="4733" y="0"/>
                    <a:pt x="462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2481;p64">
              <a:extLst>
                <a:ext uri="{FF2B5EF4-FFF2-40B4-BE49-F238E27FC236}">
                  <a16:creationId xmlns:a16="http://schemas.microsoft.com/office/drawing/2014/main" id="{DABE6002-B883-5D10-9E37-BC3249E91BEE}"/>
                </a:ext>
              </a:extLst>
            </p:cNvPr>
            <p:cNvSpPr/>
            <p:nvPr/>
          </p:nvSpPr>
          <p:spPr>
            <a:xfrm>
              <a:off x="6366860" y="2744354"/>
              <a:ext cx="182027" cy="123360"/>
            </a:xfrm>
            <a:custGeom>
              <a:avLst/>
              <a:gdLst/>
              <a:ahLst/>
              <a:cxnLst/>
              <a:rect l="l" t="t" r="r" b="b"/>
              <a:pathLst>
                <a:path w="11843" h="8026" extrusionOk="0">
                  <a:moveTo>
                    <a:pt x="11373" y="1"/>
                  </a:moveTo>
                  <a:cubicBezTo>
                    <a:pt x="11245" y="1"/>
                    <a:pt x="11098" y="46"/>
                    <a:pt x="10942" y="140"/>
                  </a:cubicBezTo>
                  <a:lnTo>
                    <a:pt x="901" y="5944"/>
                  </a:lnTo>
                  <a:cubicBezTo>
                    <a:pt x="368" y="6278"/>
                    <a:pt x="34" y="6811"/>
                    <a:pt x="1" y="7445"/>
                  </a:cubicBezTo>
                  <a:cubicBezTo>
                    <a:pt x="1" y="7826"/>
                    <a:pt x="181" y="8026"/>
                    <a:pt x="450" y="8026"/>
                  </a:cubicBezTo>
                  <a:cubicBezTo>
                    <a:pt x="583" y="8026"/>
                    <a:pt x="737" y="7978"/>
                    <a:pt x="901" y="7879"/>
                  </a:cubicBezTo>
                  <a:lnTo>
                    <a:pt x="10942" y="2075"/>
                  </a:lnTo>
                  <a:cubicBezTo>
                    <a:pt x="11476" y="1774"/>
                    <a:pt x="11809" y="1207"/>
                    <a:pt x="11842" y="607"/>
                  </a:cubicBezTo>
                  <a:cubicBezTo>
                    <a:pt x="11842" y="217"/>
                    <a:pt x="11654" y="1"/>
                    <a:pt x="113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2482;p64">
              <a:extLst>
                <a:ext uri="{FF2B5EF4-FFF2-40B4-BE49-F238E27FC236}">
                  <a16:creationId xmlns:a16="http://schemas.microsoft.com/office/drawing/2014/main" id="{715053AA-A4AA-356F-021C-58438BE82B16}"/>
                </a:ext>
              </a:extLst>
            </p:cNvPr>
            <p:cNvSpPr/>
            <p:nvPr/>
          </p:nvSpPr>
          <p:spPr>
            <a:xfrm>
              <a:off x="5184062" y="2931791"/>
              <a:ext cx="927487" cy="1049817"/>
            </a:xfrm>
            <a:custGeom>
              <a:avLst/>
              <a:gdLst/>
              <a:ahLst/>
              <a:cxnLst/>
              <a:rect l="l" t="t" r="r" b="b"/>
              <a:pathLst>
                <a:path w="60344" h="68303" extrusionOk="0">
                  <a:moveTo>
                    <a:pt x="57285" y="0"/>
                  </a:moveTo>
                  <a:cubicBezTo>
                    <a:pt x="57004" y="0"/>
                    <a:pt x="56718" y="85"/>
                    <a:pt x="56474" y="254"/>
                  </a:cubicBezTo>
                  <a:lnTo>
                    <a:pt x="1969" y="31676"/>
                  </a:lnTo>
                  <a:cubicBezTo>
                    <a:pt x="801" y="32410"/>
                    <a:pt x="67" y="33678"/>
                    <a:pt x="1" y="35079"/>
                  </a:cubicBezTo>
                  <a:lnTo>
                    <a:pt x="1" y="37914"/>
                  </a:lnTo>
                  <a:lnTo>
                    <a:pt x="1" y="65234"/>
                  </a:lnTo>
                  <a:cubicBezTo>
                    <a:pt x="1" y="65334"/>
                    <a:pt x="1" y="65434"/>
                    <a:pt x="1" y="65500"/>
                  </a:cubicBezTo>
                  <a:cubicBezTo>
                    <a:pt x="101" y="66168"/>
                    <a:pt x="468" y="66735"/>
                    <a:pt x="1068" y="67035"/>
                  </a:cubicBezTo>
                  <a:lnTo>
                    <a:pt x="3080" y="68203"/>
                  </a:lnTo>
                  <a:lnTo>
                    <a:pt x="3080" y="68203"/>
                  </a:lnTo>
                  <a:cubicBezTo>
                    <a:pt x="2739" y="67951"/>
                    <a:pt x="2536" y="67543"/>
                    <a:pt x="2536" y="67135"/>
                  </a:cubicBezTo>
                  <a:lnTo>
                    <a:pt x="2536" y="40516"/>
                  </a:lnTo>
                  <a:lnTo>
                    <a:pt x="2536" y="36546"/>
                  </a:lnTo>
                  <a:cubicBezTo>
                    <a:pt x="2603" y="35145"/>
                    <a:pt x="3336" y="33878"/>
                    <a:pt x="4504" y="33111"/>
                  </a:cubicBezTo>
                  <a:lnTo>
                    <a:pt x="59010" y="1688"/>
                  </a:lnTo>
                  <a:cubicBezTo>
                    <a:pt x="59263" y="1519"/>
                    <a:pt x="59557" y="1430"/>
                    <a:pt x="59848" y="1430"/>
                  </a:cubicBezTo>
                  <a:cubicBezTo>
                    <a:pt x="60017" y="1430"/>
                    <a:pt x="60185" y="1460"/>
                    <a:pt x="60344" y="1521"/>
                  </a:cubicBezTo>
                  <a:cubicBezTo>
                    <a:pt x="59910" y="1288"/>
                    <a:pt x="58276" y="354"/>
                    <a:pt x="57909" y="154"/>
                  </a:cubicBezTo>
                  <a:cubicBezTo>
                    <a:pt x="57719" y="51"/>
                    <a:pt x="57504" y="0"/>
                    <a:pt x="57285" y="0"/>
                  </a:cubicBezTo>
                  <a:close/>
                  <a:moveTo>
                    <a:pt x="3080" y="68203"/>
                  </a:moveTo>
                  <a:cubicBezTo>
                    <a:pt x="3129" y="68239"/>
                    <a:pt x="3181" y="68273"/>
                    <a:pt x="3236" y="68302"/>
                  </a:cubicBezTo>
                  <a:lnTo>
                    <a:pt x="3136" y="68236"/>
                  </a:lnTo>
                  <a:lnTo>
                    <a:pt x="3080" y="68203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2483;p64">
              <a:extLst>
                <a:ext uri="{FF2B5EF4-FFF2-40B4-BE49-F238E27FC236}">
                  <a16:creationId xmlns:a16="http://schemas.microsoft.com/office/drawing/2014/main" id="{CEA25941-2001-9E23-4F20-B322F24FC75C}"/>
                </a:ext>
              </a:extLst>
            </p:cNvPr>
            <p:cNvSpPr/>
            <p:nvPr/>
          </p:nvSpPr>
          <p:spPr>
            <a:xfrm>
              <a:off x="5223025" y="2953770"/>
              <a:ext cx="898269" cy="1030220"/>
            </a:xfrm>
            <a:custGeom>
              <a:avLst/>
              <a:gdLst/>
              <a:ahLst/>
              <a:cxnLst/>
              <a:rect l="l" t="t" r="r" b="b"/>
              <a:pathLst>
                <a:path w="58443" h="67028" extrusionOk="0">
                  <a:moveTo>
                    <a:pt x="57315" y="0"/>
                  </a:moveTo>
                  <a:cubicBezTo>
                    <a:pt x="57026" y="0"/>
                    <a:pt x="56740" y="89"/>
                    <a:pt x="56508" y="258"/>
                  </a:cubicBezTo>
                  <a:lnTo>
                    <a:pt x="1969" y="31681"/>
                  </a:lnTo>
                  <a:cubicBezTo>
                    <a:pt x="801" y="32448"/>
                    <a:pt x="68" y="33715"/>
                    <a:pt x="1" y="35116"/>
                  </a:cubicBezTo>
                  <a:lnTo>
                    <a:pt x="1" y="65672"/>
                  </a:lnTo>
                  <a:cubicBezTo>
                    <a:pt x="1" y="66455"/>
                    <a:pt x="632" y="67027"/>
                    <a:pt x="1330" y="67027"/>
                  </a:cubicBezTo>
                  <a:cubicBezTo>
                    <a:pt x="1553" y="67027"/>
                    <a:pt x="1784" y="66969"/>
                    <a:pt x="2002" y="66839"/>
                  </a:cubicBezTo>
                  <a:lnTo>
                    <a:pt x="56475" y="35450"/>
                  </a:lnTo>
                  <a:cubicBezTo>
                    <a:pt x="57642" y="34683"/>
                    <a:pt x="58376" y="33415"/>
                    <a:pt x="58443" y="32014"/>
                  </a:cubicBezTo>
                  <a:lnTo>
                    <a:pt x="58443" y="1392"/>
                  </a:lnTo>
                  <a:cubicBezTo>
                    <a:pt x="58443" y="1326"/>
                    <a:pt x="58443" y="1225"/>
                    <a:pt x="58443" y="1159"/>
                  </a:cubicBezTo>
                  <a:cubicBezTo>
                    <a:pt x="58443" y="1092"/>
                    <a:pt x="58443" y="1025"/>
                    <a:pt x="58409" y="959"/>
                  </a:cubicBezTo>
                  <a:lnTo>
                    <a:pt x="58409" y="925"/>
                  </a:lnTo>
                  <a:cubicBezTo>
                    <a:pt x="58409" y="859"/>
                    <a:pt x="58376" y="825"/>
                    <a:pt x="58376" y="758"/>
                  </a:cubicBezTo>
                  <a:cubicBezTo>
                    <a:pt x="58343" y="658"/>
                    <a:pt x="58309" y="592"/>
                    <a:pt x="58242" y="492"/>
                  </a:cubicBezTo>
                  <a:cubicBezTo>
                    <a:pt x="58242" y="458"/>
                    <a:pt x="58209" y="425"/>
                    <a:pt x="58176" y="392"/>
                  </a:cubicBezTo>
                  <a:cubicBezTo>
                    <a:pt x="58176" y="358"/>
                    <a:pt x="58142" y="358"/>
                    <a:pt x="58109" y="325"/>
                  </a:cubicBezTo>
                  <a:cubicBezTo>
                    <a:pt x="58076" y="258"/>
                    <a:pt x="58042" y="225"/>
                    <a:pt x="58009" y="191"/>
                  </a:cubicBezTo>
                  <a:cubicBezTo>
                    <a:pt x="57942" y="158"/>
                    <a:pt x="57876" y="125"/>
                    <a:pt x="57809" y="91"/>
                  </a:cubicBezTo>
                  <a:cubicBezTo>
                    <a:pt x="57650" y="30"/>
                    <a:pt x="57482" y="0"/>
                    <a:pt x="5731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2484;p64">
              <a:extLst>
                <a:ext uri="{FF2B5EF4-FFF2-40B4-BE49-F238E27FC236}">
                  <a16:creationId xmlns:a16="http://schemas.microsoft.com/office/drawing/2014/main" id="{ED4A1B96-33F4-34E0-17BC-CB68758A669A}"/>
                </a:ext>
              </a:extLst>
            </p:cNvPr>
            <p:cNvSpPr/>
            <p:nvPr/>
          </p:nvSpPr>
          <p:spPr>
            <a:xfrm>
              <a:off x="5193299" y="2931791"/>
              <a:ext cx="918250" cy="531479"/>
            </a:xfrm>
            <a:custGeom>
              <a:avLst/>
              <a:gdLst/>
              <a:ahLst/>
              <a:cxnLst/>
              <a:rect l="l" t="t" r="r" b="b"/>
              <a:pathLst>
                <a:path w="59743" h="34579" extrusionOk="0">
                  <a:moveTo>
                    <a:pt x="56704" y="0"/>
                  </a:moveTo>
                  <a:cubicBezTo>
                    <a:pt x="56426" y="0"/>
                    <a:pt x="56151" y="85"/>
                    <a:pt x="55907" y="254"/>
                  </a:cubicBezTo>
                  <a:lnTo>
                    <a:pt x="1368" y="31676"/>
                  </a:lnTo>
                  <a:cubicBezTo>
                    <a:pt x="801" y="32010"/>
                    <a:pt x="334" y="32510"/>
                    <a:pt x="0" y="33111"/>
                  </a:cubicBezTo>
                  <a:lnTo>
                    <a:pt x="2502" y="34578"/>
                  </a:lnTo>
                  <a:cubicBezTo>
                    <a:pt x="2836" y="33978"/>
                    <a:pt x="3303" y="33478"/>
                    <a:pt x="3903" y="33111"/>
                  </a:cubicBezTo>
                  <a:lnTo>
                    <a:pt x="58409" y="1688"/>
                  </a:lnTo>
                  <a:cubicBezTo>
                    <a:pt x="58652" y="1505"/>
                    <a:pt x="58933" y="1421"/>
                    <a:pt x="59213" y="1421"/>
                  </a:cubicBezTo>
                  <a:cubicBezTo>
                    <a:pt x="59393" y="1421"/>
                    <a:pt x="59573" y="1456"/>
                    <a:pt x="59743" y="1521"/>
                  </a:cubicBezTo>
                  <a:cubicBezTo>
                    <a:pt x="59343" y="1288"/>
                    <a:pt x="57708" y="354"/>
                    <a:pt x="57341" y="154"/>
                  </a:cubicBezTo>
                  <a:cubicBezTo>
                    <a:pt x="57137" y="51"/>
                    <a:pt x="56920" y="0"/>
                    <a:pt x="5670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2485;p64">
              <a:extLst>
                <a:ext uri="{FF2B5EF4-FFF2-40B4-BE49-F238E27FC236}">
                  <a16:creationId xmlns:a16="http://schemas.microsoft.com/office/drawing/2014/main" id="{849917E2-C22E-0BD5-1132-90F6ECF61741}"/>
                </a:ext>
              </a:extLst>
            </p:cNvPr>
            <p:cNvSpPr/>
            <p:nvPr/>
          </p:nvSpPr>
          <p:spPr>
            <a:xfrm>
              <a:off x="5352225" y="3056995"/>
              <a:ext cx="709080" cy="410886"/>
            </a:xfrm>
            <a:custGeom>
              <a:avLst/>
              <a:gdLst/>
              <a:ahLst/>
              <a:cxnLst/>
              <a:rect l="l" t="t" r="r" b="b"/>
              <a:pathLst>
                <a:path w="46134" h="26733" extrusionOk="0">
                  <a:moveTo>
                    <a:pt x="45959" y="0"/>
                  </a:moveTo>
                  <a:cubicBezTo>
                    <a:pt x="45938" y="0"/>
                    <a:pt x="45918" y="4"/>
                    <a:pt x="45900" y="13"/>
                  </a:cubicBezTo>
                  <a:lnTo>
                    <a:pt x="101" y="26466"/>
                  </a:lnTo>
                  <a:cubicBezTo>
                    <a:pt x="34" y="26532"/>
                    <a:pt x="1" y="26599"/>
                    <a:pt x="34" y="26666"/>
                  </a:cubicBezTo>
                  <a:cubicBezTo>
                    <a:pt x="68" y="26699"/>
                    <a:pt x="101" y="26733"/>
                    <a:pt x="168" y="26733"/>
                  </a:cubicBezTo>
                  <a:cubicBezTo>
                    <a:pt x="168" y="26733"/>
                    <a:pt x="201" y="26733"/>
                    <a:pt x="234" y="26699"/>
                  </a:cubicBezTo>
                  <a:lnTo>
                    <a:pt x="46034" y="247"/>
                  </a:lnTo>
                  <a:cubicBezTo>
                    <a:pt x="46100" y="214"/>
                    <a:pt x="46134" y="147"/>
                    <a:pt x="46100" y="80"/>
                  </a:cubicBezTo>
                  <a:cubicBezTo>
                    <a:pt x="46076" y="31"/>
                    <a:pt x="46016" y="0"/>
                    <a:pt x="459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2486;p64">
              <a:extLst>
                <a:ext uri="{FF2B5EF4-FFF2-40B4-BE49-F238E27FC236}">
                  <a16:creationId xmlns:a16="http://schemas.microsoft.com/office/drawing/2014/main" id="{A4FEA0E0-2CE5-7049-E905-B79DB470F315}"/>
                </a:ext>
              </a:extLst>
            </p:cNvPr>
            <p:cNvSpPr/>
            <p:nvPr/>
          </p:nvSpPr>
          <p:spPr>
            <a:xfrm>
              <a:off x="5351718" y="3134414"/>
              <a:ext cx="709587" cy="410886"/>
            </a:xfrm>
            <a:custGeom>
              <a:avLst/>
              <a:gdLst/>
              <a:ahLst/>
              <a:cxnLst/>
              <a:rect l="l" t="t" r="r" b="b"/>
              <a:pathLst>
                <a:path w="46167" h="26733" extrusionOk="0">
                  <a:moveTo>
                    <a:pt x="45992" y="0"/>
                  </a:moveTo>
                  <a:cubicBezTo>
                    <a:pt x="45971" y="0"/>
                    <a:pt x="45951" y="4"/>
                    <a:pt x="45933" y="13"/>
                  </a:cubicBezTo>
                  <a:lnTo>
                    <a:pt x="134" y="26499"/>
                  </a:lnTo>
                  <a:cubicBezTo>
                    <a:pt x="1" y="26566"/>
                    <a:pt x="34" y="26732"/>
                    <a:pt x="201" y="26732"/>
                  </a:cubicBezTo>
                  <a:lnTo>
                    <a:pt x="267" y="26732"/>
                  </a:lnTo>
                  <a:lnTo>
                    <a:pt x="46067" y="247"/>
                  </a:lnTo>
                  <a:cubicBezTo>
                    <a:pt x="46133" y="213"/>
                    <a:pt x="46167" y="147"/>
                    <a:pt x="46133" y="80"/>
                  </a:cubicBezTo>
                  <a:cubicBezTo>
                    <a:pt x="46109" y="31"/>
                    <a:pt x="46049" y="0"/>
                    <a:pt x="459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2487;p64">
              <a:extLst>
                <a:ext uri="{FF2B5EF4-FFF2-40B4-BE49-F238E27FC236}">
                  <a16:creationId xmlns:a16="http://schemas.microsoft.com/office/drawing/2014/main" id="{85A62538-1774-A24A-83D4-45CDD572A97A}"/>
                </a:ext>
              </a:extLst>
            </p:cNvPr>
            <p:cNvSpPr/>
            <p:nvPr/>
          </p:nvSpPr>
          <p:spPr>
            <a:xfrm>
              <a:off x="5352225" y="3211709"/>
              <a:ext cx="709740" cy="411009"/>
            </a:xfrm>
            <a:custGeom>
              <a:avLst/>
              <a:gdLst/>
              <a:ahLst/>
              <a:cxnLst/>
              <a:rect l="l" t="t" r="r" b="b"/>
              <a:pathLst>
                <a:path w="46177" h="26741" extrusionOk="0">
                  <a:moveTo>
                    <a:pt x="45958" y="1"/>
                  </a:moveTo>
                  <a:cubicBezTo>
                    <a:pt x="45939" y="1"/>
                    <a:pt x="45919" y="7"/>
                    <a:pt x="45900" y="21"/>
                  </a:cubicBezTo>
                  <a:lnTo>
                    <a:pt x="101" y="26507"/>
                  </a:lnTo>
                  <a:cubicBezTo>
                    <a:pt x="34" y="26540"/>
                    <a:pt x="1" y="26607"/>
                    <a:pt x="34" y="26674"/>
                  </a:cubicBezTo>
                  <a:cubicBezTo>
                    <a:pt x="68" y="26707"/>
                    <a:pt x="101" y="26740"/>
                    <a:pt x="168" y="26740"/>
                  </a:cubicBezTo>
                  <a:lnTo>
                    <a:pt x="234" y="26740"/>
                  </a:lnTo>
                  <a:lnTo>
                    <a:pt x="46034" y="255"/>
                  </a:lnTo>
                  <a:cubicBezTo>
                    <a:pt x="46177" y="226"/>
                    <a:pt x="46074" y="1"/>
                    <a:pt x="45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2488;p64">
              <a:extLst>
                <a:ext uri="{FF2B5EF4-FFF2-40B4-BE49-F238E27FC236}">
                  <a16:creationId xmlns:a16="http://schemas.microsoft.com/office/drawing/2014/main" id="{AE982379-AE2F-0ECD-59E7-F633B232A7CF}"/>
                </a:ext>
              </a:extLst>
            </p:cNvPr>
            <p:cNvSpPr/>
            <p:nvPr/>
          </p:nvSpPr>
          <p:spPr>
            <a:xfrm>
              <a:off x="5351718" y="3289620"/>
              <a:ext cx="709587" cy="411025"/>
            </a:xfrm>
            <a:custGeom>
              <a:avLst/>
              <a:gdLst/>
              <a:ahLst/>
              <a:cxnLst/>
              <a:rect l="l" t="t" r="r" b="b"/>
              <a:pathLst>
                <a:path w="46167" h="26742" extrusionOk="0">
                  <a:moveTo>
                    <a:pt x="46026" y="1"/>
                  </a:moveTo>
                  <a:cubicBezTo>
                    <a:pt x="45994" y="1"/>
                    <a:pt x="45961" y="9"/>
                    <a:pt x="45933" y="23"/>
                  </a:cubicBezTo>
                  <a:lnTo>
                    <a:pt x="134" y="26475"/>
                  </a:lnTo>
                  <a:cubicBezTo>
                    <a:pt x="1" y="26542"/>
                    <a:pt x="34" y="26742"/>
                    <a:pt x="201" y="26742"/>
                  </a:cubicBezTo>
                  <a:cubicBezTo>
                    <a:pt x="201" y="26708"/>
                    <a:pt x="234" y="26708"/>
                    <a:pt x="267" y="26708"/>
                  </a:cubicBezTo>
                  <a:lnTo>
                    <a:pt x="46067" y="256"/>
                  </a:lnTo>
                  <a:cubicBezTo>
                    <a:pt x="46133" y="223"/>
                    <a:pt x="46167" y="123"/>
                    <a:pt x="46133" y="56"/>
                  </a:cubicBezTo>
                  <a:cubicBezTo>
                    <a:pt x="46114" y="17"/>
                    <a:pt x="46071" y="1"/>
                    <a:pt x="46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2489;p64">
              <a:extLst>
                <a:ext uri="{FF2B5EF4-FFF2-40B4-BE49-F238E27FC236}">
                  <a16:creationId xmlns:a16="http://schemas.microsoft.com/office/drawing/2014/main" id="{FE299B05-8824-405F-003A-22867D251045}"/>
                </a:ext>
              </a:extLst>
            </p:cNvPr>
            <p:cNvSpPr/>
            <p:nvPr/>
          </p:nvSpPr>
          <p:spPr>
            <a:xfrm>
              <a:off x="5352225" y="3366824"/>
              <a:ext cx="709080" cy="410733"/>
            </a:xfrm>
            <a:custGeom>
              <a:avLst/>
              <a:gdLst/>
              <a:ahLst/>
              <a:cxnLst/>
              <a:rect l="l" t="t" r="r" b="b"/>
              <a:pathLst>
                <a:path w="46134" h="26723" extrusionOk="0">
                  <a:moveTo>
                    <a:pt x="45986" y="0"/>
                  </a:moveTo>
                  <a:cubicBezTo>
                    <a:pt x="45956" y="0"/>
                    <a:pt x="45926" y="11"/>
                    <a:pt x="45900" y="36"/>
                  </a:cubicBezTo>
                  <a:lnTo>
                    <a:pt x="101" y="26489"/>
                  </a:lnTo>
                  <a:cubicBezTo>
                    <a:pt x="34" y="26522"/>
                    <a:pt x="1" y="26589"/>
                    <a:pt x="34" y="26656"/>
                  </a:cubicBezTo>
                  <a:cubicBezTo>
                    <a:pt x="68" y="26689"/>
                    <a:pt x="101" y="26722"/>
                    <a:pt x="168" y="26722"/>
                  </a:cubicBezTo>
                  <a:lnTo>
                    <a:pt x="234" y="26722"/>
                  </a:lnTo>
                  <a:lnTo>
                    <a:pt x="46034" y="270"/>
                  </a:lnTo>
                  <a:cubicBezTo>
                    <a:pt x="46100" y="203"/>
                    <a:pt x="46134" y="137"/>
                    <a:pt x="46100" y="70"/>
                  </a:cubicBezTo>
                  <a:cubicBezTo>
                    <a:pt x="46080" y="29"/>
                    <a:pt x="46034" y="0"/>
                    <a:pt x="4598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2490;p64">
              <a:extLst>
                <a:ext uri="{FF2B5EF4-FFF2-40B4-BE49-F238E27FC236}">
                  <a16:creationId xmlns:a16="http://schemas.microsoft.com/office/drawing/2014/main" id="{3B8D32DB-5BAF-88E8-A4E1-DB81B3ECF28D}"/>
                </a:ext>
              </a:extLst>
            </p:cNvPr>
            <p:cNvSpPr/>
            <p:nvPr/>
          </p:nvSpPr>
          <p:spPr>
            <a:xfrm>
              <a:off x="5379922" y="3643653"/>
              <a:ext cx="33845" cy="114937"/>
            </a:xfrm>
            <a:custGeom>
              <a:avLst/>
              <a:gdLst/>
              <a:ahLst/>
              <a:cxnLst/>
              <a:rect l="l" t="t" r="r" b="b"/>
              <a:pathLst>
                <a:path w="2202" h="7478" extrusionOk="0">
                  <a:moveTo>
                    <a:pt x="1867" y="1"/>
                  </a:moveTo>
                  <a:cubicBezTo>
                    <a:pt x="1787" y="1"/>
                    <a:pt x="1697" y="24"/>
                    <a:pt x="1601" y="72"/>
                  </a:cubicBezTo>
                  <a:lnTo>
                    <a:pt x="601" y="672"/>
                  </a:lnTo>
                  <a:cubicBezTo>
                    <a:pt x="267" y="872"/>
                    <a:pt x="34" y="1273"/>
                    <a:pt x="0" y="1673"/>
                  </a:cubicBezTo>
                  <a:lnTo>
                    <a:pt x="0" y="7477"/>
                  </a:lnTo>
                  <a:lnTo>
                    <a:pt x="2202" y="6209"/>
                  </a:lnTo>
                  <a:lnTo>
                    <a:pt x="2202" y="405"/>
                  </a:lnTo>
                  <a:cubicBezTo>
                    <a:pt x="2202" y="144"/>
                    <a:pt x="2066" y="1"/>
                    <a:pt x="186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2491;p64">
              <a:extLst>
                <a:ext uri="{FF2B5EF4-FFF2-40B4-BE49-F238E27FC236}">
                  <a16:creationId xmlns:a16="http://schemas.microsoft.com/office/drawing/2014/main" id="{E42BBAB1-755E-5AA6-B0D5-9A276E4CBD61}"/>
                </a:ext>
              </a:extLst>
            </p:cNvPr>
            <p:cNvSpPr/>
            <p:nvPr/>
          </p:nvSpPr>
          <p:spPr>
            <a:xfrm>
              <a:off x="5428630" y="3532912"/>
              <a:ext cx="33338" cy="197474"/>
            </a:xfrm>
            <a:custGeom>
              <a:avLst/>
              <a:gdLst/>
              <a:ahLst/>
              <a:cxnLst/>
              <a:rect l="l" t="t" r="r" b="b"/>
              <a:pathLst>
                <a:path w="2169" h="12848" extrusionOk="0">
                  <a:moveTo>
                    <a:pt x="1846" y="1"/>
                  </a:moveTo>
                  <a:cubicBezTo>
                    <a:pt x="1771" y="1"/>
                    <a:pt x="1687" y="24"/>
                    <a:pt x="1601" y="72"/>
                  </a:cubicBezTo>
                  <a:lnTo>
                    <a:pt x="567" y="672"/>
                  </a:lnTo>
                  <a:cubicBezTo>
                    <a:pt x="234" y="872"/>
                    <a:pt x="33" y="1272"/>
                    <a:pt x="0" y="1673"/>
                  </a:cubicBezTo>
                  <a:lnTo>
                    <a:pt x="0" y="12847"/>
                  </a:lnTo>
                  <a:lnTo>
                    <a:pt x="2168" y="11613"/>
                  </a:lnTo>
                  <a:lnTo>
                    <a:pt x="2168" y="405"/>
                  </a:lnTo>
                  <a:cubicBezTo>
                    <a:pt x="2168" y="144"/>
                    <a:pt x="2033" y="1"/>
                    <a:pt x="184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2492;p64">
              <a:extLst>
                <a:ext uri="{FF2B5EF4-FFF2-40B4-BE49-F238E27FC236}">
                  <a16:creationId xmlns:a16="http://schemas.microsoft.com/office/drawing/2014/main" id="{E4B4326E-84B9-FEC3-151D-852C25A9F7B4}"/>
                </a:ext>
              </a:extLst>
            </p:cNvPr>
            <p:cNvSpPr/>
            <p:nvPr/>
          </p:nvSpPr>
          <p:spPr>
            <a:xfrm>
              <a:off x="5476814" y="3571137"/>
              <a:ext cx="33338" cy="131567"/>
            </a:xfrm>
            <a:custGeom>
              <a:avLst/>
              <a:gdLst/>
              <a:ahLst/>
              <a:cxnLst/>
              <a:rect l="l" t="t" r="r" b="b"/>
              <a:pathLst>
                <a:path w="2169" h="8560" extrusionOk="0">
                  <a:moveTo>
                    <a:pt x="1865" y="1"/>
                  </a:moveTo>
                  <a:cubicBezTo>
                    <a:pt x="1788" y="1"/>
                    <a:pt x="1699" y="28"/>
                    <a:pt x="1602" y="86"/>
                  </a:cubicBezTo>
                  <a:lnTo>
                    <a:pt x="601" y="653"/>
                  </a:lnTo>
                  <a:cubicBezTo>
                    <a:pt x="234" y="887"/>
                    <a:pt x="34" y="1254"/>
                    <a:pt x="1" y="1688"/>
                  </a:cubicBezTo>
                  <a:lnTo>
                    <a:pt x="1" y="8559"/>
                  </a:lnTo>
                  <a:lnTo>
                    <a:pt x="2169" y="7292"/>
                  </a:lnTo>
                  <a:lnTo>
                    <a:pt x="2169" y="420"/>
                  </a:lnTo>
                  <a:cubicBezTo>
                    <a:pt x="2169" y="160"/>
                    <a:pt x="2052" y="1"/>
                    <a:pt x="186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2493;p64">
              <a:extLst>
                <a:ext uri="{FF2B5EF4-FFF2-40B4-BE49-F238E27FC236}">
                  <a16:creationId xmlns:a16="http://schemas.microsoft.com/office/drawing/2014/main" id="{39800458-4A47-ED76-BEAA-5A40A854B9AE}"/>
                </a:ext>
              </a:extLst>
            </p:cNvPr>
            <p:cNvSpPr/>
            <p:nvPr/>
          </p:nvSpPr>
          <p:spPr>
            <a:xfrm>
              <a:off x="5476814" y="3571137"/>
              <a:ext cx="33338" cy="131567"/>
            </a:xfrm>
            <a:custGeom>
              <a:avLst/>
              <a:gdLst/>
              <a:ahLst/>
              <a:cxnLst/>
              <a:rect l="l" t="t" r="r" b="b"/>
              <a:pathLst>
                <a:path w="2169" h="8560" extrusionOk="0">
                  <a:moveTo>
                    <a:pt x="1865" y="1"/>
                  </a:moveTo>
                  <a:cubicBezTo>
                    <a:pt x="1788" y="1"/>
                    <a:pt x="1699" y="28"/>
                    <a:pt x="1602" y="86"/>
                  </a:cubicBezTo>
                  <a:lnTo>
                    <a:pt x="601" y="653"/>
                  </a:lnTo>
                  <a:cubicBezTo>
                    <a:pt x="234" y="887"/>
                    <a:pt x="34" y="1254"/>
                    <a:pt x="1" y="1688"/>
                  </a:cubicBezTo>
                  <a:lnTo>
                    <a:pt x="1" y="8559"/>
                  </a:lnTo>
                  <a:lnTo>
                    <a:pt x="2169" y="7292"/>
                  </a:lnTo>
                  <a:lnTo>
                    <a:pt x="2169" y="420"/>
                  </a:lnTo>
                  <a:cubicBezTo>
                    <a:pt x="2169" y="160"/>
                    <a:pt x="2052" y="1"/>
                    <a:pt x="18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2494;p64">
              <a:extLst>
                <a:ext uri="{FF2B5EF4-FFF2-40B4-BE49-F238E27FC236}">
                  <a16:creationId xmlns:a16="http://schemas.microsoft.com/office/drawing/2014/main" id="{A088266B-8B25-962A-B7CD-44A9BCB4A3C2}"/>
                </a:ext>
              </a:extLst>
            </p:cNvPr>
            <p:cNvSpPr/>
            <p:nvPr/>
          </p:nvSpPr>
          <p:spPr>
            <a:xfrm>
              <a:off x="5428630" y="3532912"/>
              <a:ext cx="33338" cy="197474"/>
            </a:xfrm>
            <a:custGeom>
              <a:avLst/>
              <a:gdLst/>
              <a:ahLst/>
              <a:cxnLst/>
              <a:rect l="l" t="t" r="r" b="b"/>
              <a:pathLst>
                <a:path w="2169" h="12848" extrusionOk="0">
                  <a:moveTo>
                    <a:pt x="1846" y="1"/>
                  </a:moveTo>
                  <a:cubicBezTo>
                    <a:pt x="1771" y="1"/>
                    <a:pt x="1687" y="24"/>
                    <a:pt x="1601" y="72"/>
                  </a:cubicBezTo>
                  <a:lnTo>
                    <a:pt x="567" y="672"/>
                  </a:lnTo>
                  <a:cubicBezTo>
                    <a:pt x="234" y="872"/>
                    <a:pt x="33" y="1272"/>
                    <a:pt x="0" y="1673"/>
                  </a:cubicBezTo>
                  <a:lnTo>
                    <a:pt x="0" y="12847"/>
                  </a:lnTo>
                  <a:lnTo>
                    <a:pt x="2168" y="11613"/>
                  </a:lnTo>
                  <a:lnTo>
                    <a:pt x="2168" y="405"/>
                  </a:lnTo>
                  <a:cubicBezTo>
                    <a:pt x="2168" y="144"/>
                    <a:pt x="2033" y="1"/>
                    <a:pt x="1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2495;p64">
              <a:extLst>
                <a:ext uri="{FF2B5EF4-FFF2-40B4-BE49-F238E27FC236}">
                  <a16:creationId xmlns:a16="http://schemas.microsoft.com/office/drawing/2014/main" id="{A6CFEB4D-CA2B-168B-1A8C-C5CBD42A058B}"/>
                </a:ext>
              </a:extLst>
            </p:cNvPr>
            <p:cNvSpPr/>
            <p:nvPr/>
          </p:nvSpPr>
          <p:spPr>
            <a:xfrm>
              <a:off x="5553203" y="3492181"/>
              <a:ext cx="33860" cy="166426"/>
            </a:xfrm>
            <a:custGeom>
              <a:avLst/>
              <a:gdLst/>
              <a:ahLst/>
              <a:cxnLst/>
              <a:rect l="l" t="t" r="r" b="b"/>
              <a:pathLst>
                <a:path w="2203" h="10828" extrusionOk="0">
                  <a:moveTo>
                    <a:pt x="1872" y="1"/>
                  </a:moveTo>
                  <a:cubicBezTo>
                    <a:pt x="1791" y="1"/>
                    <a:pt x="1699" y="28"/>
                    <a:pt x="1602" y="86"/>
                  </a:cubicBezTo>
                  <a:lnTo>
                    <a:pt x="601" y="687"/>
                  </a:lnTo>
                  <a:cubicBezTo>
                    <a:pt x="234" y="887"/>
                    <a:pt x="34" y="1254"/>
                    <a:pt x="1" y="1688"/>
                  </a:cubicBezTo>
                  <a:lnTo>
                    <a:pt x="1" y="10827"/>
                  </a:lnTo>
                  <a:lnTo>
                    <a:pt x="2202" y="9560"/>
                  </a:lnTo>
                  <a:lnTo>
                    <a:pt x="2202" y="420"/>
                  </a:lnTo>
                  <a:cubicBezTo>
                    <a:pt x="2202" y="160"/>
                    <a:pt x="2069" y="1"/>
                    <a:pt x="18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2496;p64">
              <a:extLst>
                <a:ext uri="{FF2B5EF4-FFF2-40B4-BE49-F238E27FC236}">
                  <a16:creationId xmlns:a16="http://schemas.microsoft.com/office/drawing/2014/main" id="{CA3BB40F-AAAF-355D-6963-641AF863439B}"/>
                </a:ext>
              </a:extLst>
            </p:cNvPr>
            <p:cNvSpPr/>
            <p:nvPr/>
          </p:nvSpPr>
          <p:spPr>
            <a:xfrm>
              <a:off x="5601404" y="3445011"/>
              <a:ext cx="33860" cy="185916"/>
            </a:xfrm>
            <a:custGeom>
              <a:avLst/>
              <a:gdLst/>
              <a:ahLst/>
              <a:cxnLst/>
              <a:rect l="l" t="t" r="r" b="b"/>
              <a:pathLst>
                <a:path w="2203" h="12096" extrusionOk="0">
                  <a:moveTo>
                    <a:pt x="1872" y="1"/>
                  </a:moveTo>
                  <a:cubicBezTo>
                    <a:pt x="1791" y="1"/>
                    <a:pt x="1699" y="28"/>
                    <a:pt x="1602" y="87"/>
                  </a:cubicBezTo>
                  <a:lnTo>
                    <a:pt x="601" y="654"/>
                  </a:lnTo>
                  <a:cubicBezTo>
                    <a:pt x="267" y="887"/>
                    <a:pt x="34" y="1254"/>
                    <a:pt x="0" y="1688"/>
                  </a:cubicBezTo>
                  <a:lnTo>
                    <a:pt x="0" y="12095"/>
                  </a:lnTo>
                  <a:lnTo>
                    <a:pt x="2202" y="10828"/>
                  </a:lnTo>
                  <a:lnTo>
                    <a:pt x="2202" y="420"/>
                  </a:lnTo>
                  <a:cubicBezTo>
                    <a:pt x="2202" y="160"/>
                    <a:pt x="2068" y="1"/>
                    <a:pt x="18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2497;p64">
              <a:extLst>
                <a:ext uri="{FF2B5EF4-FFF2-40B4-BE49-F238E27FC236}">
                  <a16:creationId xmlns:a16="http://schemas.microsoft.com/office/drawing/2014/main" id="{4D6FF7B1-54F4-8121-5B96-ADAF054C539A}"/>
                </a:ext>
              </a:extLst>
            </p:cNvPr>
            <p:cNvSpPr/>
            <p:nvPr/>
          </p:nvSpPr>
          <p:spPr>
            <a:xfrm>
              <a:off x="5650111" y="3311199"/>
              <a:ext cx="33338" cy="291523"/>
            </a:xfrm>
            <a:custGeom>
              <a:avLst/>
              <a:gdLst/>
              <a:ahLst/>
              <a:cxnLst/>
              <a:rect l="l" t="t" r="r" b="b"/>
              <a:pathLst>
                <a:path w="2169" h="18967" extrusionOk="0">
                  <a:moveTo>
                    <a:pt x="1850" y="1"/>
                  </a:moveTo>
                  <a:cubicBezTo>
                    <a:pt x="1774" y="1"/>
                    <a:pt x="1689" y="28"/>
                    <a:pt x="1602" y="86"/>
                  </a:cubicBezTo>
                  <a:lnTo>
                    <a:pt x="567" y="687"/>
                  </a:lnTo>
                  <a:cubicBezTo>
                    <a:pt x="234" y="887"/>
                    <a:pt x="34" y="1254"/>
                    <a:pt x="0" y="1687"/>
                  </a:cubicBezTo>
                  <a:lnTo>
                    <a:pt x="0" y="18966"/>
                  </a:lnTo>
                  <a:lnTo>
                    <a:pt x="2169" y="17699"/>
                  </a:lnTo>
                  <a:lnTo>
                    <a:pt x="2169" y="420"/>
                  </a:lnTo>
                  <a:cubicBezTo>
                    <a:pt x="2169" y="160"/>
                    <a:pt x="2035" y="1"/>
                    <a:pt x="1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2498;p64">
              <a:extLst>
                <a:ext uri="{FF2B5EF4-FFF2-40B4-BE49-F238E27FC236}">
                  <a16:creationId xmlns:a16="http://schemas.microsoft.com/office/drawing/2014/main" id="{B2C6F2B3-8FCD-A2C0-A4DC-CE8D05B15700}"/>
                </a:ext>
              </a:extLst>
            </p:cNvPr>
            <p:cNvSpPr/>
            <p:nvPr/>
          </p:nvSpPr>
          <p:spPr>
            <a:xfrm>
              <a:off x="5650111" y="3311199"/>
              <a:ext cx="33338" cy="291523"/>
            </a:xfrm>
            <a:custGeom>
              <a:avLst/>
              <a:gdLst/>
              <a:ahLst/>
              <a:cxnLst/>
              <a:rect l="l" t="t" r="r" b="b"/>
              <a:pathLst>
                <a:path w="2169" h="18967" extrusionOk="0">
                  <a:moveTo>
                    <a:pt x="1850" y="1"/>
                  </a:moveTo>
                  <a:cubicBezTo>
                    <a:pt x="1774" y="1"/>
                    <a:pt x="1689" y="28"/>
                    <a:pt x="1602" y="86"/>
                  </a:cubicBezTo>
                  <a:lnTo>
                    <a:pt x="567" y="687"/>
                  </a:lnTo>
                  <a:cubicBezTo>
                    <a:pt x="234" y="887"/>
                    <a:pt x="34" y="1254"/>
                    <a:pt x="0" y="1687"/>
                  </a:cubicBezTo>
                  <a:lnTo>
                    <a:pt x="0" y="18966"/>
                  </a:lnTo>
                  <a:lnTo>
                    <a:pt x="2169" y="17699"/>
                  </a:lnTo>
                  <a:lnTo>
                    <a:pt x="2169" y="420"/>
                  </a:lnTo>
                  <a:cubicBezTo>
                    <a:pt x="2169" y="160"/>
                    <a:pt x="2035" y="1"/>
                    <a:pt x="18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2499;p64">
              <a:extLst>
                <a:ext uri="{FF2B5EF4-FFF2-40B4-BE49-F238E27FC236}">
                  <a16:creationId xmlns:a16="http://schemas.microsoft.com/office/drawing/2014/main" id="{57A95FB4-C871-88D9-78D6-2EDADA0DB9EC}"/>
                </a:ext>
              </a:extLst>
            </p:cNvPr>
            <p:cNvSpPr/>
            <p:nvPr/>
          </p:nvSpPr>
          <p:spPr>
            <a:xfrm>
              <a:off x="5601404" y="3445011"/>
              <a:ext cx="33860" cy="185916"/>
            </a:xfrm>
            <a:custGeom>
              <a:avLst/>
              <a:gdLst/>
              <a:ahLst/>
              <a:cxnLst/>
              <a:rect l="l" t="t" r="r" b="b"/>
              <a:pathLst>
                <a:path w="2203" h="12096" extrusionOk="0">
                  <a:moveTo>
                    <a:pt x="1872" y="1"/>
                  </a:moveTo>
                  <a:cubicBezTo>
                    <a:pt x="1791" y="1"/>
                    <a:pt x="1699" y="28"/>
                    <a:pt x="1602" y="87"/>
                  </a:cubicBezTo>
                  <a:lnTo>
                    <a:pt x="601" y="654"/>
                  </a:lnTo>
                  <a:cubicBezTo>
                    <a:pt x="267" y="887"/>
                    <a:pt x="34" y="1254"/>
                    <a:pt x="0" y="1688"/>
                  </a:cubicBezTo>
                  <a:lnTo>
                    <a:pt x="0" y="12095"/>
                  </a:lnTo>
                  <a:lnTo>
                    <a:pt x="2202" y="10828"/>
                  </a:lnTo>
                  <a:lnTo>
                    <a:pt x="2202" y="420"/>
                  </a:lnTo>
                  <a:cubicBezTo>
                    <a:pt x="2202" y="160"/>
                    <a:pt x="2068" y="1"/>
                    <a:pt x="18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2500;p64">
              <a:extLst>
                <a:ext uri="{FF2B5EF4-FFF2-40B4-BE49-F238E27FC236}">
                  <a16:creationId xmlns:a16="http://schemas.microsoft.com/office/drawing/2014/main" id="{EA971039-8F4F-AA6C-DF3A-F4CA61453370}"/>
                </a:ext>
              </a:extLst>
            </p:cNvPr>
            <p:cNvSpPr/>
            <p:nvPr/>
          </p:nvSpPr>
          <p:spPr>
            <a:xfrm>
              <a:off x="5726500" y="3511901"/>
              <a:ext cx="33338" cy="46725"/>
            </a:xfrm>
            <a:custGeom>
              <a:avLst/>
              <a:gdLst/>
              <a:ahLst/>
              <a:cxnLst/>
              <a:rect l="l" t="t" r="r" b="b"/>
              <a:pathLst>
                <a:path w="2169" h="3040" extrusionOk="0">
                  <a:moveTo>
                    <a:pt x="1843" y="1"/>
                  </a:moveTo>
                  <a:cubicBezTo>
                    <a:pt x="1769" y="1"/>
                    <a:pt x="1686" y="24"/>
                    <a:pt x="1602" y="71"/>
                  </a:cubicBezTo>
                  <a:lnTo>
                    <a:pt x="568" y="671"/>
                  </a:lnTo>
                  <a:cubicBezTo>
                    <a:pt x="234" y="905"/>
                    <a:pt x="1" y="1272"/>
                    <a:pt x="1" y="1672"/>
                  </a:cubicBezTo>
                  <a:lnTo>
                    <a:pt x="1" y="3040"/>
                  </a:lnTo>
                  <a:lnTo>
                    <a:pt x="2169" y="1772"/>
                  </a:lnTo>
                  <a:lnTo>
                    <a:pt x="2169" y="438"/>
                  </a:lnTo>
                  <a:cubicBezTo>
                    <a:pt x="2169" y="151"/>
                    <a:pt x="2031" y="1"/>
                    <a:pt x="184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2501;p64">
              <a:extLst>
                <a:ext uri="{FF2B5EF4-FFF2-40B4-BE49-F238E27FC236}">
                  <a16:creationId xmlns:a16="http://schemas.microsoft.com/office/drawing/2014/main" id="{7D72E156-E31C-2A3E-7FDF-AB4129762A50}"/>
                </a:ext>
              </a:extLst>
            </p:cNvPr>
            <p:cNvSpPr/>
            <p:nvPr/>
          </p:nvSpPr>
          <p:spPr>
            <a:xfrm>
              <a:off x="5774700" y="3317870"/>
              <a:ext cx="33338" cy="212567"/>
            </a:xfrm>
            <a:custGeom>
              <a:avLst/>
              <a:gdLst/>
              <a:ahLst/>
              <a:cxnLst/>
              <a:rect l="l" t="t" r="r" b="b"/>
              <a:pathLst>
                <a:path w="2169" h="13830" extrusionOk="0">
                  <a:moveTo>
                    <a:pt x="1865" y="0"/>
                  </a:moveTo>
                  <a:cubicBezTo>
                    <a:pt x="1788" y="0"/>
                    <a:pt x="1699" y="27"/>
                    <a:pt x="1601" y="86"/>
                  </a:cubicBezTo>
                  <a:lnTo>
                    <a:pt x="601" y="653"/>
                  </a:lnTo>
                  <a:cubicBezTo>
                    <a:pt x="234" y="886"/>
                    <a:pt x="34" y="1253"/>
                    <a:pt x="0" y="1687"/>
                  </a:cubicBezTo>
                  <a:lnTo>
                    <a:pt x="0" y="13829"/>
                  </a:lnTo>
                  <a:lnTo>
                    <a:pt x="2168" y="12595"/>
                  </a:lnTo>
                  <a:lnTo>
                    <a:pt x="2168" y="419"/>
                  </a:lnTo>
                  <a:cubicBezTo>
                    <a:pt x="2168" y="160"/>
                    <a:pt x="2051" y="0"/>
                    <a:pt x="186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2502;p64">
              <a:extLst>
                <a:ext uri="{FF2B5EF4-FFF2-40B4-BE49-F238E27FC236}">
                  <a16:creationId xmlns:a16="http://schemas.microsoft.com/office/drawing/2014/main" id="{BBDAB3D5-E546-2E4E-F17A-A08AA93F594B}"/>
                </a:ext>
              </a:extLst>
            </p:cNvPr>
            <p:cNvSpPr/>
            <p:nvPr/>
          </p:nvSpPr>
          <p:spPr>
            <a:xfrm>
              <a:off x="5822885" y="3336222"/>
              <a:ext cx="33860" cy="166519"/>
            </a:xfrm>
            <a:custGeom>
              <a:avLst/>
              <a:gdLst/>
              <a:ahLst/>
              <a:cxnLst/>
              <a:rect l="l" t="t" r="r" b="b"/>
              <a:pathLst>
                <a:path w="2203" h="10834" extrusionOk="0">
                  <a:moveTo>
                    <a:pt x="1887" y="1"/>
                  </a:moveTo>
                  <a:cubicBezTo>
                    <a:pt x="1802" y="1"/>
                    <a:pt x="1705" y="31"/>
                    <a:pt x="1602" y="93"/>
                  </a:cubicBezTo>
                  <a:lnTo>
                    <a:pt x="601" y="660"/>
                  </a:lnTo>
                  <a:cubicBezTo>
                    <a:pt x="268" y="893"/>
                    <a:pt x="34" y="1260"/>
                    <a:pt x="34" y="1694"/>
                  </a:cubicBezTo>
                  <a:lnTo>
                    <a:pt x="1" y="10834"/>
                  </a:lnTo>
                  <a:lnTo>
                    <a:pt x="2202" y="9600"/>
                  </a:lnTo>
                  <a:lnTo>
                    <a:pt x="2202" y="426"/>
                  </a:lnTo>
                  <a:cubicBezTo>
                    <a:pt x="2202" y="150"/>
                    <a:pt x="2075" y="1"/>
                    <a:pt x="18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2503;p64">
              <a:extLst>
                <a:ext uri="{FF2B5EF4-FFF2-40B4-BE49-F238E27FC236}">
                  <a16:creationId xmlns:a16="http://schemas.microsoft.com/office/drawing/2014/main" id="{B2E4E3B0-172D-696F-A8DB-99E02E0821B8}"/>
                </a:ext>
              </a:extLst>
            </p:cNvPr>
            <p:cNvSpPr/>
            <p:nvPr/>
          </p:nvSpPr>
          <p:spPr>
            <a:xfrm>
              <a:off x="5822885" y="3336222"/>
              <a:ext cx="33860" cy="166519"/>
            </a:xfrm>
            <a:custGeom>
              <a:avLst/>
              <a:gdLst/>
              <a:ahLst/>
              <a:cxnLst/>
              <a:rect l="l" t="t" r="r" b="b"/>
              <a:pathLst>
                <a:path w="2203" h="10834" extrusionOk="0">
                  <a:moveTo>
                    <a:pt x="1887" y="1"/>
                  </a:moveTo>
                  <a:cubicBezTo>
                    <a:pt x="1802" y="1"/>
                    <a:pt x="1705" y="31"/>
                    <a:pt x="1602" y="93"/>
                  </a:cubicBezTo>
                  <a:lnTo>
                    <a:pt x="601" y="660"/>
                  </a:lnTo>
                  <a:cubicBezTo>
                    <a:pt x="268" y="893"/>
                    <a:pt x="34" y="1260"/>
                    <a:pt x="34" y="1694"/>
                  </a:cubicBezTo>
                  <a:lnTo>
                    <a:pt x="1" y="10834"/>
                  </a:lnTo>
                  <a:lnTo>
                    <a:pt x="2202" y="9600"/>
                  </a:lnTo>
                  <a:lnTo>
                    <a:pt x="2202" y="426"/>
                  </a:lnTo>
                  <a:cubicBezTo>
                    <a:pt x="2202" y="150"/>
                    <a:pt x="2075" y="1"/>
                    <a:pt x="18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2504;p64">
              <a:extLst>
                <a:ext uri="{FF2B5EF4-FFF2-40B4-BE49-F238E27FC236}">
                  <a16:creationId xmlns:a16="http://schemas.microsoft.com/office/drawing/2014/main" id="{9C1EF6F1-F548-C0C9-89D2-E76FEF619FE1}"/>
                </a:ext>
              </a:extLst>
            </p:cNvPr>
            <p:cNvSpPr/>
            <p:nvPr/>
          </p:nvSpPr>
          <p:spPr>
            <a:xfrm>
              <a:off x="5774700" y="3317870"/>
              <a:ext cx="33338" cy="212567"/>
            </a:xfrm>
            <a:custGeom>
              <a:avLst/>
              <a:gdLst/>
              <a:ahLst/>
              <a:cxnLst/>
              <a:rect l="l" t="t" r="r" b="b"/>
              <a:pathLst>
                <a:path w="2169" h="13830" extrusionOk="0">
                  <a:moveTo>
                    <a:pt x="1865" y="0"/>
                  </a:moveTo>
                  <a:cubicBezTo>
                    <a:pt x="1788" y="0"/>
                    <a:pt x="1699" y="27"/>
                    <a:pt x="1601" y="86"/>
                  </a:cubicBezTo>
                  <a:lnTo>
                    <a:pt x="601" y="653"/>
                  </a:lnTo>
                  <a:cubicBezTo>
                    <a:pt x="234" y="886"/>
                    <a:pt x="34" y="1253"/>
                    <a:pt x="0" y="1687"/>
                  </a:cubicBezTo>
                  <a:lnTo>
                    <a:pt x="0" y="13829"/>
                  </a:lnTo>
                  <a:lnTo>
                    <a:pt x="2168" y="12595"/>
                  </a:lnTo>
                  <a:lnTo>
                    <a:pt x="2168" y="419"/>
                  </a:lnTo>
                  <a:cubicBezTo>
                    <a:pt x="2168" y="160"/>
                    <a:pt x="2051" y="0"/>
                    <a:pt x="1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2505;p64">
              <a:extLst>
                <a:ext uri="{FF2B5EF4-FFF2-40B4-BE49-F238E27FC236}">
                  <a16:creationId xmlns:a16="http://schemas.microsoft.com/office/drawing/2014/main" id="{842251CF-64A8-BA30-7B7C-C0E0F2F4A7BA}"/>
                </a:ext>
              </a:extLst>
            </p:cNvPr>
            <p:cNvSpPr/>
            <p:nvPr/>
          </p:nvSpPr>
          <p:spPr>
            <a:xfrm>
              <a:off x="5899274" y="3344014"/>
              <a:ext cx="33860" cy="115152"/>
            </a:xfrm>
            <a:custGeom>
              <a:avLst/>
              <a:gdLst/>
              <a:ahLst/>
              <a:cxnLst/>
              <a:rect l="l" t="t" r="r" b="b"/>
              <a:pathLst>
                <a:path w="2203" h="7492" extrusionOk="0">
                  <a:moveTo>
                    <a:pt x="1872" y="1"/>
                  </a:moveTo>
                  <a:cubicBezTo>
                    <a:pt x="1791" y="1"/>
                    <a:pt x="1700" y="28"/>
                    <a:pt x="1602" y="86"/>
                  </a:cubicBezTo>
                  <a:lnTo>
                    <a:pt x="601" y="687"/>
                  </a:lnTo>
                  <a:cubicBezTo>
                    <a:pt x="268" y="887"/>
                    <a:pt x="34" y="1254"/>
                    <a:pt x="1" y="1654"/>
                  </a:cubicBezTo>
                  <a:lnTo>
                    <a:pt x="1" y="7491"/>
                  </a:lnTo>
                  <a:lnTo>
                    <a:pt x="2203" y="6224"/>
                  </a:lnTo>
                  <a:lnTo>
                    <a:pt x="2203" y="420"/>
                  </a:lnTo>
                  <a:cubicBezTo>
                    <a:pt x="2203" y="160"/>
                    <a:pt x="2069" y="1"/>
                    <a:pt x="18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2506;p64">
              <a:extLst>
                <a:ext uri="{FF2B5EF4-FFF2-40B4-BE49-F238E27FC236}">
                  <a16:creationId xmlns:a16="http://schemas.microsoft.com/office/drawing/2014/main" id="{127D7023-D1E8-53CB-8D06-B0AFB6A36F38}"/>
                </a:ext>
              </a:extLst>
            </p:cNvPr>
            <p:cNvSpPr/>
            <p:nvPr/>
          </p:nvSpPr>
          <p:spPr>
            <a:xfrm>
              <a:off x="5947982" y="3184566"/>
              <a:ext cx="33353" cy="245889"/>
            </a:xfrm>
            <a:custGeom>
              <a:avLst/>
              <a:gdLst/>
              <a:ahLst/>
              <a:cxnLst/>
              <a:rect l="l" t="t" r="r" b="b"/>
              <a:pathLst>
                <a:path w="2170" h="15998" extrusionOk="0">
                  <a:moveTo>
                    <a:pt x="1851" y="0"/>
                  </a:moveTo>
                  <a:cubicBezTo>
                    <a:pt x="1775" y="0"/>
                    <a:pt x="1690" y="28"/>
                    <a:pt x="1602" y="86"/>
                  </a:cubicBezTo>
                  <a:lnTo>
                    <a:pt x="568" y="653"/>
                  </a:lnTo>
                  <a:cubicBezTo>
                    <a:pt x="234" y="887"/>
                    <a:pt x="1" y="1254"/>
                    <a:pt x="1" y="1687"/>
                  </a:cubicBezTo>
                  <a:lnTo>
                    <a:pt x="1" y="15997"/>
                  </a:lnTo>
                  <a:lnTo>
                    <a:pt x="2169" y="14763"/>
                  </a:lnTo>
                  <a:lnTo>
                    <a:pt x="2169" y="420"/>
                  </a:lnTo>
                  <a:cubicBezTo>
                    <a:pt x="2169" y="160"/>
                    <a:pt x="2035" y="0"/>
                    <a:pt x="18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2507;p64">
              <a:extLst>
                <a:ext uri="{FF2B5EF4-FFF2-40B4-BE49-F238E27FC236}">
                  <a16:creationId xmlns:a16="http://schemas.microsoft.com/office/drawing/2014/main" id="{69B2865F-A53C-D882-C614-76D98AEBFC5A}"/>
                </a:ext>
              </a:extLst>
            </p:cNvPr>
            <p:cNvSpPr/>
            <p:nvPr/>
          </p:nvSpPr>
          <p:spPr>
            <a:xfrm>
              <a:off x="5996182" y="3271207"/>
              <a:ext cx="33860" cy="131567"/>
            </a:xfrm>
            <a:custGeom>
              <a:avLst/>
              <a:gdLst/>
              <a:ahLst/>
              <a:cxnLst/>
              <a:rect l="l" t="t" r="r" b="b"/>
              <a:pathLst>
                <a:path w="2203" h="8560" extrusionOk="0">
                  <a:moveTo>
                    <a:pt x="1872" y="1"/>
                  </a:moveTo>
                  <a:cubicBezTo>
                    <a:pt x="1791" y="1"/>
                    <a:pt x="1699" y="28"/>
                    <a:pt x="1602" y="86"/>
                  </a:cubicBezTo>
                  <a:lnTo>
                    <a:pt x="601" y="687"/>
                  </a:lnTo>
                  <a:cubicBezTo>
                    <a:pt x="234" y="887"/>
                    <a:pt x="34" y="1254"/>
                    <a:pt x="0" y="1688"/>
                  </a:cubicBezTo>
                  <a:lnTo>
                    <a:pt x="0" y="8559"/>
                  </a:lnTo>
                  <a:lnTo>
                    <a:pt x="2202" y="7292"/>
                  </a:lnTo>
                  <a:lnTo>
                    <a:pt x="2202" y="420"/>
                  </a:lnTo>
                  <a:cubicBezTo>
                    <a:pt x="2202" y="160"/>
                    <a:pt x="2068" y="1"/>
                    <a:pt x="18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2508;p64">
              <a:extLst>
                <a:ext uri="{FF2B5EF4-FFF2-40B4-BE49-F238E27FC236}">
                  <a16:creationId xmlns:a16="http://schemas.microsoft.com/office/drawing/2014/main" id="{D0FCE081-2106-F4C2-0DB8-F7BFC6A9C9A0}"/>
                </a:ext>
              </a:extLst>
            </p:cNvPr>
            <p:cNvSpPr/>
            <p:nvPr/>
          </p:nvSpPr>
          <p:spPr>
            <a:xfrm>
              <a:off x="5996182" y="3271207"/>
              <a:ext cx="33860" cy="131567"/>
            </a:xfrm>
            <a:custGeom>
              <a:avLst/>
              <a:gdLst/>
              <a:ahLst/>
              <a:cxnLst/>
              <a:rect l="l" t="t" r="r" b="b"/>
              <a:pathLst>
                <a:path w="2203" h="8560" extrusionOk="0">
                  <a:moveTo>
                    <a:pt x="1872" y="1"/>
                  </a:moveTo>
                  <a:cubicBezTo>
                    <a:pt x="1791" y="1"/>
                    <a:pt x="1699" y="28"/>
                    <a:pt x="1602" y="86"/>
                  </a:cubicBezTo>
                  <a:lnTo>
                    <a:pt x="601" y="687"/>
                  </a:lnTo>
                  <a:cubicBezTo>
                    <a:pt x="234" y="887"/>
                    <a:pt x="34" y="1254"/>
                    <a:pt x="0" y="1688"/>
                  </a:cubicBezTo>
                  <a:lnTo>
                    <a:pt x="0" y="8559"/>
                  </a:lnTo>
                  <a:lnTo>
                    <a:pt x="2202" y="7292"/>
                  </a:lnTo>
                  <a:lnTo>
                    <a:pt x="2202" y="420"/>
                  </a:lnTo>
                  <a:cubicBezTo>
                    <a:pt x="2202" y="160"/>
                    <a:pt x="2068" y="1"/>
                    <a:pt x="18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2509;p64">
              <a:extLst>
                <a:ext uri="{FF2B5EF4-FFF2-40B4-BE49-F238E27FC236}">
                  <a16:creationId xmlns:a16="http://schemas.microsoft.com/office/drawing/2014/main" id="{4874ABA5-C029-13D1-5DAB-27BEA04AC57E}"/>
                </a:ext>
              </a:extLst>
            </p:cNvPr>
            <p:cNvSpPr/>
            <p:nvPr/>
          </p:nvSpPr>
          <p:spPr>
            <a:xfrm>
              <a:off x="5947982" y="3184566"/>
              <a:ext cx="33353" cy="245889"/>
            </a:xfrm>
            <a:custGeom>
              <a:avLst/>
              <a:gdLst/>
              <a:ahLst/>
              <a:cxnLst/>
              <a:rect l="l" t="t" r="r" b="b"/>
              <a:pathLst>
                <a:path w="2170" h="15998" extrusionOk="0">
                  <a:moveTo>
                    <a:pt x="1851" y="0"/>
                  </a:moveTo>
                  <a:cubicBezTo>
                    <a:pt x="1775" y="0"/>
                    <a:pt x="1690" y="28"/>
                    <a:pt x="1602" y="86"/>
                  </a:cubicBezTo>
                  <a:lnTo>
                    <a:pt x="568" y="653"/>
                  </a:lnTo>
                  <a:cubicBezTo>
                    <a:pt x="234" y="887"/>
                    <a:pt x="1" y="1254"/>
                    <a:pt x="1" y="1687"/>
                  </a:cubicBezTo>
                  <a:lnTo>
                    <a:pt x="1" y="15997"/>
                  </a:lnTo>
                  <a:lnTo>
                    <a:pt x="2169" y="14763"/>
                  </a:lnTo>
                  <a:lnTo>
                    <a:pt x="2169" y="420"/>
                  </a:lnTo>
                  <a:cubicBezTo>
                    <a:pt x="2169" y="160"/>
                    <a:pt x="2035" y="0"/>
                    <a:pt x="18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2510;p64">
              <a:extLst>
                <a:ext uri="{FF2B5EF4-FFF2-40B4-BE49-F238E27FC236}">
                  <a16:creationId xmlns:a16="http://schemas.microsoft.com/office/drawing/2014/main" id="{478A9FE0-C8C7-F162-E734-C5F15625F75A}"/>
                </a:ext>
              </a:extLst>
            </p:cNvPr>
            <p:cNvSpPr/>
            <p:nvPr/>
          </p:nvSpPr>
          <p:spPr>
            <a:xfrm>
              <a:off x="5265077" y="3776142"/>
              <a:ext cx="67167" cy="46771"/>
            </a:xfrm>
            <a:custGeom>
              <a:avLst/>
              <a:gdLst/>
              <a:ahLst/>
              <a:cxnLst/>
              <a:rect l="l" t="t" r="r" b="b"/>
              <a:pathLst>
                <a:path w="4370" h="3043" extrusionOk="0">
                  <a:moveTo>
                    <a:pt x="4100" y="0"/>
                  </a:moveTo>
                  <a:cubicBezTo>
                    <a:pt x="4005" y="0"/>
                    <a:pt x="3892" y="30"/>
                    <a:pt x="3770" y="91"/>
                  </a:cubicBezTo>
                  <a:lnTo>
                    <a:pt x="567" y="1959"/>
                  </a:lnTo>
                  <a:cubicBezTo>
                    <a:pt x="267" y="2126"/>
                    <a:pt x="34" y="2426"/>
                    <a:pt x="0" y="2793"/>
                  </a:cubicBezTo>
                  <a:cubicBezTo>
                    <a:pt x="0" y="2955"/>
                    <a:pt x="98" y="3043"/>
                    <a:pt x="242" y="3043"/>
                  </a:cubicBezTo>
                  <a:cubicBezTo>
                    <a:pt x="336" y="3043"/>
                    <a:pt x="449" y="3006"/>
                    <a:pt x="567" y="2927"/>
                  </a:cubicBezTo>
                  <a:lnTo>
                    <a:pt x="3770" y="1092"/>
                  </a:lnTo>
                  <a:cubicBezTo>
                    <a:pt x="4103" y="925"/>
                    <a:pt x="4303" y="592"/>
                    <a:pt x="4370" y="258"/>
                  </a:cubicBezTo>
                  <a:cubicBezTo>
                    <a:pt x="4370" y="89"/>
                    <a:pt x="4263" y="0"/>
                    <a:pt x="41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2511;p64">
              <a:extLst>
                <a:ext uri="{FF2B5EF4-FFF2-40B4-BE49-F238E27FC236}">
                  <a16:creationId xmlns:a16="http://schemas.microsoft.com/office/drawing/2014/main" id="{F66352F8-7459-1566-5601-FE723E0F7AD2}"/>
                </a:ext>
              </a:extLst>
            </p:cNvPr>
            <p:cNvSpPr/>
            <p:nvPr/>
          </p:nvSpPr>
          <p:spPr>
            <a:xfrm>
              <a:off x="5265077" y="3628605"/>
              <a:ext cx="67167" cy="46786"/>
            </a:xfrm>
            <a:custGeom>
              <a:avLst/>
              <a:gdLst/>
              <a:ahLst/>
              <a:cxnLst/>
              <a:rect l="l" t="t" r="r" b="b"/>
              <a:pathLst>
                <a:path w="4370" h="3044" extrusionOk="0">
                  <a:moveTo>
                    <a:pt x="4121" y="0"/>
                  </a:moveTo>
                  <a:cubicBezTo>
                    <a:pt x="4022" y="0"/>
                    <a:pt x="3901" y="38"/>
                    <a:pt x="3770" y="117"/>
                  </a:cubicBezTo>
                  <a:lnTo>
                    <a:pt x="567" y="1951"/>
                  </a:lnTo>
                  <a:cubicBezTo>
                    <a:pt x="267" y="2118"/>
                    <a:pt x="34" y="2452"/>
                    <a:pt x="0" y="2785"/>
                  </a:cubicBezTo>
                  <a:cubicBezTo>
                    <a:pt x="0" y="2954"/>
                    <a:pt x="107" y="3043"/>
                    <a:pt x="262" y="3043"/>
                  </a:cubicBezTo>
                  <a:cubicBezTo>
                    <a:pt x="352" y="3043"/>
                    <a:pt x="457" y="3013"/>
                    <a:pt x="567" y="2952"/>
                  </a:cubicBezTo>
                  <a:lnTo>
                    <a:pt x="3770" y="1084"/>
                  </a:lnTo>
                  <a:cubicBezTo>
                    <a:pt x="4103" y="917"/>
                    <a:pt x="4303" y="617"/>
                    <a:pt x="4370" y="250"/>
                  </a:cubicBezTo>
                  <a:cubicBezTo>
                    <a:pt x="4370" y="89"/>
                    <a:pt x="4272" y="0"/>
                    <a:pt x="412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2512;p64">
              <a:extLst>
                <a:ext uri="{FF2B5EF4-FFF2-40B4-BE49-F238E27FC236}">
                  <a16:creationId xmlns:a16="http://schemas.microsoft.com/office/drawing/2014/main" id="{2C43FF58-9CF4-ABC1-C5B7-8DC1B7B83E11}"/>
                </a:ext>
              </a:extLst>
            </p:cNvPr>
            <p:cNvSpPr/>
            <p:nvPr/>
          </p:nvSpPr>
          <p:spPr>
            <a:xfrm>
              <a:off x="5265077" y="3481853"/>
              <a:ext cx="67167" cy="46740"/>
            </a:xfrm>
            <a:custGeom>
              <a:avLst/>
              <a:gdLst/>
              <a:ahLst/>
              <a:cxnLst/>
              <a:rect l="l" t="t" r="r" b="b"/>
              <a:pathLst>
                <a:path w="4370" h="3041" extrusionOk="0">
                  <a:moveTo>
                    <a:pt x="4100" y="0"/>
                  </a:moveTo>
                  <a:cubicBezTo>
                    <a:pt x="4005" y="0"/>
                    <a:pt x="3892" y="30"/>
                    <a:pt x="3770" y="91"/>
                  </a:cubicBezTo>
                  <a:lnTo>
                    <a:pt x="567" y="1926"/>
                  </a:lnTo>
                  <a:cubicBezTo>
                    <a:pt x="267" y="2126"/>
                    <a:pt x="34" y="2426"/>
                    <a:pt x="0" y="2760"/>
                  </a:cubicBezTo>
                  <a:cubicBezTo>
                    <a:pt x="0" y="2945"/>
                    <a:pt x="101" y="3041"/>
                    <a:pt x="249" y="3041"/>
                  </a:cubicBezTo>
                  <a:cubicBezTo>
                    <a:pt x="341" y="3041"/>
                    <a:pt x="452" y="3003"/>
                    <a:pt x="567" y="2927"/>
                  </a:cubicBezTo>
                  <a:lnTo>
                    <a:pt x="3770" y="1092"/>
                  </a:lnTo>
                  <a:cubicBezTo>
                    <a:pt x="4103" y="892"/>
                    <a:pt x="4303" y="592"/>
                    <a:pt x="4370" y="258"/>
                  </a:cubicBezTo>
                  <a:cubicBezTo>
                    <a:pt x="4370" y="89"/>
                    <a:pt x="4263" y="0"/>
                    <a:pt x="41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2513;p64">
              <a:extLst>
                <a:ext uri="{FF2B5EF4-FFF2-40B4-BE49-F238E27FC236}">
                  <a16:creationId xmlns:a16="http://schemas.microsoft.com/office/drawing/2014/main" id="{7A0AD80D-F6EA-C34C-4A56-2767820DA6DE}"/>
                </a:ext>
              </a:extLst>
            </p:cNvPr>
            <p:cNvSpPr/>
            <p:nvPr/>
          </p:nvSpPr>
          <p:spPr>
            <a:xfrm>
              <a:off x="5410170" y="3742420"/>
              <a:ext cx="122038" cy="78448"/>
            </a:xfrm>
            <a:custGeom>
              <a:avLst/>
              <a:gdLst/>
              <a:ahLst/>
              <a:cxnLst/>
              <a:rect l="l" t="t" r="r" b="b"/>
              <a:pathLst>
                <a:path w="7940" h="5104" extrusionOk="0">
                  <a:moveTo>
                    <a:pt x="7698" y="1"/>
                  </a:moveTo>
                  <a:cubicBezTo>
                    <a:pt x="7604" y="1"/>
                    <a:pt x="7491" y="38"/>
                    <a:pt x="7372" y="117"/>
                  </a:cubicBezTo>
                  <a:lnTo>
                    <a:pt x="567" y="4020"/>
                  </a:lnTo>
                  <a:cubicBezTo>
                    <a:pt x="267" y="4187"/>
                    <a:pt x="67" y="4487"/>
                    <a:pt x="0" y="4854"/>
                  </a:cubicBezTo>
                  <a:cubicBezTo>
                    <a:pt x="0" y="5015"/>
                    <a:pt x="98" y="5104"/>
                    <a:pt x="242" y="5104"/>
                  </a:cubicBezTo>
                  <a:cubicBezTo>
                    <a:pt x="336" y="5104"/>
                    <a:pt x="449" y="5066"/>
                    <a:pt x="567" y="4987"/>
                  </a:cubicBezTo>
                  <a:lnTo>
                    <a:pt x="7372" y="1084"/>
                  </a:lnTo>
                  <a:cubicBezTo>
                    <a:pt x="7672" y="918"/>
                    <a:pt x="7873" y="617"/>
                    <a:pt x="7939" y="250"/>
                  </a:cubicBezTo>
                  <a:cubicBezTo>
                    <a:pt x="7939" y="89"/>
                    <a:pt x="7841" y="1"/>
                    <a:pt x="769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2514;p64">
              <a:extLst>
                <a:ext uri="{FF2B5EF4-FFF2-40B4-BE49-F238E27FC236}">
                  <a16:creationId xmlns:a16="http://schemas.microsoft.com/office/drawing/2014/main" id="{447C2CAF-E2AE-B986-4BFD-31AA30FF73F0}"/>
                </a:ext>
              </a:extLst>
            </p:cNvPr>
            <p:cNvSpPr/>
            <p:nvPr/>
          </p:nvSpPr>
          <p:spPr>
            <a:xfrm>
              <a:off x="5357866" y="3818886"/>
              <a:ext cx="26175" cy="40592"/>
            </a:xfrm>
            <a:custGeom>
              <a:avLst/>
              <a:gdLst/>
              <a:ahLst/>
              <a:cxnLst/>
              <a:rect l="l" t="t" r="r" b="b"/>
              <a:pathLst>
                <a:path w="1703" h="2641" extrusionOk="0">
                  <a:moveTo>
                    <a:pt x="1503" y="1"/>
                  </a:moveTo>
                  <a:cubicBezTo>
                    <a:pt x="1452" y="1"/>
                    <a:pt x="1395" y="16"/>
                    <a:pt x="1335" y="46"/>
                  </a:cubicBezTo>
                  <a:lnTo>
                    <a:pt x="368" y="646"/>
                  </a:lnTo>
                  <a:cubicBezTo>
                    <a:pt x="168" y="779"/>
                    <a:pt x="34" y="1013"/>
                    <a:pt x="1" y="1246"/>
                  </a:cubicBezTo>
                  <a:lnTo>
                    <a:pt x="1" y="2381"/>
                  </a:lnTo>
                  <a:cubicBezTo>
                    <a:pt x="1" y="2543"/>
                    <a:pt x="81" y="2640"/>
                    <a:pt x="197" y="2640"/>
                  </a:cubicBezTo>
                  <a:cubicBezTo>
                    <a:pt x="248" y="2640"/>
                    <a:pt x="307" y="2621"/>
                    <a:pt x="368" y="2581"/>
                  </a:cubicBezTo>
                  <a:lnTo>
                    <a:pt x="1335" y="2014"/>
                  </a:lnTo>
                  <a:cubicBezTo>
                    <a:pt x="1569" y="1880"/>
                    <a:pt x="1702" y="1647"/>
                    <a:pt x="1702" y="1380"/>
                  </a:cubicBezTo>
                  <a:lnTo>
                    <a:pt x="1702" y="246"/>
                  </a:lnTo>
                  <a:cubicBezTo>
                    <a:pt x="1702" y="82"/>
                    <a:pt x="1620" y="1"/>
                    <a:pt x="15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2515;p64">
              <a:extLst>
                <a:ext uri="{FF2B5EF4-FFF2-40B4-BE49-F238E27FC236}">
                  <a16:creationId xmlns:a16="http://schemas.microsoft.com/office/drawing/2014/main" id="{1AD50B51-15B9-7C58-CB4A-B172933E08E8}"/>
                </a:ext>
              </a:extLst>
            </p:cNvPr>
            <p:cNvSpPr/>
            <p:nvPr/>
          </p:nvSpPr>
          <p:spPr>
            <a:xfrm>
              <a:off x="5670108" y="3592593"/>
              <a:ext cx="122038" cy="78402"/>
            </a:xfrm>
            <a:custGeom>
              <a:avLst/>
              <a:gdLst/>
              <a:ahLst/>
              <a:cxnLst/>
              <a:rect l="l" t="t" r="r" b="b"/>
              <a:pathLst>
                <a:path w="7940" h="5101" extrusionOk="0">
                  <a:moveTo>
                    <a:pt x="7692" y="0"/>
                  </a:moveTo>
                  <a:cubicBezTo>
                    <a:pt x="7603" y="0"/>
                    <a:pt x="7495" y="30"/>
                    <a:pt x="7372" y="91"/>
                  </a:cubicBezTo>
                  <a:lnTo>
                    <a:pt x="567" y="3994"/>
                  </a:lnTo>
                  <a:cubicBezTo>
                    <a:pt x="267" y="4194"/>
                    <a:pt x="67" y="4495"/>
                    <a:pt x="0" y="4828"/>
                  </a:cubicBezTo>
                  <a:cubicBezTo>
                    <a:pt x="0" y="4998"/>
                    <a:pt x="109" y="5101"/>
                    <a:pt x="274" y="5101"/>
                  </a:cubicBezTo>
                  <a:cubicBezTo>
                    <a:pt x="368" y="5101"/>
                    <a:pt x="480" y="5067"/>
                    <a:pt x="601" y="4995"/>
                  </a:cubicBezTo>
                  <a:lnTo>
                    <a:pt x="7372" y="1092"/>
                  </a:lnTo>
                  <a:cubicBezTo>
                    <a:pt x="7672" y="925"/>
                    <a:pt x="7906" y="592"/>
                    <a:pt x="7939" y="258"/>
                  </a:cubicBezTo>
                  <a:cubicBezTo>
                    <a:pt x="7939" y="89"/>
                    <a:pt x="7846" y="0"/>
                    <a:pt x="769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2516;p64">
              <a:extLst>
                <a:ext uri="{FF2B5EF4-FFF2-40B4-BE49-F238E27FC236}">
                  <a16:creationId xmlns:a16="http://schemas.microsoft.com/office/drawing/2014/main" id="{F0654271-55F4-1CD8-C01A-CDDA87979756}"/>
                </a:ext>
              </a:extLst>
            </p:cNvPr>
            <p:cNvSpPr/>
            <p:nvPr/>
          </p:nvSpPr>
          <p:spPr>
            <a:xfrm>
              <a:off x="5617803" y="3668767"/>
              <a:ext cx="26175" cy="40269"/>
            </a:xfrm>
            <a:custGeom>
              <a:avLst/>
              <a:gdLst/>
              <a:ahLst/>
              <a:cxnLst/>
              <a:rect l="l" t="t" r="r" b="b"/>
              <a:pathLst>
                <a:path w="1703" h="2620" extrusionOk="0">
                  <a:moveTo>
                    <a:pt x="1483" y="0"/>
                  </a:moveTo>
                  <a:cubicBezTo>
                    <a:pt x="1438" y="0"/>
                    <a:pt x="1387" y="13"/>
                    <a:pt x="1335" y="39"/>
                  </a:cubicBezTo>
                  <a:lnTo>
                    <a:pt x="368" y="606"/>
                  </a:lnTo>
                  <a:cubicBezTo>
                    <a:pt x="168" y="739"/>
                    <a:pt x="34" y="973"/>
                    <a:pt x="1" y="1240"/>
                  </a:cubicBezTo>
                  <a:lnTo>
                    <a:pt x="1" y="2374"/>
                  </a:lnTo>
                  <a:cubicBezTo>
                    <a:pt x="1" y="2537"/>
                    <a:pt x="83" y="2619"/>
                    <a:pt x="200" y="2619"/>
                  </a:cubicBezTo>
                  <a:cubicBezTo>
                    <a:pt x="251" y="2619"/>
                    <a:pt x="308" y="2604"/>
                    <a:pt x="368" y="2574"/>
                  </a:cubicBezTo>
                  <a:lnTo>
                    <a:pt x="1335" y="2007"/>
                  </a:lnTo>
                  <a:cubicBezTo>
                    <a:pt x="1569" y="1874"/>
                    <a:pt x="1702" y="1640"/>
                    <a:pt x="1702" y="1373"/>
                  </a:cubicBezTo>
                  <a:lnTo>
                    <a:pt x="1702" y="272"/>
                  </a:lnTo>
                  <a:cubicBezTo>
                    <a:pt x="1702" y="100"/>
                    <a:pt x="1611" y="0"/>
                    <a:pt x="148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2517;p64">
              <a:extLst>
                <a:ext uri="{FF2B5EF4-FFF2-40B4-BE49-F238E27FC236}">
                  <a16:creationId xmlns:a16="http://schemas.microsoft.com/office/drawing/2014/main" id="{86C395C7-88FC-2EB2-4955-E86595049883}"/>
                </a:ext>
              </a:extLst>
            </p:cNvPr>
            <p:cNvSpPr/>
            <p:nvPr/>
          </p:nvSpPr>
          <p:spPr>
            <a:xfrm>
              <a:off x="5617803" y="3668767"/>
              <a:ext cx="26175" cy="40269"/>
            </a:xfrm>
            <a:custGeom>
              <a:avLst/>
              <a:gdLst/>
              <a:ahLst/>
              <a:cxnLst/>
              <a:rect l="l" t="t" r="r" b="b"/>
              <a:pathLst>
                <a:path w="1703" h="2620" extrusionOk="0">
                  <a:moveTo>
                    <a:pt x="1483" y="0"/>
                  </a:moveTo>
                  <a:cubicBezTo>
                    <a:pt x="1438" y="0"/>
                    <a:pt x="1387" y="13"/>
                    <a:pt x="1335" y="39"/>
                  </a:cubicBezTo>
                  <a:lnTo>
                    <a:pt x="368" y="606"/>
                  </a:lnTo>
                  <a:cubicBezTo>
                    <a:pt x="168" y="739"/>
                    <a:pt x="34" y="973"/>
                    <a:pt x="1" y="1240"/>
                  </a:cubicBezTo>
                  <a:lnTo>
                    <a:pt x="1" y="2374"/>
                  </a:lnTo>
                  <a:cubicBezTo>
                    <a:pt x="1" y="2537"/>
                    <a:pt x="83" y="2619"/>
                    <a:pt x="200" y="2619"/>
                  </a:cubicBezTo>
                  <a:cubicBezTo>
                    <a:pt x="251" y="2619"/>
                    <a:pt x="308" y="2604"/>
                    <a:pt x="368" y="2574"/>
                  </a:cubicBezTo>
                  <a:lnTo>
                    <a:pt x="1335" y="2007"/>
                  </a:lnTo>
                  <a:cubicBezTo>
                    <a:pt x="1569" y="1874"/>
                    <a:pt x="1702" y="1640"/>
                    <a:pt x="1702" y="1373"/>
                  </a:cubicBezTo>
                  <a:lnTo>
                    <a:pt x="1702" y="272"/>
                  </a:lnTo>
                  <a:cubicBezTo>
                    <a:pt x="1702" y="100"/>
                    <a:pt x="1611" y="0"/>
                    <a:pt x="1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2518;p64">
              <a:extLst>
                <a:ext uri="{FF2B5EF4-FFF2-40B4-BE49-F238E27FC236}">
                  <a16:creationId xmlns:a16="http://schemas.microsoft.com/office/drawing/2014/main" id="{61FBCFCB-154E-1A13-8834-B5D506CE62A0}"/>
                </a:ext>
              </a:extLst>
            </p:cNvPr>
            <p:cNvSpPr/>
            <p:nvPr/>
          </p:nvSpPr>
          <p:spPr>
            <a:xfrm>
              <a:off x="5930045" y="3442490"/>
              <a:ext cx="122038" cy="78448"/>
            </a:xfrm>
            <a:custGeom>
              <a:avLst/>
              <a:gdLst/>
              <a:ahLst/>
              <a:cxnLst/>
              <a:rect l="l" t="t" r="r" b="b"/>
              <a:pathLst>
                <a:path w="7940" h="5104" extrusionOk="0">
                  <a:moveTo>
                    <a:pt x="7698" y="1"/>
                  </a:moveTo>
                  <a:cubicBezTo>
                    <a:pt x="7604" y="1"/>
                    <a:pt x="7491" y="38"/>
                    <a:pt x="7372" y="117"/>
                  </a:cubicBezTo>
                  <a:lnTo>
                    <a:pt x="567" y="4020"/>
                  </a:lnTo>
                  <a:cubicBezTo>
                    <a:pt x="267" y="4187"/>
                    <a:pt x="34" y="4487"/>
                    <a:pt x="0" y="4854"/>
                  </a:cubicBezTo>
                  <a:cubicBezTo>
                    <a:pt x="0" y="5015"/>
                    <a:pt x="98" y="5104"/>
                    <a:pt x="242" y="5104"/>
                  </a:cubicBezTo>
                  <a:cubicBezTo>
                    <a:pt x="336" y="5104"/>
                    <a:pt x="449" y="5066"/>
                    <a:pt x="567" y="4987"/>
                  </a:cubicBezTo>
                  <a:lnTo>
                    <a:pt x="7372" y="1084"/>
                  </a:lnTo>
                  <a:cubicBezTo>
                    <a:pt x="7673" y="918"/>
                    <a:pt x="7873" y="617"/>
                    <a:pt x="7939" y="251"/>
                  </a:cubicBezTo>
                  <a:cubicBezTo>
                    <a:pt x="7939" y="89"/>
                    <a:pt x="7842" y="1"/>
                    <a:pt x="769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2519;p64">
              <a:extLst>
                <a:ext uri="{FF2B5EF4-FFF2-40B4-BE49-F238E27FC236}">
                  <a16:creationId xmlns:a16="http://schemas.microsoft.com/office/drawing/2014/main" id="{007FF58F-A846-E5BC-85F7-53F16D306DA6}"/>
                </a:ext>
              </a:extLst>
            </p:cNvPr>
            <p:cNvSpPr/>
            <p:nvPr/>
          </p:nvSpPr>
          <p:spPr>
            <a:xfrm>
              <a:off x="5877741" y="3519048"/>
              <a:ext cx="26175" cy="40177"/>
            </a:xfrm>
            <a:custGeom>
              <a:avLst/>
              <a:gdLst/>
              <a:ahLst/>
              <a:cxnLst/>
              <a:rect l="l" t="t" r="r" b="b"/>
              <a:pathLst>
                <a:path w="1703" h="2614" extrusionOk="0">
                  <a:moveTo>
                    <a:pt x="1486" y="0"/>
                  </a:moveTo>
                  <a:cubicBezTo>
                    <a:pt x="1440" y="0"/>
                    <a:pt x="1389" y="13"/>
                    <a:pt x="1335" y="40"/>
                  </a:cubicBezTo>
                  <a:lnTo>
                    <a:pt x="368" y="607"/>
                  </a:lnTo>
                  <a:cubicBezTo>
                    <a:pt x="168" y="740"/>
                    <a:pt x="34" y="974"/>
                    <a:pt x="1" y="1240"/>
                  </a:cubicBezTo>
                  <a:lnTo>
                    <a:pt x="1" y="2341"/>
                  </a:lnTo>
                  <a:cubicBezTo>
                    <a:pt x="1" y="2514"/>
                    <a:pt x="92" y="2613"/>
                    <a:pt x="220" y="2613"/>
                  </a:cubicBezTo>
                  <a:cubicBezTo>
                    <a:pt x="266" y="2613"/>
                    <a:pt x="316" y="2601"/>
                    <a:pt x="368" y="2575"/>
                  </a:cubicBezTo>
                  <a:lnTo>
                    <a:pt x="1335" y="2008"/>
                  </a:lnTo>
                  <a:cubicBezTo>
                    <a:pt x="1569" y="1874"/>
                    <a:pt x="1702" y="1641"/>
                    <a:pt x="1702" y="1374"/>
                  </a:cubicBezTo>
                  <a:lnTo>
                    <a:pt x="1702" y="240"/>
                  </a:lnTo>
                  <a:cubicBezTo>
                    <a:pt x="1702" y="93"/>
                    <a:pt x="1613" y="0"/>
                    <a:pt x="148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2520;p64">
              <a:extLst>
                <a:ext uri="{FF2B5EF4-FFF2-40B4-BE49-F238E27FC236}">
                  <a16:creationId xmlns:a16="http://schemas.microsoft.com/office/drawing/2014/main" id="{B543CF03-0330-0A58-C6A2-AE87AEDCE51D}"/>
                </a:ext>
              </a:extLst>
            </p:cNvPr>
            <p:cNvSpPr/>
            <p:nvPr/>
          </p:nvSpPr>
          <p:spPr>
            <a:xfrm>
              <a:off x="5877741" y="3519048"/>
              <a:ext cx="26175" cy="40177"/>
            </a:xfrm>
            <a:custGeom>
              <a:avLst/>
              <a:gdLst/>
              <a:ahLst/>
              <a:cxnLst/>
              <a:rect l="l" t="t" r="r" b="b"/>
              <a:pathLst>
                <a:path w="1703" h="2614" extrusionOk="0">
                  <a:moveTo>
                    <a:pt x="1486" y="0"/>
                  </a:moveTo>
                  <a:cubicBezTo>
                    <a:pt x="1440" y="0"/>
                    <a:pt x="1389" y="13"/>
                    <a:pt x="1335" y="40"/>
                  </a:cubicBezTo>
                  <a:lnTo>
                    <a:pt x="368" y="607"/>
                  </a:lnTo>
                  <a:cubicBezTo>
                    <a:pt x="168" y="740"/>
                    <a:pt x="34" y="974"/>
                    <a:pt x="1" y="1240"/>
                  </a:cubicBezTo>
                  <a:lnTo>
                    <a:pt x="1" y="2341"/>
                  </a:lnTo>
                  <a:cubicBezTo>
                    <a:pt x="1" y="2514"/>
                    <a:pt x="92" y="2613"/>
                    <a:pt x="220" y="2613"/>
                  </a:cubicBezTo>
                  <a:cubicBezTo>
                    <a:pt x="266" y="2613"/>
                    <a:pt x="316" y="2601"/>
                    <a:pt x="368" y="2575"/>
                  </a:cubicBezTo>
                  <a:lnTo>
                    <a:pt x="1335" y="2008"/>
                  </a:lnTo>
                  <a:cubicBezTo>
                    <a:pt x="1569" y="1874"/>
                    <a:pt x="1702" y="1641"/>
                    <a:pt x="1702" y="1374"/>
                  </a:cubicBezTo>
                  <a:lnTo>
                    <a:pt x="1702" y="240"/>
                  </a:lnTo>
                  <a:cubicBezTo>
                    <a:pt x="1702" y="93"/>
                    <a:pt x="1613" y="0"/>
                    <a:pt x="148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2521;p64">
              <a:extLst>
                <a:ext uri="{FF2B5EF4-FFF2-40B4-BE49-F238E27FC236}">
                  <a16:creationId xmlns:a16="http://schemas.microsoft.com/office/drawing/2014/main" id="{491CBCCF-FDA2-F8F7-54A1-BB43D16F9761}"/>
                </a:ext>
              </a:extLst>
            </p:cNvPr>
            <p:cNvSpPr/>
            <p:nvPr/>
          </p:nvSpPr>
          <p:spPr>
            <a:xfrm>
              <a:off x="5184062" y="1460851"/>
              <a:ext cx="1496070" cy="1859370"/>
            </a:xfrm>
            <a:custGeom>
              <a:avLst/>
              <a:gdLst/>
              <a:ahLst/>
              <a:cxnLst/>
              <a:rect l="l" t="t" r="r" b="b"/>
              <a:pathLst>
                <a:path w="97337" h="120974" extrusionOk="0">
                  <a:moveTo>
                    <a:pt x="94287" y="1"/>
                  </a:moveTo>
                  <a:cubicBezTo>
                    <a:pt x="94004" y="1"/>
                    <a:pt x="93726" y="85"/>
                    <a:pt x="93501" y="254"/>
                  </a:cubicBezTo>
                  <a:lnTo>
                    <a:pt x="1969" y="53058"/>
                  </a:lnTo>
                  <a:cubicBezTo>
                    <a:pt x="801" y="53826"/>
                    <a:pt x="67" y="55093"/>
                    <a:pt x="1" y="56494"/>
                  </a:cubicBezTo>
                  <a:lnTo>
                    <a:pt x="1" y="59330"/>
                  </a:lnTo>
                  <a:lnTo>
                    <a:pt x="1" y="117905"/>
                  </a:lnTo>
                  <a:cubicBezTo>
                    <a:pt x="1" y="118005"/>
                    <a:pt x="1" y="118105"/>
                    <a:pt x="1" y="118205"/>
                  </a:cubicBezTo>
                  <a:cubicBezTo>
                    <a:pt x="101" y="118839"/>
                    <a:pt x="468" y="119406"/>
                    <a:pt x="1068" y="119706"/>
                  </a:cubicBezTo>
                  <a:lnTo>
                    <a:pt x="3136" y="120940"/>
                  </a:lnTo>
                  <a:lnTo>
                    <a:pt x="3236" y="120974"/>
                  </a:lnTo>
                  <a:cubicBezTo>
                    <a:pt x="2803" y="120740"/>
                    <a:pt x="2536" y="120306"/>
                    <a:pt x="2536" y="119806"/>
                  </a:cubicBezTo>
                  <a:lnTo>
                    <a:pt x="2536" y="61898"/>
                  </a:lnTo>
                  <a:lnTo>
                    <a:pt x="2536" y="57895"/>
                  </a:lnTo>
                  <a:cubicBezTo>
                    <a:pt x="2603" y="56527"/>
                    <a:pt x="3336" y="55260"/>
                    <a:pt x="4504" y="54493"/>
                  </a:cubicBezTo>
                  <a:lnTo>
                    <a:pt x="96003" y="1688"/>
                  </a:lnTo>
                  <a:cubicBezTo>
                    <a:pt x="96256" y="1519"/>
                    <a:pt x="96550" y="1431"/>
                    <a:pt x="96841" y="1431"/>
                  </a:cubicBezTo>
                  <a:cubicBezTo>
                    <a:pt x="97010" y="1431"/>
                    <a:pt x="97178" y="1460"/>
                    <a:pt x="97337" y="1521"/>
                  </a:cubicBezTo>
                  <a:cubicBezTo>
                    <a:pt x="96903" y="1288"/>
                    <a:pt x="95302" y="354"/>
                    <a:pt x="94935" y="154"/>
                  </a:cubicBezTo>
                  <a:cubicBezTo>
                    <a:pt x="94731" y="52"/>
                    <a:pt x="94507" y="1"/>
                    <a:pt x="942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2522;p64">
              <a:extLst>
                <a:ext uri="{FF2B5EF4-FFF2-40B4-BE49-F238E27FC236}">
                  <a16:creationId xmlns:a16="http://schemas.microsoft.com/office/drawing/2014/main" id="{C0653741-1FA1-084D-EFC8-E9B46AFC2F30}"/>
                </a:ext>
              </a:extLst>
            </p:cNvPr>
            <p:cNvSpPr/>
            <p:nvPr/>
          </p:nvSpPr>
          <p:spPr>
            <a:xfrm>
              <a:off x="5223025" y="1482830"/>
              <a:ext cx="1467374" cy="1840081"/>
            </a:xfrm>
            <a:custGeom>
              <a:avLst/>
              <a:gdLst/>
              <a:ahLst/>
              <a:cxnLst/>
              <a:rect l="l" t="t" r="r" b="b"/>
              <a:pathLst>
                <a:path w="95470" h="119719" extrusionOk="0">
                  <a:moveTo>
                    <a:pt x="94316" y="1"/>
                  </a:moveTo>
                  <a:cubicBezTo>
                    <a:pt x="94019" y="1"/>
                    <a:pt x="93733" y="89"/>
                    <a:pt x="93501" y="258"/>
                  </a:cubicBezTo>
                  <a:lnTo>
                    <a:pt x="1969" y="53063"/>
                  </a:lnTo>
                  <a:cubicBezTo>
                    <a:pt x="801" y="53830"/>
                    <a:pt x="68" y="55097"/>
                    <a:pt x="1" y="56498"/>
                  </a:cubicBezTo>
                  <a:lnTo>
                    <a:pt x="1" y="118376"/>
                  </a:lnTo>
                  <a:cubicBezTo>
                    <a:pt x="1" y="119163"/>
                    <a:pt x="638" y="119718"/>
                    <a:pt x="1340" y="119718"/>
                  </a:cubicBezTo>
                  <a:cubicBezTo>
                    <a:pt x="1560" y="119718"/>
                    <a:pt x="1787" y="119663"/>
                    <a:pt x="2002" y="119544"/>
                  </a:cubicBezTo>
                  <a:lnTo>
                    <a:pt x="93468" y="66739"/>
                  </a:lnTo>
                  <a:cubicBezTo>
                    <a:pt x="94635" y="65972"/>
                    <a:pt x="95369" y="64704"/>
                    <a:pt x="95469" y="63303"/>
                  </a:cubicBezTo>
                  <a:lnTo>
                    <a:pt x="95469" y="1392"/>
                  </a:lnTo>
                  <a:cubicBezTo>
                    <a:pt x="95469" y="1326"/>
                    <a:pt x="95436" y="1226"/>
                    <a:pt x="95436" y="1159"/>
                  </a:cubicBezTo>
                  <a:cubicBezTo>
                    <a:pt x="95436" y="1092"/>
                    <a:pt x="95436" y="1025"/>
                    <a:pt x="95402" y="959"/>
                  </a:cubicBezTo>
                  <a:lnTo>
                    <a:pt x="95402" y="925"/>
                  </a:lnTo>
                  <a:cubicBezTo>
                    <a:pt x="95402" y="859"/>
                    <a:pt x="95369" y="825"/>
                    <a:pt x="95369" y="759"/>
                  </a:cubicBezTo>
                  <a:cubicBezTo>
                    <a:pt x="95336" y="659"/>
                    <a:pt x="95302" y="592"/>
                    <a:pt x="95236" y="492"/>
                  </a:cubicBezTo>
                  <a:cubicBezTo>
                    <a:pt x="95236" y="458"/>
                    <a:pt x="95202" y="425"/>
                    <a:pt x="95169" y="392"/>
                  </a:cubicBezTo>
                  <a:cubicBezTo>
                    <a:pt x="95169" y="358"/>
                    <a:pt x="95135" y="358"/>
                    <a:pt x="95135" y="325"/>
                  </a:cubicBezTo>
                  <a:cubicBezTo>
                    <a:pt x="95069" y="258"/>
                    <a:pt x="95035" y="225"/>
                    <a:pt x="95002" y="192"/>
                  </a:cubicBezTo>
                  <a:cubicBezTo>
                    <a:pt x="94935" y="158"/>
                    <a:pt x="94869" y="125"/>
                    <a:pt x="94835" y="91"/>
                  </a:cubicBezTo>
                  <a:cubicBezTo>
                    <a:pt x="94664" y="30"/>
                    <a:pt x="94488" y="1"/>
                    <a:pt x="943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2523;p64">
              <a:extLst>
                <a:ext uri="{FF2B5EF4-FFF2-40B4-BE49-F238E27FC236}">
                  <a16:creationId xmlns:a16="http://schemas.microsoft.com/office/drawing/2014/main" id="{DDEDCD14-9D90-FC78-454B-377A65C0BA97}"/>
                </a:ext>
              </a:extLst>
            </p:cNvPr>
            <p:cNvSpPr/>
            <p:nvPr/>
          </p:nvSpPr>
          <p:spPr>
            <a:xfrm>
              <a:off x="5193299" y="1460851"/>
              <a:ext cx="1486832" cy="860121"/>
            </a:xfrm>
            <a:custGeom>
              <a:avLst/>
              <a:gdLst/>
              <a:ahLst/>
              <a:cxnLst/>
              <a:rect l="l" t="t" r="r" b="b"/>
              <a:pathLst>
                <a:path w="96736" h="55961" extrusionOk="0">
                  <a:moveTo>
                    <a:pt x="93686" y="1"/>
                  </a:moveTo>
                  <a:cubicBezTo>
                    <a:pt x="93403" y="1"/>
                    <a:pt x="93125" y="85"/>
                    <a:pt x="92900" y="254"/>
                  </a:cubicBezTo>
                  <a:lnTo>
                    <a:pt x="1368" y="53058"/>
                  </a:lnTo>
                  <a:cubicBezTo>
                    <a:pt x="801" y="53425"/>
                    <a:pt x="334" y="53892"/>
                    <a:pt x="0" y="54493"/>
                  </a:cubicBezTo>
                  <a:lnTo>
                    <a:pt x="2502" y="55960"/>
                  </a:lnTo>
                  <a:cubicBezTo>
                    <a:pt x="2836" y="55360"/>
                    <a:pt x="3303" y="54860"/>
                    <a:pt x="3903" y="54493"/>
                  </a:cubicBezTo>
                  <a:lnTo>
                    <a:pt x="95402" y="1688"/>
                  </a:lnTo>
                  <a:cubicBezTo>
                    <a:pt x="95655" y="1519"/>
                    <a:pt x="95949" y="1431"/>
                    <a:pt x="96240" y="1431"/>
                  </a:cubicBezTo>
                  <a:cubicBezTo>
                    <a:pt x="96409" y="1431"/>
                    <a:pt x="96577" y="1460"/>
                    <a:pt x="96736" y="1521"/>
                  </a:cubicBezTo>
                  <a:cubicBezTo>
                    <a:pt x="96302" y="1288"/>
                    <a:pt x="94668" y="354"/>
                    <a:pt x="94334" y="154"/>
                  </a:cubicBezTo>
                  <a:cubicBezTo>
                    <a:pt x="94130" y="52"/>
                    <a:pt x="93906" y="1"/>
                    <a:pt x="93686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2524;p64">
              <a:extLst>
                <a:ext uri="{FF2B5EF4-FFF2-40B4-BE49-F238E27FC236}">
                  <a16:creationId xmlns:a16="http://schemas.microsoft.com/office/drawing/2014/main" id="{C93664E5-1EA4-DEBF-815C-B885844C8158}"/>
                </a:ext>
              </a:extLst>
            </p:cNvPr>
            <p:cNvSpPr/>
            <p:nvPr/>
          </p:nvSpPr>
          <p:spPr>
            <a:xfrm>
              <a:off x="5327618" y="2430022"/>
              <a:ext cx="1258572" cy="728184"/>
            </a:xfrm>
            <a:custGeom>
              <a:avLst/>
              <a:gdLst/>
              <a:ahLst/>
              <a:cxnLst/>
              <a:rect l="l" t="t" r="r" b="b"/>
              <a:pathLst>
                <a:path w="81885" h="47377" extrusionOk="0">
                  <a:moveTo>
                    <a:pt x="81612" y="0"/>
                  </a:moveTo>
                  <a:cubicBezTo>
                    <a:pt x="81574" y="0"/>
                    <a:pt x="81534" y="13"/>
                    <a:pt x="81492" y="43"/>
                  </a:cubicBezTo>
                  <a:lnTo>
                    <a:pt x="201" y="46976"/>
                  </a:lnTo>
                  <a:cubicBezTo>
                    <a:pt x="1" y="47077"/>
                    <a:pt x="67" y="47343"/>
                    <a:pt x="301" y="47377"/>
                  </a:cubicBezTo>
                  <a:cubicBezTo>
                    <a:pt x="334" y="47377"/>
                    <a:pt x="368" y="47343"/>
                    <a:pt x="401" y="47343"/>
                  </a:cubicBezTo>
                  <a:lnTo>
                    <a:pt x="81692" y="410"/>
                  </a:lnTo>
                  <a:cubicBezTo>
                    <a:pt x="81884" y="273"/>
                    <a:pt x="81783" y="0"/>
                    <a:pt x="8161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2525;p64">
              <a:extLst>
                <a:ext uri="{FF2B5EF4-FFF2-40B4-BE49-F238E27FC236}">
                  <a16:creationId xmlns:a16="http://schemas.microsoft.com/office/drawing/2014/main" id="{7DE8440F-C10C-D4BE-0536-740DC132B41F}"/>
                </a:ext>
              </a:extLst>
            </p:cNvPr>
            <p:cNvSpPr/>
            <p:nvPr/>
          </p:nvSpPr>
          <p:spPr>
            <a:xfrm>
              <a:off x="5328648" y="3137180"/>
              <a:ext cx="6686" cy="36412"/>
            </a:xfrm>
            <a:custGeom>
              <a:avLst/>
              <a:gdLst/>
              <a:ahLst/>
              <a:cxnLst/>
              <a:rect l="l" t="t" r="r" b="b"/>
              <a:pathLst>
                <a:path w="435" h="2369" extrusionOk="0">
                  <a:moveTo>
                    <a:pt x="217" y="0"/>
                  </a:moveTo>
                  <a:cubicBezTo>
                    <a:pt x="109" y="0"/>
                    <a:pt x="0" y="67"/>
                    <a:pt x="0" y="200"/>
                  </a:cubicBezTo>
                  <a:lnTo>
                    <a:pt x="0" y="2168"/>
                  </a:lnTo>
                  <a:cubicBezTo>
                    <a:pt x="0" y="2268"/>
                    <a:pt x="101" y="2368"/>
                    <a:pt x="234" y="2368"/>
                  </a:cubicBezTo>
                  <a:cubicBezTo>
                    <a:pt x="334" y="2368"/>
                    <a:pt x="434" y="2268"/>
                    <a:pt x="434" y="2168"/>
                  </a:cubicBezTo>
                  <a:lnTo>
                    <a:pt x="434" y="200"/>
                  </a:lnTo>
                  <a:cubicBezTo>
                    <a:pt x="434" y="67"/>
                    <a:pt x="326" y="0"/>
                    <a:pt x="21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2526;p64">
              <a:extLst>
                <a:ext uri="{FF2B5EF4-FFF2-40B4-BE49-F238E27FC236}">
                  <a16:creationId xmlns:a16="http://schemas.microsoft.com/office/drawing/2014/main" id="{F8A2E2F7-FE25-99C7-E855-18A302098BC1}"/>
                </a:ext>
              </a:extLst>
            </p:cNvPr>
            <p:cNvSpPr/>
            <p:nvPr/>
          </p:nvSpPr>
          <p:spPr>
            <a:xfrm>
              <a:off x="5537311" y="3016172"/>
              <a:ext cx="6179" cy="36427"/>
            </a:xfrm>
            <a:custGeom>
              <a:avLst/>
              <a:gdLst/>
              <a:ahLst/>
              <a:cxnLst/>
              <a:rect l="l" t="t" r="r" b="b"/>
              <a:pathLst>
                <a:path w="402" h="2370" extrusionOk="0">
                  <a:moveTo>
                    <a:pt x="201" y="1"/>
                  </a:moveTo>
                  <a:cubicBezTo>
                    <a:pt x="68" y="1"/>
                    <a:pt x="1" y="101"/>
                    <a:pt x="1" y="201"/>
                  </a:cubicBezTo>
                  <a:lnTo>
                    <a:pt x="1" y="2169"/>
                  </a:lnTo>
                  <a:cubicBezTo>
                    <a:pt x="1" y="2269"/>
                    <a:pt x="68" y="2369"/>
                    <a:pt x="201" y="2369"/>
                  </a:cubicBezTo>
                  <a:cubicBezTo>
                    <a:pt x="301" y="2369"/>
                    <a:pt x="401" y="2269"/>
                    <a:pt x="401" y="2169"/>
                  </a:cubicBezTo>
                  <a:lnTo>
                    <a:pt x="401" y="201"/>
                  </a:lnTo>
                  <a:cubicBezTo>
                    <a:pt x="401" y="101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2527;p64">
              <a:extLst>
                <a:ext uri="{FF2B5EF4-FFF2-40B4-BE49-F238E27FC236}">
                  <a16:creationId xmlns:a16="http://schemas.microsoft.com/office/drawing/2014/main" id="{F238C898-8558-2B17-3C73-16612AEC2CEA}"/>
                </a:ext>
              </a:extLst>
            </p:cNvPr>
            <p:cNvSpPr/>
            <p:nvPr/>
          </p:nvSpPr>
          <p:spPr>
            <a:xfrm>
              <a:off x="5745467" y="2895687"/>
              <a:ext cx="6179" cy="36427"/>
            </a:xfrm>
            <a:custGeom>
              <a:avLst/>
              <a:gdLst/>
              <a:ahLst/>
              <a:cxnLst/>
              <a:rect l="l" t="t" r="r" b="b"/>
              <a:pathLst>
                <a:path w="402" h="2370" extrusionOk="0">
                  <a:moveTo>
                    <a:pt x="201" y="1"/>
                  </a:moveTo>
                  <a:cubicBezTo>
                    <a:pt x="101" y="1"/>
                    <a:pt x="1" y="68"/>
                    <a:pt x="1" y="201"/>
                  </a:cubicBezTo>
                  <a:lnTo>
                    <a:pt x="1" y="2136"/>
                  </a:lnTo>
                  <a:cubicBezTo>
                    <a:pt x="1" y="2269"/>
                    <a:pt x="101" y="2369"/>
                    <a:pt x="201" y="2369"/>
                  </a:cubicBezTo>
                  <a:cubicBezTo>
                    <a:pt x="301" y="2369"/>
                    <a:pt x="401" y="2269"/>
                    <a:pt x="401" y="2136"/>
                  </a:cubicBezTo>
                  <a:lnTo>
                    <a:pt x="401" y="201"/>
                  </a:lnTo>
                  <a:cubicBezTo>
                    <a:pt x="401" y="68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2528;p64">
              <a:extLst>
                <a:ext uri="{FF2B5EF4-FFF2-40B4-BE49-F238E27FC236}">
                  <a16:creationId xmlns:a16="http://schemas.microsoft.com/office/drawing/2014/main" id="{8D0DE934-53C5-B60A-CFA5-5053D5C0972D}"/>
                </a:ext>
              </a:extLst>
            </p:cNvPr>
            <p:cNvSpPr/>
            <p:nvPr/>
          </p:nvSpPr>
          <p:spPr>
            <a:xfrm>
              <a:off x="5953623" y="2774310"/>
              <a:ext cx="6686" cy="36796"/>
            </a:xfrm>
            <a:custGeom>
              <a:avLst/>
              <a:gdLst/>
              <a:ahLst/>
              <a:cxnLst/>
              <a:rect l="l" t="t" r="r" b="b"/>
              <a:pathLst>
                <a:path w="435" h="2394" extrusionOk="0">
                  <a:moveTo>
                    <a:pt x="218" y="1"/>
                  </a:moveTo>
                  <a:cubicBezTo>
                    <a:pt x="109" y="1"/>
                    <a:pt x="1" y="76"/>
                    <a:pt x="1" y="226"/>
                  </a:cubicBezTo>
                  <a:lnTo>
                    <a:pt x="1" y="2194"/>
                  </a:lnTo>
                  <a:cubicBezTo>
                    <a:pt x="1" y="2294"/>
                    <a:pt x="101" y="2394"/>
                    <a:pt x="201" y="2394"/>
                  </a:cubicBezTo>
                  <a:cubicBezTo>
                    <a:pt x="334" y="2394"/>
                    <a:pt x="434" y="2294"/>
                    <a:pt x="434" y="2160"/>
                  </a:cubicBezTo>
                  <a:lnTo>
                    <a:pt x="434" y="226"/>
                  </a:lnTo>
                  <a:cubicBezTo>
                    <a:pt x="434" y="76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2529;p64">
              <a:extLst>
                <a:ext uri="{FF2B5EF4-FFF2-40B4-BE49-F238E27FC236}">
                  <a16:creationId xmlns:a16="http://schemas.microsoft.com/office/drawing/2014/main" id="{9BCE24C7-FF66-3C6A-C82B-CE113A40DA71}"/>
                </a:ext>
              </a:extLst>
            </p:cNvPr>
            <p:cNvSpPr/>
            <p:nvPr/>
          </p:nvSpPr>
          <p:spPr>
            <a:xfrm>
              <a:off x="6161779" y="2653702"/>
              <a:ext cx="6686" cy="36412"/>
            </a:xfrm>
            <a:custGeom>
              <a:avLst/>
              <a:gdLst/>
              <a:ahLst/>
              <a:cxnLst/>
              <a:rect l="l" t="t" r="r" b="b"/>
              <a:pathLst>
                <a:path w="435" h="2369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lnTo>
                    <a:pt x="1" y="2168"/>
                  </a:lnTo>
                  <a:cubicBezTo>
                    <a:pt x="1" y="2269"/>
                    <a:pt x="101" y="2369"/>
                    <a:pt x="234" y="2369"/>
                  </a:cubicBezTo>
                  <a:cubicBezTo>
                    <a:pt x="334" y="2369"/>
                    <a:pt x="434" y="2269"/>
                    <a:pt x="434" y="2168"/>
                  </a:cubicBezTo>
                  <a:lnTo>
                    <a:pt x="434" y="200"/>
                  </a:lnTo>
                  <a:cubicBezTo>
                    <a:pt x="434" y="100"/>
                    <a:pt x="334" y="0"/>
                    <a:pt x="23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2530;p64">
              <a:extLst>
                <a:ext uri="{FF2B5EF4-FFF2-40B4-BE49-F238E27FC236}">
                  <a16:creationId xmlns:a16="http://schemas.microsoft.com/office/drawing/2014/main" id="{B66313E9-108C-407B-D240-C99351220405}"/>
                </a:ext>
              </a:extLst>
            </p:cNvPr>
            <p:cNvSpPr/>
            <p:nvPr/>
          </p:nvSpPr>
          <p:spPr>
            <a:xfrm>
              <a:off x="6369934" y="2532694"/>
              <a:ext cx="6686" cy="36934"/>
            </a:xfrm>
            <a:custGeom>
              <a:avLst/>
              <a:gdLst/>
              <a:ahLst/>
              <a:cxnLst/>
              <a:rect l="l" t="t" r="r" b="b"/>
              <a:pathLst>
                <a:path w="435" h="2403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lnTo>
                    <a:pt x="1" y="2169"/>
                  </a:lnTo>
                  <a:cubicBezTo>
                    <a:pt x="1" y="2303"/>
                    <a:pt x="101" y="2403"/>
                    <a:pt x="234" y="2403"/>
                  </a:cubicBezTo>
                  <a:cubicBezTo>
                    <a:pt x="334" y="2403"/>
                    <a:pt x="434" y="2303"/>
                    <a:pt x="434" y="2169"/>
                  </a:cubicBezTo>
                  <a:lnTo>
                    <a:pt x="434" y="234"/>
                  </a:lnTo>
                  <a:cubicBezTo>
                    <a:pt x="434" y="101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2531;p64">
              <a:extLst>
                <a:ext uri="{FF2B5EF4-FFF2-40B4-BE49-F238E27FC236}">
                  <a16:creationId xmlns:a16="http://schemas.microsoft.com/office/drawing/2014/main" id="{51590C46-1B39-AA33-E9D9-9B6D22470630}"/>
                </a:ext>
              </a:extLst>
            </p:cNvPr>
            <p:cNvSpPr/>
            <p:nvPr/>
          </p:nvSpPr>
          <p:spPr>
            <a:xfrm>
              <a:off x="6578613" y="2412224"/>
              <a:ext cx="6163" cy="36412"/>
            </a:xfrm>
            <a:custGeom>
              <a:avLst/>
              <a:gdLst/>
              <a:ahLst/>
              <a:cxnLst/>
              <a:rect l="l" t="t" r="r" b="b"/>
              <a:pathLst>
                <a:path w="401" h="2369" extrusionOk="0">
                  <a:moveTo>
                    <a:pt x="200" y="0"/>
                  </a:moveTo>
                  <a:cubicBezTo>
                    <a:pt x="100" y="0"/>
                    <a:pt x="0" y="67"/>
                    <a:pt x="0" y="200"/>
                  </a:cubicBezTo>
                  <a:lnTo>
                    <a:pt x="0" y="2168"/>
                  </a:lnTo>
                  <a:cubicBezTo>
                    <a:pt x="0" y="2268"/>
                    <a:pt x="67" y="2368"/>
                    <a:pt x="200" y="2368"/>
                  </a:cubicBezTo>
                  <a:cubicBezTo>
                    <a:pt x="300" y="2368"/>
                    <a:pt x="400" y="2268"/>
                    <a:pt x="400" y="2168"/>
                  </a:cubicBezTo>
                  <a:lnTo>
                    <a:pt x="400" y="200"/>
                  </a:lnTo>
                  <a:cubicBezTo>
                    <a:pt x="400" y="67"/>
                    <a:pt x="300" y="0"/>
                    <a:pt x="2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2532;p64">
              <a:extLst>
                <a:ext uri="{FF2B5EF4-FFF2-40B4-BE49-F238E27FC236}">
                  <a16:creationId xmlns:a16="http://schemas.microsoft.com/office/drawing/2014/main" id="{2D0DC06D-CC34-A89E-F9E6-09891EC69568}"/>
                </a:ext>
              </a:extLst>
            </p:cNvPr>
            <p:cNvSpPr/>
            <p:nvPr/>
          </p:nvSpPr>
          <p:spPr>
            <a:xfrm>
              <a:off x="5331722" y="1651885"/>
              <a:ext cx="1249981" cy="1442751"/>
            </a:xfrm>
            <a:custGeom>
              <a:avLst/>
              <a:gdLst/>
              <a:ahLst/>
              <a:cxnLst/>
              <a:rect l="l" t="t" r="r" b="b"/>
              <a:pathLst>
                <a:path w="81326" h="93868" extrusionOk="0">
                  <a:moveTo>
                    <a:pt x="81325" y="0"/>
                  </a:moveTo>
                  <a:cubicBezTo>
                    <a:pt x="71151" y="5871"/>
                    <a:pt x="76222" y="30322"/>
                    <a:pt x="67782" y="35326"/>
                  </a:cubicBezTo>
                  <a:cubicBezTo>
                    <a:pt x="66995" y="35790"/>
                    <a:pt x="66296" y="35999"/>
                    <a:pt x="65668" y="35999"/>
                  </a:cubicBezTo>
                  <a:cubicBezTo>
                    <a:pt x="60154" y="35999"/>
                    <a:pt x="60155" y="19900"/>
                    <a:pt x="54618" y="19900"/>
                  </a:cubicBezTo>
                  <a:cubicBezTo>
                    <a:pt x="53999" y="19900"/>
                    <a:pt x="53311" y="20101"/>
                    <a:pt x="52538" y="20548"/>
                  </a:cubicBezTo>
                  <a:cubicBezTo>
                    <a:pt x="44065" y="25418"/>
                    <a:pt x="47434" y="56708"/>
                    <a:pt x="38995" y="61611"/>
                  </a:cubicBezTo>
                  <a:cubicBezTo>
                    <a:pt x="37891" y="62246"/>
                    <a:pt x="36958" y="62516"/>
                    <a:pt x="36154" y="62516"/>
                  </a:cubicBezTo>
                  <a:cubicBezTo>
                    <a:pt x="31595" y="62516"/>
                    <a:pt x="31127" y="53857"/>
                    <a:pt x="26595" y="53857"/>
                  </a:cubicBezTo>
                  <a:cubicBezTo>
                    <a:pt x="25790" y="53857"/>
                    <a:pt x="24858" y="54130"/>
                    <a:pt x="23751" y="54773"/>
                  </a:cubicBezTo>
                  <a:cubicBezTo>
                    <a:pt x="15278" y="59676"/>
                    <a:pt x="18647" y="77256"/>
                    <a:pt x="13577" y="80191"/>
                  </a:cubicBezTo>
                  <a:cubicBezTo>
                    <a:pt x="12828" y="80625"/>
                    <a:pt x="12152" y="80802"/>
                    <a:pt x="11523" y="80802"/>
                  </a:cubicBezTo>
                  <a:cubicBezTo>
                    <a:pt x="8697" y="80802"/>
                    <a:pt x="6805" y="77225"/>
                    <a:pt x="3381" y="77225"/>
                  </a:cubicBezTo>
                  <a:cubicBezTo>
                    <a:pt x="2408" y="77225"/>
                    <a:pt x="1311" y="77514"/>
                    <a:pt x="34" y="78256"/>
                  </a:cubicBezTo>
                  <a:lnTo>
                    <a:pt x="1" y="93867"/>
                  </a:lnTo>
                  <a:lnTo>
                    <a:pt x="81325" y="46934"/>
                  </a:lnTo>
                  <a:lnTo>
                    <a:pt x="8132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2533;p64">
              <a:extLst>
                <a:ext uri="{FF2B5EF4-FFF2-40B4-BE49-F238E27FC236}">
                  <a16:creationId xmlns:a16="http://schemas.microsoft.com/office/drawing/2014/main" id="{4BC0D3AB-BF1A-0B65-276E-6EC6E4D6515D}"/>
                </a:ext>
              </a:extLst>
            </p:cNvPr>
            <p:cNvSpPr/>
            <p:nvPr/>
          </p:nvSpPr>
          <p:spPr>
            <a:xfrm>
              <a:off x="5331722" y="1651885"/>
              <a:ext cx="1249981" cy="1442751"/>
            </a:xfrm>
            <a:custGeom>
              <a:avLst/>
              <a:gdLst/>
              <a:ahLst/>
              <a:cxnLst/>
              <a:rect l="l" t="t" r="r" b="b"/>
              <a:pathLst>
                <a:path w="81326" h="93868" extrusionOk="0">
                  <a:moveTo>
                    <a:pt x="81325" y="0"/>
                  </a:moveTo>
                  <a:cubicBezTo>
                    <a:pt x="71151" y="5871"/>
                    <a:pt x="76222" y="30322"/>
                    <a:pt x="67782" y="35326"/>
                  </a:cubicBezTo>
                  <a:cubicBezTo>
                    <a:pt x="66995" y="35790"/>
                    <a:pt x="66296" y="35999"/>
                    <a:pt x="65668" y="35999"/>
                  </a:cubicBezTo>
                  <a:cubicBezTo>
                    <a:pt x="60154" y="35999"/>
                    <a:pt x="60155" y="19900"/>
                    <a:pt x="54618" y="19900"/>
                  </a:cubicBezTo>
                  <a:cubicBezTo>
                    <a:pt x="53999" y="19900"/>
                    <a:pt x="53311" y="20101"/>
                    <a:pt x="52538" y="20548"/>
                  </a:cubicBezTo>
                  <a:cubicBezTo>
                    <a:pt x="44065" y="25418"/>
                    <a:pt x="47434" y="56708"/>
                    <a:pt x="38995" y="61611"/>
                  </a:cubicBezTo>
                  <a:cubicBezTo>
                    <a:pt x="37891" y="62246"/>
                    <a:pt x="36958" y="62516"/>
                    <a:pt x="36154" y="62516"/>
                  </a:cubicBezTo>
                  <a:cubicBezTo>
                    <a:pt x="31595" y="62516"/>
                    <a:pt x="31127" y="53857"/>
                    <a:pt x="26595" y="53857"/>
                  </a:cubicBezTo>
                  <a:cubicBezTo>
                    <a:pt x="25790" y="53857"/>
                    <a:pt x="24858" y="54130"/>
                    <a:pt x="23751" y="54773"/>
                  </a:cubicBezTo>
                  <a:cubicBezTo>
                    <a:pt x="15278" y="59676"/>
                    <a:pt x="18647" y="77256"/>
                    <a:pt x="13577" y="80191"/>
                  </a:cubicBezTo>
                  <a:cubicBezTo>
                    <a:pt x="12828" y="80625"/>
                    <a:pt x="12152" y="80802"/>
                    <a:pt x="11523" y="80802"/>
                  </a:cubicBezTo>
                  <a:cubicBezTo>
                    <a:pt x="8697" y="80802"/>
                    <a:pt x="6805" y="77225"/>
                    <a:pt x="3381" y="77225"/>
                  </a:cubicBezTo>
                  <a:cubicBezTo>
                    <a:pt x="2408" y="77225"/>
                    <a:pt x="1311" y="77514"/>
                    <a:pt x="34" y="78256"/>
                  </a:cubicBezTo>
                  <a:lnTo>
                    <a:pt x="1" y="93867"/>
                  </a:lnTo>
                  <a:lnTo>
                    <a:pt x="81325" y="46934"/>
                  </a:lnTo>
                  <a:lnTo>
                    <a:pt x="813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2534;p64">
              <a:extLst>
                <a:ext uri="{FF2B5EF4-FFF2-40B4-BE49-F238E27FC236}">
                  <a16:creationId xmlns:a16="http://schemas.microsoft.com/office/drawing/2014/main" id="{8BB3CEB1-FA80-0ED5-C101-A3248CF91355}"/>
                </a:ext>
              </a:extLst>
            </p:cNvPr>
            <p:cNvSpPr/>
            <p:nvPr/>
          </p:nvSpPr>
          <p:spPr>
            <a:xfrm>
              <a:off x="5331722" y="1787740"/>
              <a:ext cx="1249981" cy="1306896"/>
            </a:xfrm>
            <a:custGeom>
              <a:avLst/>
              <a:gdLst/>
              <a:ahLst/>
              <a:cxnLst/>
              <a:rect l="l" t="t" r="r" b="b"/>
              <a:pathLst>
                <a:path w="81326" h="85029" extrusionOk="0">
                  <a:moveTo>
                    <a:pt x="81325" y="1"/>
                  </a:moveTo>
                  <a:cubicBezTo>
                    <a:pt x="81200" y="105"/>
                    <a:pt x="81049" y="157"/>
                    <a:pt x="80896" y="157"/>
                  </a:cubicBezTo>
                  <a:cubicBezTo>
                    <a:pt x="80805" y="157"/>
                    <a:pt x="80712" y="139"/>
                    <a:pt x="80625" y="101"/>
                  </a:cubicBezTo>
                  <a:lnTo>
                    <a:pt x="74921" y="11609"/>
                  </a:lnTo>
                  <a:cubicBezTo>
                    <a:pt x="75154" y="11709"/>
                    <a:pt x="75288" y="11943"/>
                    <a:pt x="75254" y="12210"/>
                  </a:cubicBezTo>
                  <a:cubicBezTo>
                    <a:pt x="75221" y="12777"/>
                    <a:pt x="74887" y="13344"/>
                    <a:pt x="74420" y="13677"/>
                  </a:cubicBezTo>
                  <a:cubicBezTo>
                    <a:pt x="74288" y="13753"/>
                    <a:pt x="74164" y="13788"/>
                    <a:pt x="74054" y="13788"/>
                  </a:cubicBezTo>
                  <a:cubicBezTo>
                    <a:pt x="73775" y="13788"/>
                    <a:pt x="73586" y="13560"/>
                    <a:pt x="73586" y="13177"/>
                  </a:cubicBezTo>
                  <a:lnTo>
                    <a:pt x="68483" y="16079"/>
                  </a:lnTo>
                  <a:cubicBezTo>
                    <a:pt x="68483" y="16680"/>
                    <a:pt x="68149" y="17213"/>
                    <a:pt x="67649" y="17547"/>
                  </a:cubicBezTo>
                  <a:cubicBezTo>
                    <a:pt x="67549" y="17622"/>
                    <a:pt x="67411" y="17659"/>
                    <a:pt x="67278" y="17659"/>
                  </a:cubicBezTo>
                  <a:cubicBezTo>
                    <a:pt x="67234" y="17659"/>
                    <a:pt x="67190" y="17655"/>
                    <a:pt x="67149" y="17647"/>
                  </a:cubicBezTo>
                  <a:lnTo>
                    <a:pt x="61411" y="29188"/>
                  </a:lnTo>
                  <a:cubicBezTo>
                    <a:pt x="61645" y="29289"/>
                    <a:pt x="61778" y="29522"/>
                    <a:pt x="61745" y="29789"/>
                  </a:cubicBezTo>
                  <a:cubicBezTo>
                    <a:pt x="61711" y="30356"/>
                    <a:pt x="61378" y="30923"/>
                    <a:pt x="60911" y="31223"/>
                  </a:cubicBezTo>
                  <a:cubicBezTo>
                    <a:pt x="60753" y="31308"/>
                    <a:pt x="60609" y="31349"/>
                    <a:pt x="60486" y="31349"/>
                  </a:cubicBezTo>
                  <a:cubicBezTo>
                    <a:pt x="60270" y="31349"/>
                    <a:pt x="60119" y="31223"/>
                    <a:pt x="60077" y="30990"/>
                  </a:cubicBezTo>
                  <a:lnTo>
                    <a:pt x="54940" y="35426"/>
                  </a:lnTo>
                  <a:cubicBezTo>
                    <a:pt x="54940" y="35493"/>
                    <a:pt x="54973" y="35560"/>
                    <a:pt x="54973" y="35660"/>
                  </a:cubicBezTo>
                  <a:cubicBezTo>
                    <a:pt x="54940" y="36227"/>
                    <a:pt x="54606" y="36794"/>
                    <a:pt x="54139" y="37128"/>
                  </a:cubicBezTo>
                  <a:cubicBezTo>
                    <a:pt x="54007" y="37203"/>
                    <a:pt x="53883" y="37238"/>
                    <a:pt x="53773" y="37238"/>
                  </a:cubicBezTo>
                  <a:cubicBezTo>
                    <a:pt x="53494" y="37238"/>
                    <a:pt x="53305" y="37010"/>
                    <a:pt x="53305" y="36627"/>
                  </a:cubicBezTo>
                  <a:cubicBezTo>
                    <a:pt x="53305" y="36327"/>
                    <a:pt x="53372" y="36027"/>
                    <a:pt x="53539" y="35793"/>
                  </a:cubicBezTo>
                  <a:lnTo>
                    <a:pt x="47968" y="32558"/>
                  </a:lnTo>
                  <a:cubicBezTo>
                    <a:pt x="47801" y="32824"/>
                    <a:pt x="47601" y="33025"/>
                    <a:pt x="47368" y="33191"/>
                  </a:cubicBezTo>
                  <a:cubicBezTo>
                    <a:pt x="47232" y="33273"/>
                    <a:pt x="47102" y="33310"/>
                    <a:pt x="46987" y="33310"/>
                  </a:cubicBezTo>
                  <a:cubicBezTo>
                    <a:pt x="46818" y="33310"/>
                    <a:pt x="46680" y="33230"/>
                    <a:pt x="46601" y="33091"/>
                  </a:cubicBezTo>
                  <a:lnTo>
                    <a:pt x="41330" y="39162"/>
                  </a:lnTo>
                  <a:cubicBezTo>
                    <a:pt x="41397" y="39296"/>
                    <a:pt x="41430" y="39429"/>
                    <a:pt x="41430" y="39563"/>
                  </a:cubicBezTo>
                  <a:cubicBezTo>
                    <a:pt x="41397" y="40163"/>
                    <a:pt x="41097" y="40697"/>
                    <a:pt x="40596" y="41030"/>
                  </a:cubicBezTo>
                  <a:cubicBezTo>
                    <a:pt x="40461" y="41109"/>
                    <a:pt x="40332" y="41146"/>
                    <a:pt x="40219" y="41146"/>
                  </a:cubicBezTo>
                  <a:cubicBezTo>
                    <a:pt x="39997" y="41146"/>
                    <a:pt x="39828" y="41006"/>
                    <a:pt x="39762" y="40763"/>
                  </a:cubicBezTo>
                  <a:lnTo>
                    <a:pt x="34625" y="45200"/>
                  </a:lnTo>
                  <a:cubicBezTo>
                    <a:pt x="34659" y="45267"/>
                    <a:pt x="34659" y="45333"/>
                    <a:pt x="34659" y="45433"/>
                  </a:cubicBezTo>
                  <a:cubicBezTo>
                    <a:pt x="34625" y="46001"/>
                    <a:pt x="34325" y="46568"/>
                    <a:pt x="33825" y="46901"/>
                  </a:cubicBezTo>
                  <a:cubicBezTo>
                    <a:pt x="33725" y="46968"/>
                    <a:pt x="33608" y="47001"/>
                    <a:pt x="33491" y="47001"/>
                  </a:cubicBezTo>
                  <a:cubicBezTo>
                    <a:pt x="33374" y="47001"/>
                    <a:pt x="33258" y="46968"/>
                    <a:pt x="33158" y="46901"/>
                  </a:cubicBezTo>
                  <a:lnTo>
                    <a:pt x="27720" y="54740"/>
                  </a:lnTo>
                  <a:cubicBezTo>
                    <a:pt x="27854" y="54840"/>
                    <a:pt x="27921" y="55040"/>
                    <a:pt x="27921" y="55207"/>
                  </a:cubicBezTo>
                  <a:cubicBezTo>
                    <a:pt x="27887" y="55808"/>
                    <a:pt x="27554" y="56341"/>
                    <a:pt x="27087" y="56675"/>
                  </a:cubicBezTo>
                  <a:cubicBezTo>
                    <a:pt x="26938" y="56756"/>
                    <a:pt x="26805" y="56793"/>
                    <a:pt x="26691" y="56793"/>
                  </a:cubicBezTo>
                  <a:cubicBezTo>
                    <a:pt x="26525" y="56793"/>
                    <a:pt x="26399" y="56713"/>
                    <a:pt x="26319" y="56575"/>
                  </a:cubicBezTo>
                  <a:lnTo>
                    <a:pt x="21049" y="62646"/>
                  </a:lnTo>
                  <a:cubicBezTo>
                    <a:pt x="21116" y="62746"/>
                    <a:pt x="21149" y="62879"/>
                    <a:pt x="21149" y="63013"/>
                  </a:cubicBezTo>
                  <a:cubicBezTo>
                    <a:pt x="21116" y="63613"/>
                    <a:pt x="20815" y="64180"/>
                    <a:pt x="20315" y="64480"/>
                  </a:cubicBezTo>
                  <a:cubicBezTo>
                    <a:pt x="20176" y="64560"/>
                    <a:pt x="20045" y="64598"/>
                    <a:pt x="19931" y="64598"/>
                  </a:cubicBezTo>
                  <a:cubicBezTo>
                    <a:pt x="19662" y="64598"/>
                    <a:pt x="19481" y="64388"/>
                    <a:pt x="19481" y="64013"/>
                  </a:cubicBezTo>
                  <a:cubicBezTo>
                    <a:pt x="19481" y="63780"/>
                    <a:pt x="19548" y="63546"/>
                    <a:pt x="19648" y="63313"/>
                  </a:cubicBezTo>
                  <a:lnTo>
                    <a:pt x="14211" y="61745"/>
                  </a:lnTo>
                  <a:cubicBezTo>
                    <a:pt x="14077" y="62079"/>
                    <a:pt x="13844" y="62346"/>
                    <a:pt x="13544" y="62546"/>
                  </a:cubicBezTo>
                  <a:cubicBezTo>
                    <a:pt x="13454" y="62617"/>
                    <a:pt x="13336" y="62650"/>
                    <a:pt x="13215" y="62650"/>
                  </a:cubicBezTo>
                  <a:cubicBezTo>
                    <a:pt x="13110" y="62650"/>
                    <a:pt x="13003" y="62625"/>
                    <a:pt x="12910" y="62579"/>
                  </a:cubicBezTo>
                  <a:lnTo>
                    <a:pt x="7406" y="71319"/>
                  </a:lnTo>
                  <a:cubicBezTo>
                    <a:pt x="7573" y="71419"/>
                    <a:pt x="7639" y="71619"/>
                    <a:pt x="7639" y="71819"/>
                  </a:cubicBezTo>
                  <a:cubicBezTo>
                    <a:pt x="7606" y="72419"/>
                    <a:pt x="7272" y="72953"/>
                    <a:pt x="6805" y="73287"/>
                  </a:cubicBezTo>
                  <a:cubicBezTo>
                    <a:pt x="6654" y="73375"/>
                    <a:pt x="6517" y="73416"/>
                    <a:pt x="6399" y="73416"/>
                  </a:cubicBezTo>
                  <a:cubicBezTo>
                    <a:pt x="6206" y="73416"/>
                    <a:pt x="6067" y="73306"/>
                    <a:pt x="6005" y="73120"/>
                  </a:cubicBezTo>
                  <a:lnTo>
                    <a:pt x="1" y="79158"/>
                  </a:lnTo>
                  <a:lnTo>
                    <a:pt x="1" y="85028"/>
                  </a:lnTo>
                  <a:lnTo>
                    <a:pt x="81325" y="38095"/>
                  </a:lnTo>
                  <a:lnTo>
                    <a:pt x="8132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2535;p64">
              <a:extLst>
                <a:ext uri="{FF2B5EF4-FFF2-40B4-BE49-F238E27FC236}">
                  <a16:creationId xmlns:a16="http://schemas.microsoft.com/office/drawing/2014/main" id="{38A0527C-5EF6-9788-E2C9-ED61E078124C}"/>
                </a:ext>
              </a:extLst>
            </p:cNvPr>
            <p:cNvSpPr/>
            <p:nvPr/>
          </p:nvSpPr>
          <p:spPr>
            <a:xfrm>
              <a:off x="5331722" y="1787740"/>
              <a:ext cx="1249981" cy="1306896"/>
            </a:xfrm>
            <a:custGeom>
              <a:avLst/>
              <a:gdLst/>
              <a:ahLst/>
              <a:cxnLst/>
              <a:rect l="l" t="t" r="r" b="b"/>
              <a:pathLst>
                <a:path w="81326" h="85029" extrusionOk="0">
                  <a:moveTo>
                    <a:pt x="81325" y="1"/>
                  </a:moveTo>
                  <a:cubicBezTo>
                    <a:pt x="81200" y="105"/>
                    <a:pt x="81049" y="157"/>
                    <a:pt x="80896" y="157"/>
                  </a:cubicBezTo>
                  <a:cubicBezTo>
                    <a:pt x="80805" y="157"/>
                    <a:pt x="80712" y="139"/>
                    <a:pt x="80625" y="101"/>
                  </a:cubicBezTo>
                  <a:lnTo>
                    <a:pt x="74921" y="11609"/>
                  </a:lnTo>
                  <a:cubicBezTo>
                    <a:pt x="75154" y="11709"/>
                    <a:pt x="75288" y="11943"/>
                    <a:pt x="75254" y="12210"/>
                  </a:cubicBezTo>
                  <a:cubicBezTo>
                    <a:pt x="75221" y="12777"/>
                    <a:pt x="74887" y="13344"/>
                    <a:pt x="74420" y="13677"/>
                  </a:cubicBezTo>
                  <a:cubicBezTo>
                    <a:pt x="74288" y="13753"/>
                    <a:pt x="74164" y="13788"/>
                    <a:pt x="74054" y="13788"/>
                  </a:cubicBezTo>
                  <a:cubicBezTo>
                    <a:pt x="73775" y="13788"/>
                    <a:pt x="73586" y="13560"/>
                    <a:pt x="73586" y="13177"/>
                  </a:cubicBezTo>
                  <a:lnTo>
                    <a:pt x="68483" y="16079"/>
                  </a:lnTo>
                  <a:cubicBezTo>
                    <a:pt x="68483" y="16680"/>
                    <a:pt x="68149" y="17213"/>
                    <a:pt x="67649" y="17547"/>
                  </a:cubicBezTo>
                  <a:cubicBezTo>
                    <a:pt x="67549" y="17622"/>
                    <a:pt x="67411" y="17659"/>
                    <a:pt x="67278" y="17659"/>
                  </a:cubicBezTo>
                  <a:cubicBezTo>
                    <a:pt x="67234" y="17659"/>
                    <a:pt x="67190" y="17655"/>
                    <a:pt x="67149" y="17647"/>
                  </a:cubicBezTo>
                  <a:lnTo>
                    <a:pt x="61411" y="29188"/>
                  </a:lnTo>
                  <a:cubicBezTo>
                    <a:pt x="61645" y="29289"/>
                    <a:pt x="61778" y="29522"/>
                    <a:pt x="61745" y="29789"/>
                  </a:cubicBezTo>
                  <a:cubicBezTo>
                    <a:pt x="61711" y="30356"/>
                    <a:pt x="61378" y="30923"/>
                    <a:pt x="60911" y="31223"/>
                  </a:cubicBezTo>
                  <a:cubicBezTo>
                    <a:pt x="60753" y="31308"/>
                    <a:pt x="60609" y="31349"/>
                    <a:pt x="60486" y="31349"/>
                  </a:cubicBezTo>
                  <a:cubicBezTo>
                    <a:pt x="60270" y="31349"/>
                    <a:pt x="60119" y="31223"/>
                    <a:pt x="60077" y="30990"/>
                  </a:cubicBezTo>
                  <a:lnTo>
                    <a:pt x="54940" y="35426"/>
                  </a:lnTo>
                  <a:cubicBezTo>
                    <a:pt x="54940" y="35493"/>
                    <a:pt x="54973" y="35560"/>
                    <a:pt x="54973" y="35660"/>
                  </a:cubicBezTo>
                  <a:cubicBezTo>
                    <a:pt x="54940" y="36227"/>
                    <a:pt x="54606" y="36794"/>
                    <a:pt x="54139" y="37128"/>
                  </a:cubicBezTo>
                  <a:cubicBezTo>
                    <a:pt x="54007" y="37203"/>
                    <a:pt x="53883" y="37238"/>
                    <a:pt x="53773" y="37238"/>
                  </a:cubicBezTo>
                  <a:cubicBezTo>
                    <a:pt x="53494" y="37238"/>
                    <a:pt x="53305" y="37010"/>
                    <a:pt x="53305" y="36627"/>
                  </a:cubicBezTo>
                  <a:cubicBezTo>
                    <a:pt x="53305" y="36327"/>
                    <a:pt x="53372" y="36027"/>
                    <a:pt x="53539" y="35793"/>
                  </a:cubicBezTo>
                  <a:lnTo>
                    <a:pt x="47968" y="32558"/>
                  </a:lnTo>
                  <a:cubicBezTo>
                    <a:pt x="47801" y="32824"/>
                    <a:pt x="47601" y="33025"/>
                    <a:pt x="47368" y="33191"/>
                  </a:cubicBezTo>
                  <a:cubicBezTo>
                    <a:pt x="47232" y="33273"/>
                    <a:pt x="47102" y="33310"/>
                    <a:pt x="46987" y="33310"/>
                  </a:cubicBezTo>
                  <a:cubicBezTo>
                    <a:pt x="46818" y="33310"/>
                    <a:pt x="46680" y="33230"/>
                    <a:pt x="46601" y="33091"/>
                  </a:cubicBezTo>
                  <a:lnTo>
                    <a:pt x="41330" y="39162"/>
                  </a:lnTo>
                  <a:cubicBezTo>
                    <a:pt x="41397" y="39296"/>
                    <a:pt x="41430" y="39429"/>
                    <a:pt x="41430" y="39563"/>
                  </a:cubicBezTo>
                  <a:cubicBezTo>
                    <a:pt x="41397" y="40163"/>
                    <a:pt x="41097" y="40697"/>
                    <a:pt x="40596" y="41030"/>
                  </a:cubicBezTo>
                  <a:cubicBezTo>
                    <a:pt x="40461" y="41109"/>
                    <a:pt x="40332" y="41146"/>
                    <a:pt x="40219" y="41146"/>
                  </a:cubicBezTo>
                  <a:cubicBezTo>
                    <a:pt x="39997" y="41146"/>
                    <a:pt x="39828" y="41006"/>
                    <a:pt x="39762" y="40763"/>
                  </a:cubicBezTo>
                  <a:lnTo>
                    <a:pt x="34625" y="45200"/>
                  </a:lnTo>
                  <a:cubicBezTo>
                    <a:pt x="34659" y="45267"/>
                    <a:pt x="34659" y="45333"/>
                    <a:pt x="34659" y="45433"/>
                  </a:cubicBezTo>
                  <a:cubicBezTo>
                    <a:pt x="34625" y="46001"/>
                    <a:pt x="34325" y="46568"/>
                    <a:pt x="33825" y="46901"/>
                  </a:cubicBezTo>
                  <a:cubicBezTo>
                    <a:pt x="33725" y="46968"/>
                    <a:pt x="33608" y="47001"/>
                    <a:pt x="33491" y="47001"/>
                  </a:cubicBezTo>
                  <a:cubicBezTo>
                    <a:pt x="33374" y="47001"/>
                    <a:pt x="33258" y="46968"/>
                    <a:pt x="33158" y="46901"/>
                  </a:cubicBezTo>
                  <a:lnTo>
                    <a:pt x="27720" y="54740"/>
                  </a:lnTo>
                  <a:cubicBezTo>
                    <a:pt x="27854" y="54840"/>
                    <a:pt x="27921" y="55040"/>
                    <a:pt x="27921" y="55207"/>
                  </a:cubicBezTo>
                  <a:cubicBezTo>
                    <a:pt x="27887" y="55808"/>
                    <a:pt x="27554" y="56341"/>
                    <a:pt x="27087" y="56675"/>
                  </a:cubicBezTo>
                  <a:cubicBezTo>
                    <a:pt x="26938" y="56756"/>
                    <a:pt x="26805" y="56793"/>
                    <a:pt x="26691" y="56793"/>
                  </a:cubicBezTo>
                  <a:cubicBezTo>
                    <a:pt x="26525" y="56793"/>
                    <a:pt x="26399" y="56713"/>
                    <a:pt x="26319" y="56575"/>
                  </a:cubicBezTo>
                  <a:lnTo>
                    <a:pt x="21049" y="62646"/>
                  </a:lnTo>
                  <a:cubicBezTo>
                    <a:pt x="21116" y="62746"/>
                    <a:pt x="21149" y="62879"/>
                    <a:pt x="21149" y="63013"/>
                  </a:cubicBezTo>
                  <a:cubicBezTo>
                    <a:pt x="21116" y="63613"/>
                    <a:pt x="20815" y="64180"/>
                    <a:pt x="20315" y="64480"/>
                  </a:cubicBezTo>
                  <a:cubicBezTo>
                    <a:pt x="20176" y="64560"/>
                    <a:pt x="20045" y="64598"/>
                    <a:pt x="19931" y="64598"/>
                  </a:cubicBezTo>
                  <a:cubicBezTo>
                    <a:pt x="19662" y="64598"/>
                    <a:pt x="19481" y="64388"/>
                    <a:pt x="19481" y="64013"/>
                  </a:cubicBezTo>
                  <a:cubicBezTo>
                    <a:pt x="19481" y="63780"/>
                    <a:pt x="19548" y="63546"/>
                    <a:pt x="19648" y="63313"/>
                  </a:cubicBezTo>
                  <a:lnTo>
                    <a:pt x="14211" y="61745"/>
                  </a:lnTo>
                  <a:cubicBezTo>
                    <a:pt x="14077" y="62079"/>
                    <a:pt x="13844" y="62346"/>
                    <a:pt x="13544" y="62546"/>
                  </a:cubicBezTo>
                  <a:cubicBezTo>
                    <a:pt x="13454" y="62617"/>
                    <a:pt x="13336" y="62650"/>
                    <a:pt x="13215" y="62650"/>
                  </a:cubicBezTo>
                  <a:cubicBezTo>
                    <a:pt x="13110" y="62650"/>
                    <a:pt x="13003" y="62625"/>
                    <a:pt x="12910" y="62579"/>
                  </a:cubicBezTo>
                  <a:lnTo>
                    <a:pt x="7406" y="71319"/>
                  </a:lnTo>
                  <a:cubicBezTo>
                    <a:pt x="7573" y="71419"/>
                    <a:pt x="7639" y="71619"/>
                    <a:pt x="7639" y="71819"/>
                  </a:cubicBezTo>
                  <a:cubicBezTo>
                    <a:pt x="7606" y="72419"/>
                    <a:pt x="7272" y="72953"/>
                    <a:pt x="6805" y="73287"/>
                  </a:cubicBezTo>
                  <a:cubicBezTo>
                    <a:pt x="6654" y="73375"/>
                    <a:pt x="6517" y="73416"/>
                    <a:pt x="6399" y="73416"/>
                  </a:cubicBezTo>
                  <a:cubicBezTo>
                    <a:pt x="6206" y="73416"/>
                    <a:pt x="6067" y="73306"/>
                    <a:pt x="6005" y="73120"/>
                  </a:cubicBezTo>
                  <a:lnTo>
                    <a:pt x="1" y="79158"/>
                  </a:lnTo>
                  <a:lnTo>
                    <a:pt x="1" y="85028"/>
                  </a:lnTo>
                  <a:lnTo>
                    <a:pt x="81325" y="38095"/>
                  </a:lnTo>
                  <a:lnTo>
                    <a:pt x="8132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2536;p64">
              <a:extLst>
                <a:ext uri="{FF2B5EF4-FFF2-40B4-BE49-F238E27FC236}">
                  <a16:creationId xmlns:a16="http://schemas.microsoft.com/office/drawing/2014/main" id="{FF4B4CD1-1D15-4FDA-0D11-71B4470FF084}"/>
                </a:ext>
              </a:extLst>
            </p:cNvPr>
            <p:cNvSpPr/>
            <p:nvPr/>
          </p:nvSpPr>
          <p:spPr>
            <a:xfrm>
              <a:off x="5328648" y="2908383"/>
              <a:ext cx="98967" cy="99090"/>
            </a:xfrm>
            <a:custGeom>
              <a:avLst/>
              <a:gdLst/>
              <a:ahLst/>
              <a:cxnLst/>
              <a:rect l="l" t="t" r="r" b="b"/>
              <a:pathLst>
                <a:path w="6439" h="6447" extrusionOk="0">
                  <a:moveTo>
                    <a:pt x="6205" y="0"/>
                  </a:moveTo>
                  <a:cubicBezTo>
                    <a:pt x="6155" y="0"/>
                    <a:pt x="6105" y="25"/>
                    <a:pt x="6071" y="76"/>
                  </a:cubicBezTo>
                  <a:lnTo>
                    <a:pt x="67" y="6113"/>
                  </a:lnTo>
                  <a:cubicBezTo>
                    <a:pt x="0" y="6180"/>
                    <a:pt x="0" y="6313"/>
                    <a:pt x="67" y="6413"/>
                  </a:cubicBezTo>
                  <a:cubicBezTo>
                    <a:pt x="101" y="6447"/>
                    <a:pt x="167" y="6447"/>
                    <a:pt x="234" y="6447"/>
                  </a:cubicBezTo>
                  <a:cubicBezTo>
                    <a:pt x="267" y="6447"/>
                    <a:pt x="334" y="6447"/>
                    <a:pt x="367" y="6413"/>
                  </a:cubicBezTo>
                  <a:lnTo>
                    <a:pt x="6338" y="342"/>
                  </a:lnTo>
                  <a:cubicBezTo>
                    <a:pt x="6438" y="276"/>
                    <a:pt x="6438" y="142"/>
                    <a:pt x="6338" y="76"/>
                  </a:cubicBezTo>
                  <a:cubicBezTo>
                    <a:pt x="6305" y="25"/>
                    <a:pt x="6255" y="0"/>
                    <a:pt x="62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2537;p64">
              <a:extLst>
                <a:ext uri="{FF2B5EF4-FFF2-40B4-BE49-F238E27FC236}">
                  <a16:creationId xmlns:a16="http://schemas.microsoft.com/office/drawing/2014/main" id="{8E0A2733-0C92-1802-B92C-A1AADFC7DA4E}"/>
                </a:ext>
              </a:extLst>
            </p:cNvPr>
            <p:cNvSpPr/>
            <p:nvPr/>
          </p:nvSpPr>
          <p:spPr>
            <a:xfrm>
              <a:off x="5442463" y="2745968"/>
              <a:ext cx="91790" cy="141020"/>
            </a:xfrm>
            <a:custGeom>
              <a:avLst/>
              <a:gdLst/>
              <a:ahLst/>
              <a:cxnLst/>
              <a:rect l="l" t="t" r="r" b="b"/>
              <a:pathLst>
                <a:path w="5972" h="9175" extrusionOk="0">
                  <a:moveTo>
                    <a:pt x="5725" y="0"/>
                  </a:moveTo>
                  <a:cubicBezTo>
                    <a:pt x="5656" y="0"/>
                    <a:pt x="5593" y="37"/>
                    <a:pt x="5571" y="102"/>
                  </a:cubicBezTo>
                  <a:lnTo>
                    <a:pt x="67" y="8841"/>
                  </a:lnTo>
                  <a:cubicBezTo>
                    <a:pt x="1" y="8941"/>
                    <a:pt x="1" y="9075"/>
                    <a:pt x="134" y="9141"/>
                  </a:cubicBezTo>
                  <a:cubicBezTo>
                    <a:pt x="134" y="9175"/>
                    <a:pt x="201" y="9175"/>
                    <a:pt x="234" y="9175"/>
                  </a:cubicBezTo>
                  <a:cubicBezTo>
                    <a:pt x="301" y="9175"/>
                    <a:pt x="368" y="9141"/>
                    <a:pt x="401" y="9075"/>
                  </a:cubicBezTo>
                  <a:lnTo>
                    <a:pt x="5905" y="302"/>
                  </a:lnTo>
                  <a:cubicBezTo>
                    <a:pt x="5972" y="202"/>
                    <a:pt x="5938" y="102"/>
                    <a:pt x="5838" y="35"/>
                  </a:cubicBezTo>
                  <a:cubicBezTo>
                    <a:pt x="5803" y="11"/>
                    <a:pt x="5763" y="0"/>
                    <a:pt x="572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2538;p64">
              <a:extLst>
                <a:ext uri="{FF2B5EF4-FFF2-40B4-BE49-F238E27FC236}">
                  <a16:creationId xmlns:a16="http://schemas.microsoft.com/office/drawing/2014/main" id="{7C54A07E-93FA-46BF-B277-E0951B865BC3}"/>
                </a:ext>
              </a:extLst>
            </p:cNvPr>
            <p:cNvSpPr/>
            <p:nvPr/>
          </p:nvSpPr>
          <p:spPr>
            <a:xfrm>
              <a:off x="5545826" y="2733564"/>
              <a:ext cx="91989" cy="30386"/>
            </a:xfrm>
            <a:custGeom>
              <a:avLst/>
              <a:gdLst/>
              <a:ahLst/>
              <a:cxnLst/>
              <a:rect l="l" t="t" r="r" b="b"/>
              <a:pathLst>
                <a:path w="5985" h="1977" extrusionOk="0">
                  <a:moveTo>
                    <a:pt x="322" y="1"/>
                  </a:moveTo>
                  <a:cubicBezTo>
                    <a:pt x="96" y="1"/>
                    <a:pt x="1" y="349"/>
                    <a:pt x="247" y="442"/>
                  </a:cubicBezTo>
                  <a:lnTo>
                    <a:pt x="5685" y="1976"/>
                  </a:lnTo>
                  <a:lnTo>
                    <a:pt x="5751" y="1976"/>
                  </a:lnTo>
                  <a:cubicBezTo>
                    <a:pt x="5818" y="1976"/>
                    <a:pt x="5918" y="1909"/>
                    <a:pt x="5951" y="1843"/>
                  </a:cubicBezTo>
                  <a:cubicBezTo>
                    <a:pt x="5985" y="1709"/>
                    <a:pt x="5918" y="1609"/>
                    <a:pt x="5785" y="1576"/>
                  </a:cubicBezTo>
                  <a:lnTo>
                    <a:pt x="381" y="8"/>
                  </a:lnTo>
                  <a:cubicBezTo>
                    <a:pt x="360" y="3"/>
                    <a:pt x="341" y="1"/>
                    <a:pt x="32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2539;p64">
              <a:extLst>
                <a:ext uri="{FF2B5EF4-FFF2-40B4-BE49-F238E27FC236}">
                  <a16:creationId xmlns:a16="http://schemas.microsoft.com/office/drawing/2014/main" id="{D3F74F92-7A6C-61FC-EB10-C7FE6B41928E}"/>
                </a:ext>
              </a:extLst>
            </p:cNvPr>
            <p:cNvSpPr/>
            <p:nvPr/>
          </p:nvSpPr>
          <p:spPr>
            <a:xfrm>
              <a:off x="5652155" y="2654086"/>
              <a:ext cx="88208" cy="99598"/>
            </a:xfrm>
            <a:custGeom>
              <a:avLst/>
              <a:gdLst/>
              <a:ahLst/>
              <a:cxnLst/>
              <a:rect l="l" t="t" r="r" b="b"/>
              <a:pathLst>
                <a:path w="5739" h="6480" extrusionOk="0">
                  <a:moveTo>
                    <a:pt x="5505" y="0"/>
                  </a:moveTo>
                  <a:cubicBezTo>
                    <a:pt x="5455" y="0"/>
                    <a:pt x="5405" y="25"/>
                    <a:pt x="5371" y="75"/>
                  </a:cubicBezTo>
                  <a:lnTo>
                    <a:pt x="101" y="6146"/>
                  </a:lnTo>
                  <a:cubicBezTo>
                    <a:pt x="1" y="6213"/>
                    <a:pt x="34" y="6346"/>
                    <a:pt x="134" y="6447"/>
                  </a:cubicBezTo>
                  <a:cubicBezTo>
                    <a:pt x="168" y="6480"/>
                    <a:pt x="201" y="6480"/>
                    <a:pt x="268" y="6480"/>
                  </a:cubicBezTo>
                  <a:cubicBezTo>
                    <a:pt x="301" y="6480"/>
                    <a:pt x="368" y="6447"/>
                    <a:pt x="401" y="6413"/>
                  </a:cubicBezTo>
                  <a:lnTo>
                    <a:pt x="5672" y="376"/>
                  </a:lnTo>
                  <a:cubicBezTo>
                    <a:pt x="5738" y="275"/>
                    <a:pt x="5738" y="142"/>
                    <a:pt x="5638" y="75"/>
                  </a:cubicBezTo>
                  <a:cubicBezTo>
                    <a:pt x="5605" y="25"/>
                    <a:pt x="5555" y="0"/>
                    <a:pt x="55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2540;p64">
              <a:extLst>
                <a:ext uri="{FF2B5EF4-FFF2-40B4-BE49-F238E27FC236}">
                  <a16:creationId xmlns:a16="http://schemas.microsoft.com/office/drawing/2014/main" id="{2882F581-4E03-5EAA-294C-04E00857B23C}"/>
                </a:ext>
              </a:extLst>
            </p:cNvPr>
            <p:cNvSpPr/>
            <p:nvPr/>
          </p:nvSpPr>
          <p:spPr>
            <a:xfrm>
              <a:off x="5755211" y="2505320"/>
              <a:ext cx="90760" cy="126864"/>
            </a:xfrm>
            <a:custGeom>
              <a:avLst/>
              <a:gdLst/>
              <a:ahLst/>
              <a:cxnLst/>
              <a:rect l="l" t="t" r="r" b="b"/>
              <a:pathLst>
                <a:path w="5905" h="8254" extrusionOk="0">
                  <a:moveTo>
                    <a:pt x="5653" y="1"/>
                  </a:moveTo>
                  <a:cubicBezTo>
                    <a:pt x="5598" y="1"/>
                    <a:pt x="5541" y="26"/>
                    <a:pt x="5505" y="81"/>
                  </a:cubicBezTo>
                  <a:lnTo>
                    <a:pt x="67" y="7920"/>
                  </a:lnTo>
                  <a:cubicBezTo>
                    <a:pt x="1" y="7986"/>
                    <a:pt x="34" y="8120"/>
                    <a:pt x="134" y="8187"/>
                  </a:cubicBezTo>
                  <a:cubicBezTo>
                    <a:pt x="167" y="8220"/>
                    <a:pt x="201" y="8220"/>
                    <a:pt x="234" y="8253"/>
                  </a:cubicBezTo>
                  <a:cubicBezTo>
                    <a:pt x="301" y="8220"/>
                    <a:pt x="368" y="8187"/>
                    <a:pt x="434" y="8153"/>
                  </a:cubicBezTo>
                  <a:lnTo>
                    <a:pt x="5838" y="314"/>
                  </a:lnTo>
                  <a:cubicBezTo>
                    <a:pt x="5905" y="214"/>
                    <a:pt x="5871" y="81"/>
                    <a:pt x="5771" y="47"/>
                  </a:cubicBezTo>
                  <a:cubicBezTo>
                    <a:pt x="5741" y="17"/>
                    <a:pt x="5698" y="1"/>
                    <a:pt x="565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2541;p64">
              <a:extLst>
                <a:ext uri="{FF2B5EF4-FFF2-40B4-BE49-F238E27FC236}">
                  <a16:creationId xmlns:a16="http://schemas.microsoft.com/office/drawing/2014/main" id="{B1CC35CF-65CB-BC99-AB39-3E23BA52C07A}"/>
                </a:ext>
              </a:extLst>
            </p:cNvPr>
            <p:cNvSpPr/>
            <p:nvPr/>
          </p:nvSpPr>
          <p:spPr>
            <a:xfrm>
              <a:off x="5861848" y="2410994"/>
              <a:ext cx="85642" cy="74560"/>
            </a:xfrm>
            <a:custGeom>
              <a:avLst/>
              <a:gdLst/>
              <a:ahLst/>
              <a:cxnLst/>
              <a:rect l="l" t="t" r="r" b="b"/>
              <a:pathLst>
                <a:path w="5572" h="4851" extrusionOk="0">
                  <a:moveTo>
                    <a:pt x="5351" y="0"/>
                  </a:moveTo>
                  <a:cubicBezTo>
                    <a:pt x="5301" y="0"/>
                    <a:pt x="5250" y="17"/>
                    <a:pt x="5205" y="47"/>
                  </a:cubicBezTo>
                  <a:lnTo>
                    <a:pt x="68" y="4483"/>
                  </a:lnTo>
                  <a:cubicBezTo>
                    <a:pt x="1" y="4583"/>
                    <a:pt x="1" y="4717"/>
                    <a:pt x="68" y="4783"/>
                  </a:cubicBezTo>
                  <a:cubicBezTo>
                    <a:pt x="101" y="4817"/>
                    <a:pt x="168" y="4850"/>
                    <a:pt x="234" y="4850"/>
                  </a:cubicBezTo>
                  <a:cubicBezTo>
                    <a:pt x="268" y="4850"/>
                    <a:pt x="301" y="4850"/>
                    <a:pt x="334" y="4817"/>
                  </a:cubicBezTo>
                  <a:lnTo>
                    <a:pt x="5471" y="380"/>
                  </a:lnTo>
                  <a:cubicBezTo>
                    <a:pt x="5572" y="280"/>
                    <a:pt x="5572" y="147"/>
                    <a:pt x="5505" y="80"/>
                  </a:cubicBezTo>
                  <a:cubicBezTo>
                    <a:pt x="5468" y="25"/>
                    <a:pt x="5411" y="0"/>
                    <a:pt x="535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2542;p64">
              <a:extLst>
                <a:ext uri="{FF2B5EF4-FFF2-40B4-BE49-F238E27FC236}">
                  <a16:creationId xmlns:a16="http://schemas.microsoft.com/office/drawing/2014/main" id="{788505F2-F4CF-8452-2114-B65772DF2304}"/>
                </a:ext>
              </a:extLst>
            </p:cNvPr>
            <p:cNvSpPr/>
            <p:nvPr/>
          </p:nvSpPr>
          <p:spPr>
            <a:xfrm>
              <a:off x="5964397" y="2293198"/>
              <a:ext cx="89607" cy="100059"/>
            </a:xfrm>
            <a:custGeom>
              <a:avLst/>
              <a:gdLst/>
              <a:ahLst/>
              <a:cxnLst/>
              <a:rect l="l" t="t" r="r" b="b"/>
              <a:pathLst>
                <a:path w="5830" h="6510" extrusionOk="0">
                  <a:moveTo>
                    <a:pt x="5517" y="1"/>
                  </a:moveTo>
                  <a:cubicBezTo>
                    <a:pt x="5465" y="1"/>
                    <a:pt x="5413" y="22"/>
                    <a:pt x="5371" y="72"/>
                  </a:cubicBezTo>
                  <a:lnTo>
                    <a:pt x="100" y="6143"/>
                  </a:lnTo>
                  <a:cubicBezTo>
                    <a:pt x="0" y="6276"/>
                    <a:pt x="100" y="6510"/>
                    <a:pt x="267" y="6510"/>
                  </a:cubicBezTo>
                  <a:cubicBezTo>
                    <a:pt x="334" y="6476"/>
                    <a:pt x="367" y="6476"/>
                    <a:pt x="434" y="6410"/>
                  </a:cubicBezTo>
                  <a:lnTo>
                    <a:pt x="5704" y="339"/>
                  </a:lnTo>
                  <a:cubicBezTo>
                    <a:pt x="5829" y="189"/>
                    <a:pt x="5673" y="1"/>
                    <a:pt x="551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2543;p64">
              <a:extLst>
                <a:ext uri="{FF2B5EF4-FFF2-40B4-BE49-F238E27FC236}">
                  <a16:creationId xmlns:a16="http://schemas.microsoft.com/office/drawing/2014/main" id="{9012ED18-1795-1E6F-2BAC-4D6EA3172D27}"/>
                </a:ext>
              </a:extLst>
            </p:cNvPr>
            <p:cNvSpPr/>
            <p:nvPr/>
          </p:nvSpPr>
          <p:spPr>
            <a:xfrm>
              <a:off x="6066423" y="2285052"/>
              <a:ext cx="93327" cy="55916"/>
            </a:xfrm>
            <a:custGeom>
              <a:avLst/>
              <a:gdLst/>
              <a:ahLst/>
              <a:cxnLst/>
              <a:rect l="l" t="t" r="r" b="b"/>
              <a:pathLst>
                <a:path w="6072" h="3638" extrusionOk="0">
                  <a:moveTo>
                    <a:pt x="229" y="0"/>
                  </a:moveTo>
                  <a:cubicBezTo>
                    <a:pt x="167" y="0"/>
                    <a:pt x="110" y="37"/>
                    <a:pt x="67" y="101"/>
                  </a:cubicBezTo>
                  <a:cubicBezTo>
                    <a:pt x="0" y="202"/>
                    <a:pt x="34" y="335"/>
                    <a:pt x="134" y="402"/>
                  </a:cubicBezTo>
                  <a:lnTo>
                    <a:pt x="5704" y="3604"/>
                  </a:lnTo>
                  <a:cubicBezTo>
                    <a:pt x="5738" y="3637"/>
                    <a:pt x="5771" y="3637"/>
                    <a:pt x="5838" y="3637"/>
                  </a:cubicBezTo>
                  <a:cubicBezTo>
                    <a:pt x="5905" y="3637"/>
                    <a:pt x="5971" y="3604"/>
                    <a:pt x="6005" y="3571"/>
                  </a:cubicBezTo>
                  <a:cubicBezTo>
                    <a:pt x="6071" y="3471"/>
                    <a:pt x="6038" y="3337"/>
                    <a:pt x="5938" y="3270"/>
                  </a:cubicBezTo>
                  <a:lnTo>
                    <a:pt x="334" y="35"/>
                  </a:lnTo>
                  <a:cubicBezTo>
                    <a:pt x="299" y="11"/>
                    <a:pt x="263" y="0"/>
                    <a:pt x="22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2544;p64">
              <a:extLst>
                <a:ext uri="{FF2B5EF4-FFF2-40B4-BE49-F238E27FC236}">
                  <a16:creationId xmlns:a16="http://schemas.microsoft.com/office/drawing/2014/main" id="{71D22BCB-82AC-1B9C-8BF7-2F4FEB20340A}"/>
                </a:ext>
              </a:extLst>
            </p:cNvPr>
            <p:cNvSpPr/>
            <p:nvPr/>
          </p:nvSpPr>
          <p:spPr>
            <a:xfrm>
              <a:off x="6174090" y="2260522"/>
              <a:ext cx="86902" cy="74806"/>
            </a:xfrm>
            <a:custGeom>
              <a:avLst/>
              <a:gdLst/>
              <a:ahLst/>
              <a:cxnLst/>
              <a:rect l="l" t="t" r="r" b="b"/>
              <a:pathLst>
                <a:path w="5654" h="4867" extrusionOk="0">
                  <a:moveTo>
                    <a:pt x="5343" y="1"/>
                  </a:moveTo>
                  <a:cubicBezTo>
                    <a:pt x="5297" y="1"/>
                    <a:pt x="5248" y="19"/>
                    <a:pt x="5204" y="63"/>
                  </a:cubicBezTo>
                  <a:lnTo>
                    <a:pt x="67" y="4499"/>
                  </a:lnTo>
                  <a:cubicBezTo>
                    <a:pt x="0" y="4566"/>
                    <a:pt x="0" y="4700"/>
                    <a:pt x="67" y="4800"/>
                  </a:cubicBezTo>
                  <a:cubicBezTo>
                    <a:pt x="134" y="4833"/>
                    <a:pt x="167" y="4866"/>
                    <a:pt x="234" y="4866"/>
                  </a:cubicBezTo>
                  <a:cubicBezTo>
                    <a:pt x="267" y="4866"/>
                    <a:pt x="334" y="4833"/>
                    <a:pt x="367" y="4833"/>
                  </a:cubicBezTo>
                  <a:lnTo>
                    <a:pt x="5471" y="363"/>
                  </a:lnTo>
                  <a:cubicBezTo>
                    <a:pt x="5653" y="233"/>
                    <a:pt x="5510" y="1"/>
                    <a:pt x="534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2545;p64">
              <a:extLst>
                <a:ext uri="{FF2B5EF4-FFF2-40B4-BE49-F238E27FC236}">
                  <a16:creationId xmlns:a16="http://schemas.microsoft.com/office/drawing/2014/main" id="{00DF6E76-3D17-D791-2603-CA2425ED0DA4}"/>
                </a:ext>
              </a:extLst>
            </p:cNvPr>
            <p:cNvSpPr/>
            <p:nvPr/>
          </p:nvSpPr>
          <p:spPr>
            <a:xfrm>
              <a:off x="6273549" y="2056208"/>
              <a:ext cx="95386" cy="183748"/>
            </a:xfrm>
            <a:custGeom>
              <a:avLst/>
              <a:gdLst/>
              <a:ahLst/>
              <a:cxnLst/>
              <a:rect l="l" t="t" r="r" b="b"/>
              <a:pathLst>
                <a:path w="6206" h="11955" extrusionOk="0">
                  <a:moveTo>
                    <a:pt x="5959" y="1"/>
                  </a:moveTo>
                  <a:cubicBezTo>
                    <a:pt x="5878" y="1"/>
                    <a:pt x="5796" y="38"/>
                    <a:pt x="5771" y="113"/>
                  </a:cubicBezTo>
                  <a:lnTo>
                    <a:pt x="67" y="11655"/>
                  </a:lnTo>
                  <a:cubicBezTo>
                    <a:pt x="1" y="11755"/>
                    <a:pt x="67" y="11855"/>
                    <a:pt x="167" y="11922"/>
                  </a:cubicBezTo>
                  <a:cubicBezTo>
                    <a:pt x="167" y="11922"/>
                    <a:pt x="201" y="11955"/>
                    <a:pt x="234" y="11955"/>
                  </a:cubicBezTo>
                  <a:cubicBezTo>
                    <a:pt x="334" y="11955"/>
                    <a:pt x="401" y="11888"/>
                    <a:pt x="434" y="11822"/>
                  </a:cubicBezTo>
                  <a:lnTo>
                    <a:pt x="6138" y="313"/>
                  </a:lnTo>
                  <a:cubicBezTo>
                    <a:pt x="6205" y="180"/>
                    <a:pt x="6138" y="80"/>
                    <a:pt x="6038" y="13"/>
                  </a:cubicBezTo>
                  <a:cubicBezTo>
                    <a:pt x="6013" y="5"/>
                    <a:pt x="5986" y="1"/>
                    <a:pt x="595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2546;p64">
              <a:extLst>
                <a:ext uri="{FF2B5EF4-FFF2-40B4-BE49-F238E27FC236}">
                  <a16:creationId xmlns:a16="http://schemas.microsoft.com/office/drawing/2014/main" id="{63B16411-5235-0A15-E4E9-B46674CFDEF2}"/>
                </a:ext>
              </a:extLst>
            </p:cNvPr>
            <p:cNvSpPr/>
            <p:nvPr/>
          </p:nvSpPr>
          <p:spPr>
            <a:xfrm>
              <a:off x="6381739" y="1986997"/>
              <a:ext cx="86149" cy="51474"/>
            </a:xfrm>
            <a:custGeom>
              <a:avLst/>
              <a:gdLst/>
              <a:ahLst/>
              <a:cxnLst/>
              <a:rect l="l" t="t" r="r" b="b"/>
              <a:pathLst>
                <a:path w="5605" h="3349" extrusionOk="0">
                  <a:moveTo>
                    <a:pt x="5350" y="0"/>
                  </a:moveTo>
                  <a:cubicBezTo>
                    <a:pt x="5323" y="0"/>
                    <a:pt x="5295" y="5"/>
                    <a:pt x="5270" y="13"/>
                  </a:cubicBezTo>
                  <a:lnTo>
                    <a:pt x="200" y="2948"/>
                  </a:lnTo>
                  <a:cubicBezTo>
                    <a:pt x="0" y="3048"/>
                    <a:pt x="100" y="3315"/>
                    <a:pt x="300" y="3349"/>
                  </a:cubicBezTo>
                  <a:cubicBezTo>
                    <a:pt x="334" y="3349"/>
                    <a:pt x="367" y="3315"/>
                    <a:pt x="400" y="3315"/>
                  </a:cubicBezTo>
                  <a:lnTo>
                    <a:pt x="5504" y="380"/>
                  </a:lnTo>
                  <a:cubicBezTo>
                    <a:pt x="5571" y="313"/>
                    <a:pt x="5604" y="213"/>
                    <a:pt x="5571" y="113"/>
                  </a:cubicBezTo>
                  <a:cubicBezTo>
                    <a:pt x="5521" y="38"/>
                    <a:pt x="5433" y="0"/>
                    <a:pt x="535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2547;p64">
              <a:extLst>
                <a:ext uri="{FF2B5EF4-FFF2-40B4-BE49-F238E27FC236}">
                  <a16:creationId xmlns:a16="http://schemas.microsoft.com/office/drawing/2014/main" id="{A501B084-6EAA-7658-10D4-9775D8242BC6}"/>
                </a:ext>
              </a:extLst>
            </p:cNvPr>
            <p:cNvSpPr/>
            <p:nvPr/>
          </p:nvSpPr>
          <p:spPr>
            <a:xfrm>
              <a:off x="6481705" y="1786127"/>
              <a:ext cx="95755" cy="183134"/>
            </a:xfrm>
            <a:custGeom>
              <a:avLst/>
              <a:gdLst/>
              <a:ahLst/>
              <a:cxnLst/>
              <a:rect l="l" t="t" r="r" b="b"/>
              <a:pathLst>
                <a:path w="6230" h="11915" extrusionOk="0">
                  <a:moveTo>
                    <a:pt x="5918" y="1"/>
                  </a:moveTo>
                  <a:cubicBezTo>
                    <a:pt x="5852" y="1"/>
                    <a:pt x="5793" y="31"/>
                    <a:pt x="5771" y="106"/>
                  </a:cubicBezTo>
                  <a:lnTo>
                    <a:pt x="67" y="11614"/>
                  </a:lnTo>
                  <a:cubicBezTo>
                    <a:pt x="1" y="11714"/>
                    <a:pt x="67" y="11848"/>
                    <a:pt x="167" y="11881"/>
                  </a:cubicBezTo>
                  <a:cubicBezTo>
                    <a:pt x="201" y="11914"/>
                    <a:pt x="234" y="11914"/>
                    <a:pt x="268" y="11914"/>
                  </a:cubicBezTo>
                  <a:cubicBezTo>
                    <a:pt x="334" y="11914"/>
                    <a:pt x="401" y="11848"/>
                    <a:pt x="434" y="11781"/>
                  </a:cubicBezTo>
                  <a:lnTo>
                    <a:pt x="6138" y="273"/>
                  </a:lnTo>
                  <a:cubicBezTo>
                    <a:pt x="6229" y="137"/>
                    <a:pt x="6058" y="1"/>
                    <a:pt x="591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2548;p64">
              <a:extLst>
                <a:ext uri="{FF2B5EF4-FFF2-40B4-BE49-F238E27FC236}">
                  <a16:creationId xmlns:a16="http://schemas.microsoft.com/office/drawing/2014/main" id="{ED61BE67-3501-B919-3DC8-05253FF20A0D}"/>
                </a:ext>
              </a:extLst>
            </p:cNvPr>
            <p:cNvSpPr/>
            <p:nvPr/>
          </p:nvSpPr>
          <p:spPr>
            <a:xfrm>
              <a:off x="5419392" y="2878964"/>
              <a:ext cx="33952" cy="40331"/>
            </a:xfrm>
            <a:custGeom>
              <a:avLst/>
              <a:gdLst/>
              <a:ahLst/>
              <a:cxnLst/>
              <a:rect l="l" t="t" r="r" b="b"/>
              <a:pathLst>
                <a:path w="2209" h="2624" extrusionOk="0">
                  <a:moveTo>
                    <a:pt x="1423" y="427"/>
                  </a:moveTo>
                  <a:cubicBezTo>
                    <a:pt x="1620" y="427"/>
                    <a:pt x="1807" y="616"/>
                    <a:pt x="1735" y="855"/>
                  </a:cubicBezTo>
                  <a:cubicBezTo>
                    <a:pt x="1702" y="1356"/>
                    <a:pt x="1435" y="1823"/>
                    <a:pt x="1001" y="2123"/>
                  </a:cubicBezTo>
                  <a:cubicBezTo>
                    <a:pt x="917" y="2186"/>
                    <a:pt x="832" y="2210"/>
                    <a:pt x="748" y="2210"/>
                  </a:cubicBezTo>
                  <a:cubicBezTo>
                    <a:pt x="699" y="2210"/>
                    <a:pt x="650" y="2202"/>
                    <a:pt x="601" y="2190"/>
                  </a:cubicBezTo>
                  <a:cubicBezTo>
                    <a:pt x="501" y="2123"/>
                    <a:pt x="468" y="1990"/>
                    <a:pt x="468" y="1823"/>
                  </a:cubicBezTo>
                  <a:cubicBezTo>
                    <a:pt x="501" y="1289"/>
                    <a:pt x="768" y="822"/>
                    <a:pt x="1202" y="522"/>
                  </a:cubicBezTo>
                  <a:cubicBezTo>
                    <a:pt x="1267" y="456"/>
                    <a:pt x="1346" y="427"/>
                    <a:pt x="1423" y="427"/>
                  </a:cubicBezTo>
                  <a:close/>
                  <a:moveTo>
                    <a:pt x="1432" y="1"/>
                  </a:moveTo>
                  <a:cubicBezTo>
                    <a:pt x="1285" y="1"/>
                    <a:pt x="1135" y="48"/>
                    <a:pt x="1001" y="155"/>
                  </a:cubicBezTo>
                  <a:cubicBezTo>
                    <a:pt x="434" y="522"/>
                    <a:pt x="67" y="1122"/>
                    <a:pt x="34" y="1823"/>
                  </a:cubicBezTo>
                  <a:cubicBezTo>
                    <a:pt x="1" y="2090"/>
                    <a:pt x="134" y="2390"/>
                    <a:pt x="401" y="2523"/>
                  </a:cubicBezTo>
                  <a:cubicBezTo>
                    <a:pt x="501" y="2590"/>
                    <a:pt x="601" y="2623"/>
                    <a:pt x="701" y="2623"/>
                  </a:cubicBezTo>
                  <a:cubicBezTo>
                    <a:pt x="868" y="2623"/>
                    <a:pt x="1035" y="2590"/>
                    <a:pt x="1202" y="2490"/>
                  </a:cubicBezTo>
                  <a:cubicBezTo>
                    <a:pt x="1769" y="2123"/>
                    <a:pt x="2136" y="1523"/>
                    <a:pt x="2136" y="822"/>
                  </a:cubicBezTo>
                  <a:cubicBezTo>
                    <a:pt x="2209" y="358"/>
                    <a:pt x="1834" y="1"/>
                    <a:pt x="143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2549;p64">
              <a:extLst>
                <a:ext uri="{FF2B5EF4-FFF2-40B4-BE49-F238E27FC236}">
                  <a16:creationId xmlns:a16="http://schemas.microsoft.com/office/drawing/2014/main" id="{A87A0219-E95D-9BF3-C5BE-8DA2E2EE9D42}"/>
                </a:ext>
              </a:extLst>
            </p:cNvPr>
            <p:cNvSpPr/>
            <p:nvPr/>
          </p:nvSpPr>
          <p:spPr>
            <a:xfrm>
              <a:off x="5523478" y="2713368"/>
              <a:ext cx="34460" cy="40838"/>
            </a:xfrm>
            <a:custGeom>
              <a:avLst/>
              <a:gdLst/>
              <a:ahLst/>
              <a:cxnLst/>
              <a:rect l="l" t="t" r="r" b="b"/>
              <a:pathLst>
                <a:path w="2242" h="2657" extrusionOk="0">
                  <a:moveTo>
                    <a:pt x="1439" y="452"/>
                  </a:moveTo>
                  <a:cubicBezTo>
                    <a:pt x="1495" y="452"/>
                    <a:pt x="1550" y="463"/>
                    <a:pt x="1601" y="488"/>
                  </a:cubicBezTo>
                  <a:cubicBezTo>
                    <a:pt x="1701" y="555"/>
                    <a:pt x="1735" y="688"/>
                    <a:pt x="1735" y="855"/>
                  </a:cubicBezTo>
                  <a:cubicBezTo>
                    <a:pt x="1701" y="1355"/>
                    <a:pt x="1435" y="1856"/>
                    <a:pt x="1001" y="2156"/>
                  </a:cubicBezTo>
                  <a:cubicBezTo>
                    <a:pt x="903" y="2205"/>
                    <a:pt x="806" y="2236"/>
                    <a:pt x="708" y="2236"/>
                  </a:cubicBezTo>
                  <a:cubicBezTo>
                    <a:pt x="672" y="2236"/>
                    <a:pt x="636" y="2232"/>
                    <a:pt x="601" y="2223"/>
                  </a:cubicBezTo>
                  <a:cubicBezTo>
                    <a:pt x="501" y="2123"/>
                    <a:pt x="434" y="1989"/>
                    <a:pt x="467" y="1856"/>
                  </a:cubicBezTo>
                  <a:cubicBezTo>
                    <a:pt x="501" y="1322"/>
                    <a:pt x="767" y="855"/>
                    <a:pt x="1201" y="555"/>
                  </a:cubicBezTo>
                  <a:lnTo>
                    <a:pt x="1201" y="521"/>
                  </a:lnTo>
                  <a:cubicBezTo>
                    <a:pt x="1263" y="480"/>
                    <a:pt x="1350" y="452"/>
                    <a:pt x="1439" y="452"/>
                  </a:cubicBezTo>
                  <a:close/>
                  <a:moveTo>
                    <a:pt x="1434" y="1"/>
                  </a:moveTo>
                  <a:cubicBezTo>
                    <a:pt x="1285" y="1"/>
                    <a:pt x="1134" y="48"/>
                    <a:pt x="1001" y="154"/>
                  </a:cubicBezTo>
                  <a:cubicBezTo>
                    <a:pt x="434" y="521"/>
                    <a:pt x="67" y="1155"/>
                    <a:pt x="34" y="1822"/>
                  </a:cubicBezTo>
                  <a:cubicBezTo>
                    <a:pt x="0" y="2123"/>
                    <a:pt x="167" y="2389"/>
                    <a:pt x="400" y="2556"/>
                  </a:cubicBezTo>
                  <a:cubicBezTo>
                    <a:pt x="501" y="2623"/>
                    <a:pt x="601" y="2656"/>
                    <a:pt x="734" y="2656"/>
                  </a:cubicBezTo>
                  <a:cubicBezTo>
                    <a:pt x="901" y="2623"/>
                    <a:pt x="1068" y="2590"/>
                    <a:pt x="1201" y="2489"/>
                  </a:cubicBezTo>
                  <a:cubicBezTo>
                    <a:pt x="1768" y="2123"/>
                    <a:pt x="2102" y="1522"/>
                    <a:pt x="2168" y="855"/>
                  </a:cubicBezTo>
                  <a:cubicBezTo>
                    <a:pt x="2242" y="365"/>
                    <a:pt x="1847" y="1"/>
                    <a:pt x="143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2550;p64">
              <a:extLst>
                <a:ext uri="{FF2B5EF4-FFF2-40B4-BE49-F238E27FC236}">
                  <a16:creationId xmlns:a16="http://schemas.microsoft.com/office/drawing/2014/main" id="{EECA96C4-B21C-C4ED-C1D9-D7D7FC38DA8B}"/>
                </a:ext>
              </a:extLst>
            </p:cNvPr>
            <p:cNvSpPr/>
            <p:nvPr/>
          </p:nvSpPr>
          <p:spPr>
            <a:xfrm>
              <a:off x="5627548" y="2743309"/>
              <a:ext cx="34091" cy="40623"/>
            </a:xfrm>
            <a:custGeom>
              <a:avLst/>
              <a:gdLst/>
              <a:ahLst/>
              <a:cxnLst/>
              <a:rect l="l" t="t" r="r" b="b"/>
              <a:pathLst>
                <a:path w="2218" h="2643" extrusionOk="0">
                  <a:moveTo>
                    <a:pt x="1468" y="441"/>
                  </a:moveTo>
                  <a:lnTo>
                    <a:pt x="1468" y="475"/>
                  </a:lnTo>
                  <a:cubicBezTo>
                    <a:pt x="1480" y="464"/>
                    <a:pt x="1494" y="460"/>
                    <a:pt x="1510" y="460"/>
                  </a:cubicBezTo>
                  <a:cubicBezTo>
                    <a:pt x="1543" y="460"/>
                    <a:pt x="1580" y="475"/>
                    <a:pt x="1602" y="475"/>
                  </a:cubicBezTo>
                  <a:cubicBezTo>
                    <a:pt x="1702" y="575"/>
                    <a:pt x="1769" y="708"/>
                    <a:pt x="1735" y="842"/>
                  </a:cubicBezTo>
                  <a:cubicBezTo>
                    <a:pt x="1702" y="1375"/>
                    <a:pt x="1435" y="1842"/>
                    <a:pt x="1001" y="2143"/>
                  </a:cubicBezTo>
                  <a:cubicBezTo>
                    <a:pt x="928" y="2191"/>
                    <a:pt x="819" y="2222"/>
                    <a:pt x="714" y="2222"/>
                  </a:cubicBezTo>
                  <a:cubicBezTo>
                    <a:pt x="675" y="2222"/>
                    <a:pt x="637" y="2218"/>
                    <a:pt x="601" y="2209"/>
                  </a:cubicBezTo>
                  <a:cubicBezTo>
                    <a:pt x="501" y="2109"/>
                    <a:pt x="434" y="1976"/>
                    <a:pt x="468" y="1842"/>
                  </a:cubicBezTo>
                  <a:cubicBezTo>
                    <a:pt x="501" y="1309"/>
                    <a:pt x="768" y="842"/>
                    <a:pt x="1202" y="541"/>
                  </a:cubicBezTo>
                  <a:cubicBezTo>
                    <a:pt x="1302" y="475"/>
                    <a:pt x="1368" y="475"/>
                    <a:pt x="1468" y="441"/>
                  </a:cubicBezTo>
                  <a:close/>
                  <a:moveTo>
                    <a:pt x="1451" y="0"/>
                  </a:moveTo>
                  <a:cubicBezTo>
                    <a:pt x="1298" y="0"/>
                    <a:pt x="1141" y="54"/>
                    <a:pt x="1001" y="175"/>
                  </a:cubicBezTo>
                  <a:cubicBezTo>
                    <a:pt x="434" y="541"/>
                    <a:pt x="67" y="1142"/>
                    <a:pt x="34" y="1842"/>
                  </a:cubicBezTo>
                  <a:cubicBezTo>
                    <a:pt x="1" y="2109"/>
                    <a:pt x="167" y="2409"/>
                    <a:pt x="401" y="2543"/>
                  </a:cubicBezTo>
                  <a:cubicBezTo>
                    <a:pt x="501" y="2610"/>
                    <a:pt x="601" y="2643"/>
                    <a:pt x="735" y="2643"/>
                  </a:cubicBezTo>
                  <a:cubicBezTo>
                    <a:pt x="901" y="2643"/>
                    <a:pt x="1068" y="2576"/>
                    <a:pt x="1202" y="2476"/>
                  </a:cubicBezTo>
                  <a:cubicBezTo>
                    <a:pt x="1769" y="2109"/>
                    <a:pt x="2136" y="1509"/>
                    <a:pt x="2169" y="842"/>
                  </a:cubicBezTo>
                  <a:cubicBezTo>
                    <a:pt x="2217" y="360"/>
                    <a:pt x="1848" y="0"/>
                    <a:pt x="145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2551;p64">
              <a:extLst>
                <a:ext uri="{FF2B5EF4-FFF2-40B4-BE49-F238E27FC236}">
                  <a16:creationId xmlns:a16="http://schemas.microsoft.com/office/drawing/2014/main" id="{093FEE9C-4686-DF3F-0A7B-DABE6F65EE8E}"/>
                </a:ext>
              </a:extLst>
            </p:cNvPr>
            <p:cNvSpPr/>
            <p:nvPr/>
          </p:nvSpPr>
          <p:spPr>
            <a:xfrm>
              <a:off x="5732141" y="2623638"/>
              <a:ext cx="33583" cy="40331"/>
            </a:xfrm>
            <a:custGeom>
              <a:avLst/>
              <a:gdLst/>
              <a:ahLst/>
              <a:cxnLst/>
              <a:rect l="l" t="t" r="r" b="b"/>
              <a:pathLst>
                <a:path w="2185" h="2624" extrusionOk="0">
                  <a:moveTo>
                    <a:pt x="1406" y="452"/>
                  </a:moveTo>
                  <a:cubicBezTo>
                    <a:pt x="1462" y="452"/>
                    <a:pt x="1517" y="463"/>
                    <a:pt x="1568" y="489"/>
                  </a:cubicBezTo>
                  <a:cubicBezTo>
                    <a:pt x="1668" y="555"/>
                    <a:pt x="1735" y="689"/>
                    <a:pt x="1702" y="855"/>
                  </a:cubicBezTo>
                  <a:cubicBezTo>
                    <a:pt x="1668" y="1356"/>
                    <a:pt x="1402" y="1823"/>
                    <a:pt x="968" y="2123"/>
                  </a:cubicBezTo>
                  <a:cubicBezTo>
                    <a:pt x="901" y="2190"/>
                    <a:pt x="821" y="2218"/>
                    <a:pt x="743" y="2218"/>
                  </a:cubicBezTo>
                  <a:cubicBezTo>
                    <a:pt x="547" y="2218"/>
                    <a:pt x="363" y="2038"/>
                    <a:pt x="434" y="1823"/>
                  </a:cubicBezTo>
                  <a:cubicBezTo>
                    <a:pt x="468" y="1289"/>
                    <a:pt x="734" y="822"/>
                    <a:pt x="1168" y="522"/>
                  </a:cubicBezTo>
                  <a:cubicBezTo>
                    <a:pt x="1230" y="481"/>
                    <a:pt x="1317" y="452"/>
                    <a:pt x="1406" y="452"/>
                  </a:cubicBezTo>
                  <a:close/>
                  <a:moveTo>
                    <a:pt x="1399" y="1"/>
                  </a:moveTo>
                  <a:cubicBezTo>
                    <a:pt x="1252" y="1"/>
                    <a:pt x="1102" y="48"/>
                    <a:pt x="968" y="155"/>
                  </a:cubicBezTo>
                  <a:cubicBezTo>
                    <a:pt x="401" y="522"/>
                    <a:pt x="34" y="1122"/>
                    <a:pt x="1" y="1789"/>
                  </a:cubicBezTo>
                  <a:cubicBezTo>
                    <a:pt x="1" y="2090"/>
                    <a:pt x="134" y="2357"/>
                    <a:pt x="367" y="2523"/>
                  </a:cubicBezTo>
                  <a:cubicBezTo>
                    <a:pt x="468" y="2590"/>
                    <a:pt x="568" y="2623"/>
                    <a:pt x="701" y="2623"/>
                  </a:cubicBezTo>
                  <a:cubicBezTo>
                    <a:pt x="868" y="2623"/>
                    <a:pt x="1035" y="2557"/>
                    <a:pt x="1168" y="2457"/>
                  </a:cubicBezTo>
                  <a:cubicBezTo>
                    <a:pt x="1735" y="2090"/>
                    <a:pt x="2102" y="1489"/>
                    <a:pt x="2135" y="822"/>
                  </a:cubicBezTo>
                  <a:cubicBezTo>
                    <a:pt x="2184" y="358"/>
                    <a:pt x="1803" y="1"/>
                    <a:pt x="139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2552;p64">
              <a:extLst>
                <a:ext uri="{FF2B5EF4-FFF2-40B4-BE49-F238E27FC236}">
                  <a16:creationId xmlns:a16="http://schemas.microsoft.com/office/drawing/2014/main" id="{DBA003A1-B6F3-B98F-9C6C-B7E88345D1DC}"/>
                </a:ext>
              </a:extLst>
            </p:cNvPr>
            <p:cNvSpPr/>
            <p:nvPr/>
          </p:nvSpPr>
          <p:spPr>
            <a:xfrm>
              <a:off x="5836227" y="2472904"/>
              <a:ext cx="33952" cy="40331"/>
            </a:xfrm>
            <a:custGeom>
              <a:avLst/>
              <a:gdLst/>
              <a:ahLst/>
              <a:cxnLst/>
              <a:rect l="l" t="t" r="r" b="b"/>
              <a:pathLst>
                <a:path w="2209" h="2624" extrusionOk="0">
                  <a:moveTo>
                    <a:pt x="1421" y="469"/>
                  </a:moveTo>
                  <a:cubicBezTo>
                    <a:pt x="1470" y="469"/>
                    <a:pt x="1519" y="476"/>
                    <a:pt x="1568" y="489"/>
                  </a:cubicBezTo>
                  <a:cubicBezTo>
                    <a:pt x="1668" y="589"/>
                    <a:pt x="1735" y="722"/>
                    <a:pt x="1701" y="855"/>
                  </a:cubicBezTo>
                  <a:cubicBezTo>
                    <a:pt x="1668" y="1389"/>
                    <a:pt x="1401" y="1856"/>
                    <a:pt x="967" y="2156"/>
                  </a:cubicBezTo>
                  <a:cubicBezTo>
                    <a:pt x="906" y="2198"/>
                    <a:pt x="818" y="2226"/>
                    <a:pt x="729" y="2226"/>
                  </a:cubicBezTo>
                  <a:cubicBezTo>
                    <a:pt x="674" y="2226"/>
                    <a:pt x="618" y="2215"/>
                    <a:pt x="567" y="2190"/>
                  </a:cubicBezTo>
                  <a:cubicBezTo>
                    <a:pt x="467" y="2123"/>
                    <a:pt x="434" y="1990"/>
                    <a:pt x="434" y="1823"/>
                  </a:cubicBezTo>
                  <a:cubicBezTo>
                    <a:pt x="467" y="1322"/>
                    <a:pt x="734" y="855"/>
                    <a:pt x="1168" y="555"/>
                  </a:cubicBezTo>
                  <a:cubicBezTo>
                    <a:pt x="1252" y="492"/>
                    <a:pt x="1337" y="469"/>
                    <a:pt x="1421" y="469"/>
                  </a:cubicBezTo>
                  <a:close/>
                  <a:moveTo>
                    <a:pt x="1404" y="1"/>
                  </a:moveTo>
                  <a:cubicBezTo>
                    <a:pt x="1254" y="1"/>
                    <a:pt x="1101" y="48"/>
                    <a:pt x="967" y="155"/>
                  </a:cubicBezTo>
                  <a:cubicBezTo>
                    <a:pt x="400" y="522"/>
                    <a:pt x="33" y="1156"/>
                    <a:pt x="33" y="1823"/>
                  </a:cubicBezTo>
                  <a:cubicBezTo>
                    <a:pt x="0" y="2123"/>
                    <a:pt x="133" y="2390"/>
                    <a:pt x="367" y="2557"/>
                  </a:cubicBezTo>
                  <a:cubicBezTo>
                    <a:pt x="467" y="2623"/>
                    <a:pt x="567" y="2623"/>
                    <a:pt x="701" y="2623"/>
                  </a:cubicBezTo>
                  <a:cubicBezTo>
                    <a:pt x="867" y="2623"/>
                    <a:pt x="1034" y="2557"/>
                    <a:pt x="1168" y="2490"/>
                  </a:cubicBezTo>
                  <a:cubicBezTo>
                    <a:pt x="1735" y="2123"/>
                    <a:pt x="2102" y="1489"/>
                    <a:pt x="2135" y="822"/>
                  </a:cubicBezTo>
                  <a:cubicBezTo>
                    <a:pt x="2208" y="358"/>
                    <a:pt x="1816" y="1"/>
                    <a:pt x="14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2553;p64">
              <a:extLst>
                <a:ext uri="{FF2B5EF4-FFF2-40B4-BE49-F238E27FC236}">
                  <a16:creationId xmlns:a16="http://schemas.microsoft.com/office/drawing/2014/main" id="{5AB018C1-3F8A-9836-9B4E-F2531368FE44}"/>
                </a:ext>
              </a:extLst>
            </p:cNvPr>
            <p:cNvSpPr/>
            <p:nvPr/>
          </p:nvSpPr>
          <p:spPr>
            <a:xfrm>
              <a:off x="5940297" y="2382667"/>
              <a:ext cx="33952" cy="40838"/>
            </a:xfrm>
            <a:custGeom>
              <a:avLst/>
              <a:gdLst/>
              <a:ahLst/>
              <a:cxnLst/>
              <a:rect l="l" t="t" r="r" b="b"/>
              <a:pathLst>
                <a:path w="2209" h="2657" extrusionOk="0">
                  <a:moveTo>
                    <a:pt x="1422" y="469"/>
                  </a:moveTo>
                  <a:cubicBezTo>
                    <a:pt x="1471" y="469"/>
                    <a:pt x="1519" y="476"/>
                    <a:pt x="1568" y="489"/>
                  </a:cubicBezTo>
                  <a:cubicBezTo>
                    <a:pt x="1668" y="589"/>
                    <a:pt x="1735" y="722"/>
                    <a:pt x="1702" y="856"/>
                  </a:cubicBezTo>
                  <a:cubicBezTo>
                    <a:pt x="1668" y="1389"/>
                    <a:pt x="1402" y="1856"/>
                    <a:pt x="968" y="2157"/>
                  </a:cubicBezTo>
                  <a:cubicBezTo>
                    <a:pt x="895" y="2205"/>
                    <a:pt x="786" y="2236"/>
                    <a:pt x="680" y="2236"/>
                  </a:cubicBezTo>
                  <a:cubicBezTo>
                    <a:pt x="642" y="2236"/>
                    <a:pt x="603" y="2232"/>
                    <a:pt x="568" y="2223"/>
                  </a:cubicBezTo>
                  <a:cubicBezTo>
                    <a:pt x="468" y="2123"/>
                    <a:pt x="434" y="1990"/>
                    <a:pt x="434" y="1856"/>
                  </a:cubicBezTo>
                  <a:cubicBezTo>
                    <a:pt x="468" y="1323"/>
                    <a:pt x="734" y="856"/>
                    <a:pt x="1168" y="555"/>
                  </a:cubicBezTo>
                  <a:cubicBezTo>
                    <a:pt x="1253" y="492"/>
                    <a:pt x="1337" y="469"/>
                    <a:pt x="1422" y="469"/>
                  </a:cubicBezTo>
                  <a:close/>
                  <a:moveTo>
                    <a:pt x="1404" y="1"/>
                  </a:moveTo>
                  <a:cubicBezTo>
                    <a:pt x="1254" y="1"/>
                    <a:pt x="1102" y="48"/>
                    <a:pt x="968" y="155"/>
                  </a:cubicBezTo>
                  <a:cubicBezTo>
                    <a:pt x="401" y="522"/>
                    <a:pt x="34" y="1156"/>
                    <a:pt x="34" y="1823"/>
                  </a:cubicBezTo>
                  <a:cubicBezTo>
                    <a:pt x="1" y="2123"/>
                    <a:pt x="134" y="2390"/>
                    <a:pt x="367" y="2557"/>
                  </a:cubicBezTo>
                  <a:cubicBezTo>
                    <a:pt x="468" y="2624"/>
                    <a:pt x="568" y="2657"/>
                    <a:pt x="701" y="2657"/>
                  </a:cubicBezTo>
                  <a:cubicBezTo>
                    <a:pt x="868" y="2624"/>
                    <a:pt x="1035" y="2590"/>
                    <a:pt x="1168" y="2490"/>
                  </a:cubicBezTo>
                  <a:cubicBezTo>
                    <a:pt x="1735" y="2123"/>
                    <a:pt x="2102" y="1489"/>
                    <a:pt x="2135" y="822"/>
                  </a:cubicBezTo>
                  <a:cubicBezTo>
                    <a:pt x="2209" y="358"/>
                    <a:pt x="1816" y="1"/>
                    <a:pt x="14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2554;p64">
              <a:extLst>
                <a:ext uri="{FF2B5EF4-FFF2-40B4-BE49-F238E27FC236}">
                  <a16:creationId xmlns:a16="http://schemas.microsoft.com/office/drawing/2014/main" id="{7CA498D0-BA14-11F3-22DB-79C48F777010}"/>
                </a:ext>
              </a:extLst>
            </p:cNvPr>
            <p:cNvSpPr/>
            <p:nvPr/>
          </p:nvSpPr>
          <p:spPr>
            <a:xfrm>
              <a:off x="6148453" y="2323108"/>
              <a:ext cx="33937" cy="39901"/>
            </a:xfrm>
            <a:custGeom>
              <a:avLst/>
              <a:gdLst/>
              <a:ahLst/>
              <a:cxnLst/>
              <a:rect l="l" t="t" r="r" b="b"/>
              <a:pathLst>
                <a:path w="2208" h="2596" extrusionOk="0">
                  <a:moveTo>
                    <a:pt x="1468" y="427"/>
                  </a:moveTo>
                  <a:cubicBezTo>
                    <a:pt x="1502" y="427"/>
                    <a:pt x="1535" y="427"/>
                    <a:pt x="1568" y="461"/>
                  </a:cubicBezTo>
                  <a:cubicBezTo>
                    <a:pt x="1668" y="528"/>
                    <a:pt x="1735" y="661"/>
                    <a:pt x="1735" y="828"/>
                  </a:cubicBezTo>
                  <a:cubicBezTo>
                    <a:pt x="1702" y="1328"/>
                    <a:pt x="1402" y="1795"/>
                    <a:pt x="968" y="2095"/>
                  </a:cubicBezTo>
                  <a:cubicBezTo>
                    <a:pt x="904" y="2159"/>
                    <a:pt x="828" y="2182"/>
                    <a:pt x="746" y="2182"/>
                  </a:cubicBezTo>
                  <a:cubicBezTo>
                    <a:pt x="699" y="2182"/>
                    <a:pt x="650" y="2174"/>
                    <a:pt x="601" y="2162"/>
                  </a:cubicBezTo>
                  <a:cubicBezTo>
                    <a:pt x="468" y="2062"/>
                    <a:pt x="434" y="1929"/>
                    <a:pt x="434" y="1795"/>
                  </a:cubicBezTo>
                  <a:cubicBezTo>
                    <a:pt x="468" y="1261"/>
                    <a:pt x="768" y="794"/>
                    <a:pt x="1201" y="494"/>
                  </a:cubicBezTo>
                  <a:cubicBezTo>
                    <a:pt x="1268" y="461"/>
                    <a:pt x="1368" y="427"/>
                    <a:pt x="1468" y="427"/>
                  </a:cubicBezTo>
                  <a:close/>
                  <a:moveTo>
                    <a:pt x="1433" y="1"/>
                  </a:moveTo>
                  <a:cubicBezTo>
                    <a:pt x="1277" y="1"/>
                    <a:pt x="1115" y="50"/>
                    <a:pt x="968" y="161"/>
                  </a:cubicBezTo>
                  <a:cubicBezTo>
                    <a:pt x="401" y="494"/>
                    <a:pt x="67" y="1128"/>
                    <a:pt x="34" y="1795"/>
                  </a:cubicBezTo>
                  <a:cubicBezTo>
                    <a:pt x="1" y="2095"/>
                    <a:pt x="134" y="2362"/>
                    <a:pt x="367" y="2529"/>
                  </a:cubicBezTo>
                  <a:cubicBezTo>
                    <a:pt x="468" y="2562"/>
                    <a:pt x="601" y="2596"/>
                    <a:pt x="701" y="2596"/>
                  </a:cubicBezTo>
                  <a:cubicBezTo>
                    <a:pt x="868" y="2596"/>
                    <a:pt x="1035" y="2562"/>
                    <a:pt x="1201" y="2496"/>
                  </a:cubicBezTo>
                  <a:cubicBezTo>
                    <a:pt x="1768" y="2095"/>
                    <a:pt x="2102" y="1495"/>
                    <a:pt x="2135" y="828"/>
                  </a:cubicBezTo>
                  <a:cubicBezTo>
                    <a:pt x="2208" y="344"/>
                    <a:pt x="1842" y="1"/>
                    <a:pt x="143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2555;p64">
              <a:extLst>
                <a:ext uri="{FF2B5EF4-FFF2-40B4-BE49-F238E27FC236}">
                  <a16:creationId xmlns:a16="http://schemas.microsoft.com/office/drawing/2014/main" id="{B6223626-CDB3-FF48-AC17-D4F37AED455A}"/>
                </a:ext>
              </a:extLst>
            </p:cNvPr>
            <p:cNvSpPr/>
            <p:nvPr/>
          </p:nvSpPr>
          <p:spPr>
            <a:xfrm>
              <a:off x="6252538" y="2232656"/>
              <a:ext cx="33937" cy="40116"/>
            </a:xfrm>
            <a:custGeom>
              <a:avLst/>
              <a:gdLst/>
              <a:ahLst/>
              <a:cxnLst/>
              <a:rect l="l" t="t" r="r" b="b"/>
              <a:pathLst>
                <a:path w="2208" h="2610" extrusionOk="0">
                  <a:moveTo>
                    <a:pt x="1423" y="455"/>
                  </a:moveTo>
                  <a:cubicBezTo>
                    <a:pt x="1470" y="455"/>
                    <a:pt x="1519" y="463"/>
                    <a:pt x="1568" y="475"/>
                  </a:cubicBezTo>
                  <a:cubicBezTo>
                    <a:pt x="1701" y="575"/>
                    <a:pt x="1735" y="708"/>
                    <a:pt x="1735" y="842"/>
                  </a:cubicBezTo>
                  <a:cubicBezTo>
                    <a:pt x="1701" y="1376"/>
                    <a:pt x="1401" y="1843"/>
                    <a:pt x="967" y="2143"/>
                  </a:cubicBezTo>
                  <a:cubicBezTo>
                    <a:pt x="901" y="2209"/>
                    <a:pt x="824" y="2238"/>
                    <a:pt x="749" y="2238"/>
                  </a:cubicBezTo>
                  <a:cubicBezTo>
                    <a:pt x="560" y="2238"/>
                    <a:pt x="386" y="2057"/>
                    <a:pt x="434" y="1843"/>
                  </a:cubicBezTo>
                  <a:cubicBezTo>
                    <a:pt x="467" y="1309"/>
                    <a:pt x="767" y="842"/>
                    <a:pt x="1201" y="542"/>
                  </a:cubicBezTo>
                  <a:cubicBezTo>
                    <a:pt x="1264" y="478"/>
                    <a:pt x="1341" y="455"/>
                    <a:pt x="1423" y="455"/>
                  </a:cubicBezTo>
                  <a:close/>
                  <a:moveTo>
                    <a:pt x="1437" y="1"/>
                  </a:moveTo>
                  <a:cubicBezTo>
                    <a:pt x="1280" y="1"/>
                    <a:pt x="1116" y="54"/>
                    <a:pt x="967" y="175"/>
                  </a:cubicBezTo>
                  <a:cubicBezTo>
                    <a:pt x="400" y="542"/>
                    <a:pt x="67" y="1142"/>
                    <a:pt x="33" y="1809"/>
                  </a:cubicBezTo>
                  <a:cubicBezTo>
                    <a:pt x="0" y="2109"/>
                    <a:pt x="133" y="2376"/>
                    <a:pt x="400" y="2543"/>
                  </a:cubicBezTo>
                  <a:cubicBezTo>
                    <a:pt x="467" y="2610"/>
                    <a:pt x="600" y="2610"/>
                    <a:pt x="701" y="2610"/>
                  </a:cubicBezTo>
                  <a:cubicBezTo>
                    <a:pt x="867" y="2610"/>
                    <a:pt x="1034" y="2576"/>
                    <a:pt x="1201" y="2476"/>
                  </a:cubicBezTo>
                  <a:cubicBezTo>
                    <a:pt x="1768" y="2109"/>
                    <a:pt x="2102" y="1509"/>
                    <a:pt x="2135" y="842"/>
                  </a:cubicBezTo>
                  <a:cubicBezTo>
                    <a:pt x="2207" y="360"/>
                    <a:pt x="1845" y="1"/>
                    <a:pt x="143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2556;p64">
              <a:extLst>
                <a:ext uri="{FF2B5EF4-FFF2-40B4-BE49-F238E27FC236}">
                  <a16:creationId xmlns:a16="http://schemas.microsoft.com/office/drawing/2014/main" id="{4A63BFC9-1F8A-A72D-CED0-A5541A072CDA}"/>
                </a:ext>
              </a:extLst>
            </p:cNvPr>
            <p:cNvSpPr/>
            <p:nvPr/>
          </p:nvSpPr>
          <p:spPr>
            <a:xfrm>
              <a:off x="6460694" y="1962344"/>
              <a:ext cx="33338" cy="40239"/>
            </a:xfrm>
            <a:custGeom>
              <a:avLst/>
              <a:gdLst/>
              <a:ahLst/>
              <a:cxnLst/>
              <a:rect l="l" t="t" r="r" b="b"/>
              <a:pathLst>
                <a:path w="2169" h="2618" extrusionOk="0">
                  <a:moveTo>
                    <a:pt x="1489" y="436"/>
                  </a:moveTo>
                  <a:cubicBezTo>
                    <a:pt x="1527" y="436"/>
                    <a:pt x="1565" y="440"/>
                    <a:pt x="1601" y="449"/>
                  </a:cubicBezTo>
                  <a:cubicBezTo>
                    <a:pt x="1701" y="549"/>
                    <a:pt x="1735" y="683"/>
                    <a:pt x="1735" y="816"/>
                  </a:cubicBezTo>
                  <a:cubicBezTo>
                    <a:pt x="1701" y="1350"/>
                    <a:pt x="1434" y="1817"/>
                    <a:pt x="1001" y="2117"/>
                  </a:cubicBezTo>
                  <a:cubicBezTo>
                    <a:pt x="903" y="2166"/>
                    <a:pt x="805" y="2197"/>
                    <a:pt x="708" y="2197"/>
                  </a:cubicBezTo>
                  <a:cubicBezTo>
                    <a:pt x="672" y="2197"/>
                    <a:pt x="636" y="2193"/>
                    <a:pt x="600" y="2184"/>
                  </a:cubicBezTo>
                  <a:cubicBezTo>
                    <a:pt x="500" y="2117"/>
                    <a:pt x="467" y="1984"/>
                    <a:pt x="467" y="1817"/>
                  </a:cubicBezTo>
                  <a:cubicBezTo>
                    <a:pt x="500" y="1283"/>
                    <a:pt x="767" y="816"/>
                    <a:pt x="1201" y="516"/>
                  </a:cubicBezTo>
                  <a:cubicBezTo>
                    <a:pt x="1274" y="467"/>
                    <a:pt x="1383" y="436"/>
                    <a:pt x="1489" y="436"/>
                  </a:cubicBezTo>
                  <a:close/>
                  <a:moveTo>
                    <a:pt x="1457" y="0"/>
                  </a:moveTo>
                  <a:cubicBezTo>
                    <a:pt x="1295" y="0"/>
                    <a:pt x="1137" y="52"/>
                    <a:pt x="1001" y="149"/>
                  </a:cubicBezTo>
                  <a:cubicBezTo>
                    <a:pt x="434" y="516"/>
                    <a:pt x="67" y="1117"/>
                    <a:pt x="33" y="1784"/>
                  </a:cubicBezTo>
                  <a:cubicBezTo>
                    <a:pt x="0" y="2084"/>
                    <a:pt x="133" y="2351"/>
                    <a:pt x="400" y="2518"/>
                  </a:cubicBezTo>
                  <a:cubicBezTo>
                    <a:pt x="500" y="2584"/>
                    <a:pt x="600" y="2618"/>
                    <a:pt x="701" y="2618"/>
                  </a:cubicBezTo>
                  <a:cubicBezTo>
                    <a:pt x="901" y="2584"/>
                    <a:pt x="1067" y="2551"/>
                    <a:pt x="1201" y="2451"/>
                  </a:cubicBezTo>
                  <a:cubicBezTo>
                    <a:pt x="1768" y="2084"/>
                    <a:pt x="2102" y="1483"/>
                    <a:pt x="2135" y="816"/>
                  </a:cubicBezTo>
                  <a:cubicBezTo>
                    <a:pt x="2168" y="516"/>
                    <a:pt x="2035" y="249"/>
                    <a:pt x="1801" y="82"/>
                  </a:cubicBezTo>
                  <a:cubicBezTo>
                    <a:pt x="1690" y="27"/>
                    <a:pt x="1573" y="0"/>
                    <a:pt x="145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2557;p64">
              <a:extLst>
                <a:ext uri="{FF2B5EF4-FFF2-40B4-BE49-F238E27FC236}">
                  <a16:creationId xmlns:a16="http://schemas.microsoft.com/office/drawing/2014/main" id="{6E1D5492-7D30-58D2-2713-FF9ABD8CEFA2}"/>
                </a:ext>
              </a:extLst>
            </p:cNvPr>
            <p:cNvSpPr/>
            <p:nvPr/>
          </p:nvSpPr>
          <p:spPr>
            <a:xfrm>
              <a:off x="6356609" y="2021933"/>
              <a:ext cx="33937" cy="40638"/>
            </a:xfrm>
            <a:custGeom>
              <a:avLst/>
              <a:gdLst/>
              <a:ahLst/>
              <a:cxnLst/>
              <a:rect l="l" t="t" r="r" b="b"/>
              <a:pathLst>
                <a:path w="2208" h="2644" extrusionOk="0">
                  <a:moveTo>
                    <a:pt x="1441" y="459"/>
                  </a:moveTo>
                  <a:cubicBezTo>
                    <a:pt x="1632" y="459"/>
                    <a:pt x="1805" y="643"/>
                    <a:pt x="1735" y="875"/>
                  </a:cubicBezTo>
                  <a:cubicBezTo>
                    <a:pt x="1702" y="1376"/>
                    <a:pt x="1435" y="1876"/>
                    <a:pt x="1001" y="2143"/>
                  </a:cubicBezTo>
                  <a:cubicBezTo>
                    <a:pt x="930" y="2224"/>
                    <a:pt x="844" y="2259"/>
                    <a:pt x="761" y="2259"/>
                  </a:cubicBezTo>
                  <a:cubicBezTo>
                    <a:pt x="571" y="2259"/>
                    <a:pt x="398" y="2075"/>
                    <a:pt x="468" y="1843"/>
                  </a:cubicBezTo>
                  <a:cubicBezTo>
                    <a:pt x="468" y="1309"/>
                    <a:pt x="768" y="842"/>
                    <a:pt x="1201" y="575"/>
                  </a:cubicBezTo>
                  <a:cubicBezTo>
                    <a:pt x="1272" y="494"/>
                    <a:pt x="1359" y="459"/>
                    <a:pt x="1441" y="459"/>
                  </a:cubicBezTo>
                  <a:close/>
                  <a:moveTo>
                    <a:pt x="1450" y="1"/>
                  </a:moveTo>
                  <a:cubicBezTo>
                    <a:pt x="1298" y="1"/>
                    <a:pt x="1141" y="54"/>
                    <a:pt x="1001" y="175"/>
                  </a:cubicBezTo>
                  <a:cubicBezTo>
                    <a:pt x="401" y="542"/>
                    <a:pt x="67" y="1142"/>
                    <a:pt x="34" y="1843"/>
                  </a:cubicBezTo>
                  <a:cubicBezTo>
                    <a:pt x="1" y="2110"/>
                    <a:pt x="134" y="2410"/>
                    <a:pt x="401" y="2543"/>
                  </a:cubicBezTo>
                  <a:cubicBezTo>
                    <a:pt x="501" y="2610"/>
                    <a:pt x="601" y="2643"/>
                    <a:pt x="701" y="2643"/>
                  </a:cubicBezTo>
                  <a:cubicBezTo>
                    <a:pt x="868" y="2643"/>
                    <a:pt x="1035" y="2577"/>
                    <a:pt x="1201" y="2510"/>
                  </a:cubicBezTo>
                  <a:cubicBezTo>
                    <a:pt x="1768" y="2143"/>
                    <a:pt x="2102" y="1509"/>
                    <a:pt x="2135" y="842"/>
                  </a:cubicBezTo>
                  <a:cubicBezTo>
                    <a:pt x="2208" y="361"/>
                    <a:pt x="1845" y="1"/>
                    <a:pt x="145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2558;p64">
              <a:extLst>
                <a:ext uri="{FF2B5EF4-FFF2-40B4-BE49-F238E27FC236}">
                  <a16:creationId xmlns:a16="http://schemas.microsoft.com/office/drawing/2014/main" id="{B5DDCAB9-0697-8393-54EC-FAA4CAA143AE}"/>
                </a:ext>
              </a:extLst>
            </p:cNvPr>
            <p:cNvSpPr/>
            <p:nvPr/>
          </p:nvSpPr>
          <p:spPr>
            <a:xfrm>
              <a:off x="6564765" y="1752051"/>
              <a:ext cx="34091" cy="40838"/>
            </a:xfrm>
            <a:custGeom>
              <a:avLst/>
              <a:gdLst/>
              <a:ahLst/>
              <a:cxnLst/>
              <a:rect l="l" t="t" r="r" b="b"/>
              <a:pathLst>
                <a:path w="2218" h="2657" extrusionOk="0">
                  <a:moveTo>
                    <a:pt x="1468" y="455"/>
                  </a:moveTo>
                  <a:cubicBezTo>
                    <a:pt x="1502" y="455"/>
                    <a:pt x="1568" y="455"/>
                    <a:pt x="1602" y="488"/>
                  </a:cubicBezTo>
                  <a:cubicBezTo>
                    <a:pt x="1702" y="555"/>
                    <a:pt x="1768" y="688"/>
                    <a:pt x="1735" y="855"/>
                  </a:cubicBezTo>
                  <a:cubicBezTo>
                    <a:pt x="1702" y="1356"/>
                    <a:pt x="1435" y="1856"/>
                    <a:pt x="968" y="2156"/>
                  </a:cubicBezTo>
                  <a:cubicBezTo>
                    <a:pt x="906" y="2197"/>
                    <a:pt x="831" y="2226"/>
                    <a:pt x="752" y="2226"/>
                  </a:cubicBezTo>
                  <a:cubicBezTo>
                    <a:pt x="703" y="2226"/>
                    <a:pt x="652" y="2215"/>
                    <a:pt x="601" y="2189"/>
                  </a:cubicBezTo>
                  <a:cubicBezTo>
                    <a:pt x="501" y="2123"/>
                    <a:pt x="434" y="1989"/>
                    <a:pt x="468" y="1823"/>
                  </a:cubicBezTo>
                  <a:cubicBezTo>
                    <a:pt x="501" y="1322"/>
                    <a:pt x="768" y="822"/>
                    <a:pt x="1201" y="555"/>
                  </a:cubicBezTo>
                  <a:cubicBezTo>
                    <a:pt x="1268" y="488"/>
                    <a:pt x="1368" y="455"/>
                    <a:pt x="1468" y="455"/>
                  </a:cubicBezTo>
                  <a:close/>
                  <a:moveTo>
                    <a:pt x="1430" y="1"/>
                  </a:moveTo>
                  <a:cubicBezTo>
                    <a:pt x="1283" y="1"/>
                    <a:pt x="1134" y="48"/>
                    <a:pt x="1001" y="155"/>
                  </a:cubicBezTo>
                  <a:cubicBezTo>
                    <a:pt x="434" y="522"/>
                    <a:pt x="67" y="1155"/>
                    <a:pt x="34" y="1823"/>
                  </a:cubicBezTo>
                  <a:cubicBezTo>
                    <a:pt x="1" y="2123"/>
                    <a:pt x="167" y="2390"/>
                    <a:pt x="401" y="2556"/>
                  </a:cubicBezTo>
                  <a:cubicBezTo>
                    <a:pt x="501" y="2623"/>
                    <a:pt x="601" y="2656"/>
                    <a:pt x="734" y="2656"/>
                  </a:cubicBezTo>
                  <a:cubicBezTo>
                    <a:pt x="901" y="2656"/>
                    <a:pt x="1068" y="2590"/>
                    <a:pt x="1201" y="2523"/>
                  </a:cubicBezTo>
                  <a:cubicBezTo>
                    <a:pt x="1768" y="2123"/>
                    <a:pt x="2135" y="1522"/>
                    <a:pt x="2169" y="855"/>
                  </a:cubicBezTo>
                  <a:cubicBezTo>
                    <a:pt x="2218" y="365"/>
                    <a:pt x="1835" y="1"/>
                    <a:pt x="143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2559;p64">
              <a:extLst>
                <a:ext uri="{FF2B5EF4-FFF2-40B4-BE49-F238E27FC236}">
                  <a16:creationId xmlns:a16="http://schemas.microsoft.com/office/drawing/2014/main" id="{ACA58A2C-72D5-9531-88E1-A97BA4235D8F}"/>
                </a:ext>
              </a:extLst>
            </p:cNvPr>
            <p:cNvSpPr/>
            <p:nvPr/>
          </p:nvSpPr>
          <p:spPr>
            <a:xfrm>
              <a:off x="6044382" y="2262904"/>
              <a:ext cx="33937" cy="40638"/>
            </a:xfrm>
            <a:custGeom>
              <a:avLst/>
              <a:gdLst/>
              <a:ahLst/>
              <a:cxnLst/>
              <a:rect l="l" t="t" r="r" b="b"/>
              <a:pathLst>
                <a:path w="2208" h="2644" extrusionOk="0">
                  <a:moveTo>
                    <a:pt x="1468" y="408"/>
                  </a:moveTo>
                  <a:cubicBezTo>
                    <a:pt x="1501" y="408"/>
                    <a:pt x="1534" y="442"/>
                    <a:pt x="1568" y="475"/>
                  </a:cubicBezTo>
                  <a:cubicBezTo>
                    <a:pt x="1668" y="542"/>
                    <a:pt x="1735" y="709"/>
                    <a:pt x="1735" y="842"/>
                  </a:cubicBezTo>
                  <a:cubicBezTo>
                    <a:pt x="1701" y="1342"/>
                    <a:pt x="1401" y="1843"/>
                    <a:pt x="967" y="2110"/>
                  </a:cubicBezTo>
                  <a:cubicBezTo>
                    <a:pt x="903" y="2174"/>
                    <a:pt x="810" y="2211"/>
                    <a:pt x="726" y="2211"/>
                  </a:cubicBezTo>
                  <a:cubicBezTo>
                    <a:pt x="680" y="2211"/>
                    <a:pt x="636" y="2200"/>
                    <a:pt x="600" y="2176"/>
                  </a:cubicBezTo>
                  <a:cubicBezTo>
                    <a:pt x="467" y="2076"/>
                    <a:pt x="434" y="1943"/>
                    <a:pt x="434" y="1809"/>
                  </a:cubicBezTo>
                  <a:cubicBezTo>
                    <a:pt x="467" y="1276"/>
                    <a:pt x="734" y="809"/>
                    <a:pt x="1201" y="542"/>
                  </a:cubicBezTo>
                  <a:cubicBezTo>
                    <a:pt x="1268" y="475"/>
                    <a:pt x="1368" y="442"/>
                    <a:pt x="1468" y="442"/>
                  </a:cubicBezTo>
                  <a:lnTo>
                    <a:pt x="1468" y="408"/>
                  </a:lnTo>
                  <a:close/>
                  <a:moveTo>
                    <a:pt x="1437" y="1"/>
                  </a:moveTo>
                  <a:cubicBezTo>
                    <a:pt x="1280" y="1"/>
                    <a:pt x="1116" y="54"/>
                    <a:pt x="967" y="175"/>
                  </a:cubicBezTo>
                  <a:cubicBezTo>
                    <a:pt x="400" y="542"/>
                    <a:pt x="67" y="1142"/>
                    <a:pt x="33" y="1809"/>
                  </a:cubicBezTo>
                  <a:cubicBezTo>
                    <a:pt x="0" y="2110"/>
                    <a:pt x="133" y="2376"/>
                    <a:pt x="367" y="2543"/>
                  </a:cubicBezTo>
                  <a:cubicBezTo>
                    <a:pt x="467" y="2610"/>
                    <a:pt x="600" y="2643"/>
                    <a:pt x="701" y="2643"/>
                  </a:cubicBezTo>
                  <a:cubicBezTo>
                    <a:pt x="867" y="2643"/>
                    <a:pt x="1034" y="2577"/>
                    <a:pt x="1201" y="2510"/>
                  </a:cubicBezTo>
                  <a:cubicBezTo>
                    <a:pt x="1768" y="2143"/>
                    <a:pt x="2102" y="1509"/>
                    <a:pt x="2135" y="842"/>
                  </a:cubicBezTo>
                  <a:cubicBezTo>
                    <a:pt x="2207" y="361"/>
                    <a:pt x="1845" y="1"/>
                    <a:pt x="143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2560;p64">
              <a:extLst>
                <a:ext uri="{FF2B5EF4-FFF2-40B4-BE49-F238E27FC236}">
                  <a16:creationId xmlns:a16="http://schemas.microsoft.com/office/drawing/2014/main" id="{586DAA55-3A02-5866-6D50-75216806607B}"/>
                </a:ext>
              </a:extLst>
            </p:cNvPr>
            <p:cNvSpPr/>
            <p:nvPr/>
          </p:nvSpPr>
          <p:spPr>
            <a:xfrm>
              <a:off x="5330692" y="1648811"/>
              <a:ext cx="1253055" cy="1247921"/>
            </a:xfrm>
            <a:custGeom>
              <a:avLst/>
              <a:gdLst/>
              <a:ahLst/>
              <a:cxnLst/>
              <a:rect l="l" t="t" r="r" b="b"/>
              <a:pathLst>
                <a:path w="81526" h="81192" extrusionOk="0">
                  <a:moveTo>
                    <a:pt x="81292" y="0"/>
                  </a:moveTo>
                  <a:cubicBezTo>
                    <a:pt x="75888" y="3136"/>
                    <a:pt x="74754" y="11275"/>
                    <a:pt x="73653" y="19181"/>
                  </a:cubicBezTo>
                  <a:cubicBezTo>
                    <a:pt x="72653" y="26286"/>
                    <a:pt x="71719" y="32990"/>
                    <a:pt x="67749" y="35325"/>
                  </a:cubicBezTo>
                  <a:cubicBezTo>
                    <a:pt x="67038" y="35770"/>
                    <a:pt x="66370" y="35978"/>
                    <a:pt x="65758" y="35978"/>
                  </a:cubicBezTo>
                  <a:cubicBezTo>
                    <a:pt x="65451" y="35978"/>
                    <a:pt x="65159" y="35926"/>
                    <a:pt x="64881" y="35826"/>
                  </a:cubicBezTo>
                  <a:cubicBezTo>
                    <a:pt x="62812" y="35059"/>
                    <a:pt x="61612" y="31523"/>
                    <a:pt x="60444" y="28087"/>
                  </a:cubicBezTo>
                  <a:cubicBezTo>
                    <a:pt x="59210" y="24551"/>
                    <a:pt x="57976" y="20882"/>
                    <a:pt x="55707" y="20048"/>
                  </a:cubicBezTo>
                  <a:cubicBezTo>
                    <a:pt x="55396" y="19937"/>
                    <a:pt x="55066" y="19881"/>
                    <a:pt x="54721" y="19881"/>
                  </a:cubicBezTo>
                  <a:cubicBezTo>
                    <a:pt x="54032" y="19881"/>
                    <a:pt x="53283" y="20103"/>
                    <a:pt x="52505" y="20548"/>
                  </a:cubicBezTo>
                  <a:cubicBezTo>
                    <a:pt x="48202" y="23050"/>
                    <a:pt x="46868" y="32290"/>
                    <a:pt x="45633" y="41230"/>
                  </a:cubicBezTo>
                  <a:cubicBezTo>
                    <a:pt x="44366" y="50069"/>
                    <a:pt x="43098" y="59209"/>
                    <a:pt x="38962" y="61611"/>
                  </a:cubicBezTo>
                  <a:cubicBezTo>
                    <a:pt x="37940" y="62206"/>
                    <a:pt x="37032" y="62500"/>
                    <a:pt x="36214" y="62500"/>
                  </a:cubicBezTo>
                  <a:cubicBezTo>
                    <a:pt x="35565" y="62500"/>
                    <a:pt x="34972" y="62314"/>
                    <a:pt x="34425" y="61944"/>
                  </a:cubicBezTo>
                  <a:cubicBezTo>
                    <a:pt x="33291" y="61177"/>
                    <a:pt x="32457" y="59710"/>
                    <a:pt x="31623" y="58275"/>
                  </a:cubicBezTo>
                  <a:cubicBezTo>
                    <a:pt x="30341" y="56081"/>
                    <a:pt x="29041" y="53831"/>
                    <a:pt x="26658" y="53831"/>
                  </a:cubicBezTo>
                  <a:cubicBezTo>
                    <a:pt x="25817" y="53831"/>
                    <a:pt x="24842" y="54111"/>
                    <a:pt x="23684" y="54773"/>
                  </a:cubicBezTo>
                  <a:cubicBezTo>
                    <a:pt x="18848" y="57575"/>
                    <a:pt x="17814" y="64380"/>
                    <a:pt x="16946" y="70384"/>
                  </a:cubicBezTo>
                  <a:cubicBezTo>
                    <a:pt x="16246" y="74987"/>
                    <a:pt x="15679" y="78957"/>
                    <a:pt x="13544" y="80191"/>
                  </a:cubicBezTo>
                  <a:cubicBezTo>
                    <a:pt x="12821" y="80606"/>
                    <a:pt x="12175" y="80776"/>
                    <a:pt x="11576" y="80776"/>
                  </a:cubicBezTo>
                  <a:cubicBezTo>
                    <a:pt x="10295" y="80776"/>
                    <a:pt x="9221" y="79997"/>
                    <a:pt x="8040" y="79157"/>
                  </a:cubicBezTo>
                  <a:cubicBezTo>
                    <a:pt x="6716" y="78223"/>
                    <a:pt x="5293" y="77205"/>
                    <a:pt x="3431" y="77205"/>
                  </a:cubicBezTo>
                  <a:cubicBezTo>
                    <a:pt x="2432" y="77205"/>
                    <a:pt x="1306" y="77499"/>
                    <a:pt x="1" y="78256"/>
                  </a:cubicBezTo>
                  <a:lnTo>
                    <a:pt x="201" y="78590"/>
                  </a:lnTo>
                  <a:cubicBezTo>
                    <a:pt x="1429" y="77888"/>
                    <a:pt x="2480" y="77613"/>
                    <a:pt x="3414" y="77613"/>
                  </a:cubicBezTo>
                  <a:cubicBezTo>
                    <a:pt x="5145" y="77613"/>
                    <a:pt x="6473" y="78559"/>
                    <a:pt x="7773" y="79490"/>
                  </a:cubicBezTo>
                  <a:cubicBezTo>
                    <a:pt x="9007" y="80358"/>
                    <a:pt x="10175" y="81192"/>
                    <a:pt x="11576" y="81192"/>
                  </a:cubicBezTo>
                  <a:cubicBezTo>
                    <a:pt x="12343" y="81192"/>
                    <a:pt x="13077" y="80958"/>
                    <a:pt x="13744" y="80558"/>
                  </a:cubicBezTo>
                  <a:cubicBezTo>
                    <a:pt x="16046" y="79223"/>
                    <a:pt x="16646" y="75187"/>
                    <a:pt x="17347" y="70484"/>
                  </a:cubicBezTo>
                  <a:cubicBezTo>
                    <a:pt x="18214" y="64546"/>
                    <a:pt x="19215" y="57842"/>
                    <a:pt x="23885" y="55140"/>
                  </a:cubicBezTo>
                  <a:cubicBezTo>
                    <a:pt x="24952" y="54527"/>
                    <a:pt x="25849" y="54266"/>
                    <a:pt x="26623" y="54266"/>
                  </a:cubicBezTo>
                  <a:cubicBezTo>
                    <a:pt x="28799" y="54266"/>
                    <a:pt x="29993" y="56334"/>
                    <a:pt x="31223" y="58475"/>
                  </a:cubicBezTo>
                  <a:cubicBezTo>
                    <a:pt x="32057" y="59943"/>
                    <a:pt x="32958" y="61444"/>
                    <a:pt x="34159" y="62278"/>
                  </a:cubicBezTo>
                  <a:cubicBezTo>
                    <a:pt x="34791" y="62700"/>
                    <a:pt x="35465" y="62911"/>
                    <a:pt x="36198" y="62911"/>
                  </a:cubicBezTo>
                  <a:cubicBezTo>
                    <a:pt x="37087" y="62911"/>
                    <a:pt x="38065" y="62600"/>
                    <a:pt x="39162" y="61978"/>
                  </a:cubicBezTo>
                  <a:cubicBezTo>
                    <a:pt x="43465" y="59476"/>
                    <a:pt x="44766" y="50236"/>
                    <a:pt x="46034" y="41296"/>
                  </a:cubicBezTo>
                  <a:cubicBezTo>
                    <a:pt x="47268" y="32457"/>
                    <a:pt x="48569" y="23283"/>
                    <a:pt x="52705" y="20915"/>
                  </a:cubicBezTo>
                  <a:cubicBezTo>
                    <a:pt x="53412" y="20495"/>
                    <a:pt x="54061" y="20295"/>
                    <a:pt x="54661" y="20295"/>
                  </a:cubicBezTo>
                  <a:cubicBezTo>
                    <a:pt x="54966" y="20295"/>
                    <a:pt x="55259" y="20347"/>
                    <a:pt x="55541" y="20448"/>
                  </a:cubicBezTo>
                  <a:cubicBezTo>
                    <a:pt x="57609" y="21215"/>
                    <a:pt x="58843" y="24785"/>
                    <a:pt x="60010" y="28220"/>
                  </a:cubicBezTo>
                  <a:cubicBezTo>
                    <a:pt x="61211" y="31756"/>
                    <a:pt x="62479" y="35392"/>
                    <a:pt x="64714" y="36226"/>
                  </a:cubicBezTo>
                  <a:cubicBezTo>
                    <a:pt x="65033" y="36336"/>
                    <a:pt x="65363" y="36392"/>
                    <a:pt x="65704" y="36392"/>
                  </a:cubicBezTo>
                  <a:cubicBezTo>
                    <a:pt x="66400" y="36392"/>
                    <a:pt x="67144" y="36162"/>
                    <a:pt x="67949" y="35692"/>
                  </a:cubicBezTo>
                  <a:cubicBezTo>
                    <a:pt x="72086" y="33257"/>
                    <a:pt x="73020" y="26452"/>
                    <a:pt x="74054" y="19247"/>
                  </a:cubicBezTo>
                  <a:cubicBezTo>
                    <a:pt x="75121" y="11442"/>
                    <a:pt x="76255" y="3403"/>
                    <a:pt x="81526" y="367"/>
                  </a:cubicBezTo>
                  <a:lnTo>
                    <a:pt x="81292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2561;p64">
              <a:extLst>
                <a:ext uri="{FF2B5EF4-FFF2-40B4-BE49-F238E27FC236}">
                  <a16:creationId xmlns:a16="http://schemas.microsoft.com/office/drawing/2014/main" id="{D5E0F6DB-2F04-2FFA-22E2-F68D99464008}"/>
                </a:ext>
              </a:extLst>
            </p:cNvPr>
            <p:cNvSpPr/>
            <p:nvPr/>
          </p:nvSpPr>
          <p:spPr>
            <a:xfrm>
              <a:off x="6126412" y="1937613"/>
              <a:ext cx="40515" cy="52504"/>
            </a:xfrm>
            <a:custGeom>
              <a:avLst/>
              <a:gdLst/>
              <a:ahLst/>
              <a:cxnLst/>
              <a:rect l="l" t="t" r="r" b="b"/>
              <a:pathLst>
                <a:path w="2636" h="3416" extrusionOk="0">
                  <a:moveTo>
                    <a:pt x="1905" y="1"/>
                  </a:moveTo>
                  <a:cubicBezTo>
                    <a:pt x="1724" y="1"/>
                    <a:pt x="1518" y="62"/>
                    <a:pt x="1301" y="190"/>
                  </a:cubicBezTo>
                  <a:cubicBezTo>
                    <a:pt x="534" y="691"/>
                    <a:pt x="34" y="1525"/>
                    <a:pt x="0" y="2459"/>
                  </a:cubicBezTo>
                  <a:cubicBezTo>
                    <a:pt x="0" y="3069"/>
                    <a:pt x="281" y="3415"/>
                    <a:pt x="704" y="3415"/>
                  </a:cubicBezTo>
                  <a:cubicBezTo>
                    <a:pt x="881" y="3415"/>
                    <a:pt x="1084" y="3354"/>
                    <a:pt x="1301" y="3226"/>
                  </a:cubicBezTo>
                  <a:cubicBezTo>
                    <a:pt x="2102" y="2726"/>
                    <a:pt x="2569" y="1858"/>
                    <a:pt x="2635" y="958"/>
                  </a:cubicBezTo>
                  <a:cubicBezTo>
                    <a:pt x="2635" y="347"/>
                    <a:pt x="2338" y="1"/>
                    <a:pt x="190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2562;p64">
              <a:extLst>
                <a:ext uri="{FF2B5EF4-FFF2-40B4-BE49-F238E27FC236}">
                  <a16:creationId xmlns:a16="http://schemas.microsoft.com/office/drawing/2014/main" id="{5DB2FA2E-6FEA-22ED-7E2E-FDF79D07A0D8}"/>
                </a:ext>
              </a:extLst>
            </p:cNvPr>
            <p:cNvSpPr/>
            <p:nvPr/>
          </p:nvSpPr>
          <p:spPr>
            <a:xfrm>
              <a:off x="5718293" y="2009437"/>
              <a:ext cx="347208" cy="261797"/>
            </a:xfrm>
            <a:custGeom>
              <a:avLst/>
              <a:gdLst/>
              <a:ahLst/>
              <a:cxnLst/>
              <a:rect l="l" t="t" r="r" b="b"/>
              <a:pathLst>
                <a:path w="22590" h="17033" extrusionOk="0">
                  <a:moveTo>
                    <a:pt x="22277" y="1"/>
                  </a:moveTo>
                  <a:cubicBezTo>
                    <a:pt x="22247" y="1"/>
                    <a:pt x="22216" y="7"/>
                    <a:pt x="22183" y="21"/>
                  </a:cubicBezTo>
                  <a:lnTo>
                    <a:pt x="15412" y="3923"/>
                  </a:lnTo>
                  <a:cubicBezTo>
                    <a:pt x="15379" y="3957"/>
                    <a:pt x="15345" y="3990"/>
                    <a:pt x="15312" y="4057"/>
                  </a:cubicBezTo>
                  <a:lnTo>
                    <a:pt x="13644" y="8860"/>
                  </a:lnTo>
                  <a:lnTo>
                    <a:pt x="168" y="16632"/>
                  </a:lnTo>
                  <a:cubicBezTo>
                    <a:pt x="1" y="16766"/>
                    <a:pt x="68" y="17033"/>
                    <a:pt x="268" y="17033"/>
                  </a:cubicBezTo>
                  <a:cubicBezTo>
                    <a:pt x="301" y="17033"/>
                    <a:pt x="334" y="17033"/>
                    <a:pt x="368" y="16999"/>
                  </a:cubicBezTo>
                  <a:lnTo>
                    <a:pt x="13944" y="9194"/>
                  </a:lnTo>
                  <a:cubicBezTo>
                    <a:pt x="13978" y="9160"/>
                    <a:pt x="14011" y="9127"/>
                    <a:pt x="14011" y="9060"/>
                  </a:cubicBezTo>
                  <a:lnTo>
                    <a:pt x="15679" y="4257"/>
                  </a:lnTo>
                  <a:lnTo>
                    <a:pt x="22417" y="388"/>
                  </a:lnTo>
                  <a:cubicBezTo>
                    <a:pt x="22589" y="244"/>
                    <a:pt x="22464" y="1"/>
                    <a:pt x="2227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2563;p64">
              <a:extLst>
                <a:ext uri="{FF2B5EF4-FFF2-40B4-BE49-F238E27FC236}">
                  <a16:creationId xmlns:a16="http://schemas.microsoft.com/office/drawing/2014/main" id="{B5C65B83-4EBE-1CAE-6EBA-2F092D9AD74A}"/>
                </a:ext>
              </a:extLst>
            </p:cNvPr>
            <p:cNvSpPr/>
            <p:nvPr/>
          </p:nvSpPr>
          <p:spPr>
            <a:xfrm>
              <a:off x="5728560" y="2105869"/>
              <a:ext cx="182012" cy="123083"/>
            </a:xfrm>
            <a:custGeom>
              <a:avLst/>
              <a:gdLst/>
              <a:ahLst/>
              <a:cxnLst/>
              <a:rect l="l" t="t" r="r" b="b"/>
              <a:pathLst>
                <a:path w="11842" h="8008" extrusionOk="0">
                  <a:moveTo>
                    <a:pt x="11354" y="0"/>
                  </a:moveTo>
                  <a:cubicBezTo>
                    <a:pt x="11231" y="0"/>
                    <a:pt x="11090" y="38"/>
                    <a:pt x="10941" y="118"/>
                  </a:cubicBezTo>
                  <a:lnTo>
                    <a:pt x="901" y="5922"/>
                  </a:lnTo>
                  <a:cubicBezTo>
                    <a:pt x="367" y="6256"/>
                    <a:pt x="33" y="6823"/>
                    <a:pt x="0" y="7423"/>
                  </a:cubicBezTo>
                  <a:cubicBezTo>
                    <a:pt x="0" y="7797"/>
                    <a:pt x="197" y="8008"/>
                    <a:pt x="487" y="8008"/>
                  </a:cubicBezTo>
                  <a:cubicBezTo>
                    <a:pt x="611" y="8008"/>
                    <a:pt x="751" y="7970"/>
                    <a:pt x="901" y="7890"/>
                  </a:cubicBezTo>
                  <a:lnTo>
                    <a:pt x="10941" y="2086"/>
                  </a:lnTo>
                  <a:cubicBezTo>
                    <a:pt x="11475" y="1752"/>
                    <a:pt x="11808" y="1185"/>
                    <a:pt x="11842" y="585"/>
                  </a:cubicBezTo>
                  <a:cubicBezTo>
                    <a:pt x="11842" y="210"/>
                    <a:pt x="11645" y="0"/>
                    <a:pt x="1135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2564;p64">
              <a:extLst>
                <a:ext uri="{FF2B5EF4-FFF2-40B4-BE49-F238E27FC236}">
                  <a16:creationId xmlns:a16="http://schemas.microsoft.com/office/drawing/2014/main" id="{A7915B93-AAEF-DDE2-5581-869CC077840B}"/>
                </a:ext>
              </a:extLst>
            </p:cNvPr>
            <p:cNvSpPr/>
            <p:nvPr/>
          </p:nvSpPr>
          <p:spPr>
            <a:xfrm>
              <a:off x="7222554" y="1848759"/>
              <a:ext cx="259953" cy="432220"/>
            </a:xfrm>
            <a:custGeom>
              <a:avLst/>
              <a:gdLst/>
              <a:ahLst/>
              <a:cxnLst/>
              <a:rect l="l" t="t" r="r" b="b"/>
              <a:pathLst>
                <a:path w="16913" h="28121" extrusionOk="0">
                  <a:moveTo>
                    <a:pt x="1" y="0"/>
                  </a:moveTo>
                  <a:lnTo>
                    <a:pt x="1" y="28121"/>
                  </a:lnTo>
                  <a:lnTo>
                    <a:pt x="16679" y="28121"/>
                  </a:lnTo>
                  <a:cubicBezTo>
                    <a:pt x="16679" y="28121"/>
                    <a:pt x="16679" y="17813"/>
                    <a:pt x="16679" y="11342"/>
                  </a:cubicBezTo>
                  <a:cubicBezTo>
                    <a:pt x="16713" y="4871"/>
                    <a:pt x="16913" y="1602"/>
                    <a:pt x="1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2565;p64">
              <a:extLst>
                <a:ext uri="{FF2B5EF4-FFF2-40B4-BE49-F238E27FC236}">
                  <a16:creationId xmlns:a16="http://schemas.microsoft.com/office/drawing/2014/main" id="{0D55FC5D-74AE-6D37-EB72-F10161EBCEA6}"/>
                </a:ext>
              </a:extLst>
            </p:cNvPr>
            <p:cNvSpPr/>
            <p:nvPr/>
          </p:nvSpPr>
          <p:spPr>
            <a:xfrm>
              <a:off x="6758565" y="2008715"/>
              <a:ext cx="492209" cy="357291"/>
            </a:xfrm>
            <a:custGeom>
              <a:avLst/>
              <a:gdLst/>
              <a:ahLst/>
              <a:cxnLst/>
              <a:rect l="l" t="t" r="r" b="b"/>
              <a:pathLst>
                <a:path w="32024" h="23246" extrusionOk="0">
                  <a:moveTo>
                    <a:pt x="1435" y="1"/>
                  </a:moveTo>
                  <a:cubicBezTo>
                    <a:pt x="1168" y="34"/>
                    <a:pt x="935" y="168"/>
                    <a:pt x="734" y="368"/>
                  </a:cubicBezTo>
                  <a:cubicBezTo>
                    <a:pt x="434" y="668"/>
                    <a:pt x="201" y="1068"/>
                    <a:pt x="101" y="1535"/>
                  </a:cubicBezTo>
                  <a:cubicBezTo>
                    <a:pt x="34" y="1969"/>
                    <a:pt x="1" y="2436"/>
                    <a:pt x="34" y="2870"/>
                  </a:cubicBezTo>
                  <a:cubicBezTo>
                    <a:pt x="67" y="3503"/>
                    <a:pt x="167" y="4104"/>
                    <a:pt x="367" y="4704"/>
                  </a:cubicBezTo>
                  <a:cubicBezTo>
                    <a:pt x="501" y="5105"/>
                    <a:pt x="701" y="5505"/>
                    <a:pt x="968" y="5872"/>
                  </a:cubicBezTo>
                  <a:cubicBezTo>
                    <a:pt x="1568" y="6839"/>
                    <a:pt x="2336" y="7640"/>
                    <a:pt x="3236" y="8340"/>
                  </a:cubicBezTo>
                  <a:cubicBezTo>
                    <a:pt x="3703" y="8774"/>
                    <a:pt x="4671" y="9241"/>
                    <a:pt x="5104" y="9674"/>
                  </a:cubicBezTo>
                  <a:cubicBezTo>
                    <a:pt x="5605" y="10175"/>
                    <a:pt x="6005" y="10809"/>
                    <a:pt x="6305" y="11442"/>
                  </a:cubicBezTo>
                  <a:cubicBezTo>
                    <a:pt x="6572" y="11909"/>
                    <a:pt x="6772" y="12343"/>
                    <a:pt x="7006" y="12810"/>
                  </a:cubicBezTo>
                  <a:cubicBezTo>
                    <a:pt x="8140" y="15045"/>
                    <a:pt x="10708" y="20115"/>
                    <a:pt x="12209" y="22017"/>
                  </a:cubicBezTo>
                  <a:cubicBezTo>
                    <a:pt x="12903" y="22900"/>
                    <a:pt x="13574" y="23246"/>
                    <a:pt x="14364" y="23246"/>
                  </a:cubicBezTo>
                  <a:cubicBezTo>
                    <a:pt x="15246" y="23246"/>
                    <a:pt x="16274" y="22815"/>
                    <a:pt x="17646" y="22217"/>
                  </a:cubicBezTo>
                  <a:cubicBezTo>
                    <a:pt x="20282" y="21116"/>
                    <a:pt x="29989" y="15512"/>
                    <a:pt x="29989" y="15512"/>
                  </a:cubicBezTo>
                  <a:lnTo>
                    <a:pt x="32023" y="6906"/>
                  </a:lnTo>
                  <a:cubicBezTo>
                    <a:pt x="31223" y="6906"/>
                    <a:pt x="29321" y="7073"/>
                    <a:pt x="24418" y="10608"/>
                  </a:cubicBezTo>
                  <a:lnTo>
                    <a:pt x="15545" y="16846"/>
                  </a:lnTo>
                  <a:cubicBezTo>
                    <a:pt x="14844" y="15745"/>
                    <a:pt x="11042" y="10408"/>
                    <a:pt x="10308" y="9207"/>
                  </a:cubicBezTo>
                  <a:cubicBezTo>
                    <a:pt x="9741" y="8173"/>
                    <a:pt x="9341" y="7073"/>
                    <a:pt x="9107" y="5938"/>
                  </a:cubicBezTo>
                  <a:cubicBezTo>
                    <a:pt x="9007" y="5371"/>
                    <a:pt x="8840" y="4804"/>
                    <a:pt x="8673" y="4271"/>
                  </a:cubicBezTo>
                  <a:cubicBezTo>
                    <a:pt x="8573" y="3870"/>
                    <a:pt x="8440" y="3470"/>
                    <a:pt x="8240" y="3070"/>
                  </a:cubicBezTo>
                  <a:cubicBezTo>
                    <a:pt x="8006" y="2669"/>
                    <a:pt x="7773" y="2236"/>
                    <a:pt x="7573" y="1836"/>
                  </a:cubicBezTo>
                  <a:cubicBezTo>
                    <a:pt x="7506" y="1735"/>
                    <a:pt x="7473" y="1669"/>
                    <a:pt x="7406" y="1635"/>
                  </a:cubicBezTo>
                  <a:cubicBezTo>
                    <a:pt x="7340" y="1596"/>
                    <a:pt x="7269" y="1577"/>
                    <a:pt x="7199" y="1577"/>
                  </a:cubicBezTo>
                  <a:cubicBezTo>
                    <a:pt x="7092" y="1577"/>
                    <a:pt x="6986" y="1621"/>
                    <a:pt x="6905" y="1702"/>
                  </a:cubicBezTo>
                  <a:cubicBezTo>
                    <a:pt x="6672" y="1936"/>
                    <a:pt x="6539" y="2236"/>
                    <a:pt x="6539" y="2569"/>
                  </a:cubicBezTo>
                  <a:cubicBezTo>
                    <a:pt x="6572" y="2903"/>
                    <a:pt x="6605" y="3203"/>
                    <a:pt x="6705" y="3537"/>
                  </a:cubicBezTo>
                  <a:cubicBezTo>
                    <a:pt x="6772" y="3837"/>
                    <a:pt x="6805" y="4171"/>
                    <a:pt x="6739" y="4471"/>
                  </a:cubicBezTo>
                  <a:cubicBezTo>
                    <a:pt x="6372" y="4471"/>
                    <a:pt x="6005" y="4304"/>
                    <a:pt x="5738" y="4037"/>
                  </a:cubicBezTo>
                  <a:cubicBezTo>
                    <a:pt x="4804" y="3270"/>
                    <a:pt x="3970" y="2403"/>
                    <a:pt x="3236" y="1469"/>
                  </a:cubicBezTo>
                  <a:cubicBezTo>
                    <a:pt x="2903" y="1068"/>
                    <a:pt x="2569" y="668"/>
                    <a:pt x="2235" y="301"/>
                  </a:cubicBezTo>
                  <a:cubicBezTo>
                    <a:pt x="2002" y="101"/>
                    <a:pt x="1735" y="1"/>
                    <a:pt x="1435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2566;p64">
              <a:extLst>
                <a:ext uri="{FF2B5EF4-FFF2-40B4-BE49-F238E27FC236}">
                  <a16:creationId xmlns:a16="http://schemas.microsoft.com/office/drawing/2014/main" id="{E0C9D9CE-3938-F8D6-5F80-9DEB088B052B}"/>
                </a:ext>
              </a:extLst>
            </p:cNvPr>
            <p:cNvSpPr/>
            <p:nvPr/>
          </p:nvSpPr>
          <p:spPr>
            <a:xfrm>
              <a:off x="7142584" y="2115367"/>
              <a:ext cx="340953" cy="373660"/>
            </a:xfrm>
            <a:custGeom>
              <a:avLst/>
              <a:gdLst/>
              <a:ahLst/>
              <a:cxnLst/>
              <a:rect l="l" t="t" r="r" b="b"/>
              <a:pathLst>
                <a:path w="22183" h="24311" extrusionOk="0">
                  <a:moveTo>
                    <a:pt x="7005" y="0"/>
                  </a:moveTo>
                  <a:cubicBezTo>
                    <a:pt x="4470" y="2836"/>
                    <a:pt x="2068" y="6071"/>
                    <a:pt x="1468" y="7606"/>
                  </a:cubicBezTo>
                  <a:cubicBezTo>
                    <a:pt x="834" y="9140"/>
                    <a:pt x="0" y="12109"/>
                    <a:pt x="2669" y="15278"/>
                  </a:cubicBezTo>
                  <a:cubicBezTo>
                    <a:pt x="2735" y="16812"/>
                    <a:pt x="3036" y="22083"/>
                    <a:pt x="3036" y="22083"/>
                  </a:cubicBezTo>
                  <a:cubicBezTo>
                    <a:pt x="5519" y="23802"/>
                    <a:pt x="8734" y="24310"/>
                    <a:pt x="11666" y="24310"/>
                  </a:cubicBezTo>
                  <a:cubicBezTo>
                    <a:pt x="15902" y="24310"/>
                    <a:pt x="19547" y="23250"/>
                    <a:pt x="19547" y="23250"/>
                  </a:cubicBezTo>
                  <a:cubicBezTo>
                    <a:pt x="20048" y="19848"/>
                    <a:pt x="20915" y="15111"/>
                    <a:pt x="22183" y="11775"/>
                  </a:cubicBezTo>
                  <a:cubicBezTo>
                    <a:pt x="22183" y="11775"/>
                    <a:pt x="17379" y="5171"/>
                    <a:pt x="20448" y="501"/>
                  </a:cubicBezTo>
                  <a:lnTo>
                    <a:pt x="14877" y="134"/>
                  </a:lnTo>
                  <a:lnTo>
                    <a:pt x="9674" y="67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2567;p64">
              <a:extLst>
                <a:ext uri="{FF2B5EF4-FFF2-40B4-BE49-F238E27FC236}">
                  <a16:creationId xmlns:a16="http://schemas.microsoft.com/office/drawing/2014/main" id="{72124893-0AD6-7BFC-FB3E-F4A51B1722F9}"/>
                </a:ext>
              </a:extLst>
            </p:cNvPr>
            <p:cNvSpPr/>
            <p:nvPr/>
          </p:nvSpPr>
          <p:spPr>
            <a:xfrm>
              <a:off x="7142584" y="2115367"/>
              <a:ext cx="340953" cy="373660"/>
            </a:xfrm>
            <a:custGeom>
              <a:avLst/>
              <a:gdLst/>
              <a:ahLst/>
              <a:cxnLst/>
              <a:rect l="l" t="t" r="r" b="b"/>
              <a:pathLst>
                <a:path w="22183" h="24311" extrusionOk="0">
                  <a:moveTo>
                    <a:pt x="7005" y="0"/>
                  </a:moveTo>
                  <a:cubicBezTo>
                    <a:pt x="4470" y="2836"/>
                    <a:pt x="2068" y="6071"/>
                    <a:pt x="1468" y="7606"/>
                  </a:cubicBezTo>
                  <a:cubicBezTo>
                    <a:pt x="834" y="9140"/>
                    <a:pt x="0" y="12109"/>
                    <a:pt x="2669" y="15278"/>
                  </a:cubicBezTo>
                  <a:cubicBezTo>
                    <a:pt x="2735" y="16812"/>
                    <a:pt x="3036" y="22083"/>
                    <a:pt x="3036" y="22083"/>
                  </a:cubicBezTo>
                  <a:cubicBezTo>
                    <a:pt x="5519" y="23802"/>
                    <a:pt x="8734" y="24310"/>
                    <a:pt x="11666" y="24310"/>
                  </a:cubicBezTo>
                  <a:cubicBezTo>
                    <a:pt x="15902" y="24310"/>
                    <a:pt x="19547" y="23250"/>
                    <a:pt x="19547" y="23250"/>
                  </a:cubicBezTo>
                  <a:cubicBezTo>
                    <a:pt x="20048" y="19848"/>
                    <a:pt x="20915" y="15111"/>
                    <a:pt x="22183" y="11775"/>
                  </a:cubicBezTo>
                  <a:cubicBezTo>
                    <a:pt x="22183" y="11775"/>
                    <a:pt x="17379" y="5171"/>
                    <a:pt x="20448" y="501"/>
                  </a:cubicBezTo>
                  <a:lnTo>
                    <a:pt x="14877" y="134"/>
                  </a:lnTo>
                  <a:lnTo>
                    <a:pt x="9674" y="67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2568;p64">
              <a:extLst>
                <a:ext uri="{FF2B5EF4-FFF2-40B4-BE49-F238E27FC236}">
                  <a16:creationId xmlns:a16="http://schemas.microsoft.com/office/drawing/2014/main" id="{5A5389CD-9060-4B5B-C110-736D3E75E619}"/>
                </a:ext>
              </a:extLst>
            </p:cNvPr>
            <p:cNvSpPr/>
            <p:nvPr/>
          </p:nvSpPr>
          <p:spPr>
            <a:xfrm>
              <a:off x="7450707" y="3527332"/>
              <a:ext cx="119471" cy="242984"/>
            </a:xfrm>
            <a:custGeom>
              <a:avLst/>
              <a:gdLst/>
              <a:ahLst/>
              <a:cxnLst/>
              <a:rect l="l" t="t" r="r" b="b"/>
              <a:pathLst>
                <a:path w="7773" h="15809" extrusionOk="0">
                  <a:moveTo>
                    <a:pt x="5238" y="1"/>
                  </a:moveTo>
                  <a:cubicBezTo>
                    <a:pt x="3703" y="134"/>
                    <a:pt x="2069" y="568"/>
                    <a:pt x="534" y="668"/>
                  </a:cubicBezTo>
                  <a:cubicBezTo>
                    <a:pt x="468" y="1836"/>
                    <a:pt x="434" y="2403"/>
                    <a:pt x="434" y="3737"/>
                  </a:cubicBezTo>
                  <a:cubicBezTo>
                    <a:pt x="434" y="5271"/>
                    <a:pt x="701" y="6239"/>
                    <a:pt x="601" y="8173"/>
                  </a:cubicBezTo>
                  <a:cubicBezTo>
                    <a:pt x="501" y="10108"/>
                    <a:pt x="1" y="12843"/>
                    <a:pt x="968" y="14745"/>
                  </a:cubicBezTo>
                  <a:cubicBezTo>
                    <a:pt x="1357" y="15478"/>
                    <a:pt x="2169" y="15809"/>
                    <a:pt x="3067" y="15809"/>
                  </a:cubicBezTo>
                  <a:cubicBezTo>
                    <a:pt x="4170" y="15809"/>
                    <a:pt x="5403" y="15309"/>
                    <a:pt x="6138" y="14445"/>
                  </a:cubicBezTo>
                  <a:cubicBezTo>
                    <a:pt x="7773" y="12543"/>
                    <a:pt x="7239" y="10909"/>
                    <a:pt x="6839" y="8674"/>
                  </a:cubicBezTo>
                  <a:cubicBezTo>
                    <a:pt x="6372" y="6272"/>
                    <a:pt x="6238" y="5171"/>
                    <a:pt x="6005" y="3770"/>
                  </a:cubicBezTo>
                  <a:cubicBezTo>
                    <a:pt x="5805" y="2503"/>
                    <a:pt x="5571" y="1235"/>
                    <a:pt x="523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2569;p64">
              <a:extLst>
                <a:ext uri="{FF2B5EF4-FFF2-40B4-BE49-F238E27FC236}">
                  <a16:creationId xmlns:a16="http://schemas.microsoft.com/office/drawing/2014/main" id="{CB435506-87AC-4AA6-A98C-EDE358625E20}"/>
                </a:ext>
              </a:extLst>
            </p:cNvPr>
            <p:cNvSpPr/>
            <p:nvPr/>
          </p:nvSpPr>
          <p:spPr>
            <a:xfrm>
              <a:off x="7077462" y="2489120"/>
              <a:ext cx="468631" cy="1210295"/>
            </a:xfrm>
            <a:custGeom>
              <a:avLst/>
              <a:gdLst/>
              <a:ahLst/>
              <a:cxnLst/>
              <a:rect l="l" t="t" r="r" b="b"/>
              <a:pathLst>
                <a:path w="30490" h="78744" extrusionOk="0">
                  <a:moveTo>
                    <a:pt x="7306" y="1"/>
                  </a:moveTo>
                  <a:lnTo>
                    <a:pt x="7373" y="1068"/>
                  </a:lnTo>
                  <a:lnTo>
                    <a:pt x="7539" y="1468"/>
                  </a:lnTo>
                  <a:cubicBezTo>
                    <a:pt x="7539" y="1468"/>
                    <a:pt x="5004" y="28354"/>
                    <a:pt x="5405" y="38361"/>
                  </a:cubicBezTo>
                  <a:cubicBezTo>
                    <a:pt x="5638" y="43699"/>
                    <a:pt x="5838" y="51504"/>
                    <a:pt x="6038" y="55574"/>
                  </a:cubicBezTo>
                  <a:cubicBezTo>
                    <a:pt x="6138" y="58609"/>
                    <a:pt x="6205" y="62679"/>
                    <a:pt x="6138" y="64347"/>
                  </a:cubicBezTo>
                  <a:cubicBezTo>
                    <a:pt x="6038" y="65781"/>
                    <a:pt x="5738" y="67215"/>
                    <a:pt x="5171" y="68583"/>
                  </a:cubicBezTo>
                  <a:cubicBezTo>
                    <a:pt x="4671" y="70051"/>
                    <a:pt x="4037" y="71485"/>
                    <a:pt x="3303" y="72853"/>
                  </a:cubicBezTo>
                  <a:cubicBezTo>
                    <a:pt x="3103" y="73220"/>
                    <a:pt x="2903" y="73587"/>
                    <a:pt x="2603" y="73887"/>
                  </a:cubicBezTo>
                  <a:cubicBezTo>
                    <a:pt x="2236" y="74287"/>
                    <a:pt x="1802" y="74654"/>
                    <a:pt x="1368" y="75021"/>
                  </a:cubicBezTo>
                  <a:cubicBezTo>
                    <a:pt x="468" y="75755"/>
                    <a:pt x="1" y="76122"/>
                    <a:pt x="67" y="76822"/>
                  </a:cubicBezTo>
                  <a:cubicBezTo>
                    <a:pt x="134" y="77489"/>
                    <a:pt x="668" y="77790"/>
                    <a:pt x="1268" y="77956"/>
                  </a:cubicBezTo>
                  <a:cubicBezTo>
                    <a:pt x="1950" y="78163"/>
                    <a:pt x="2662" y="78241"/>
                    <a:pt x="3383" y="78241"/>
                  </a:cubicBezTo>
                  <a:cubicBezTo>
                    <a:pt x="4178" y="78241"/>
                    <a:pt x="4984" y="78146"/>
                    <a:pt x="5771" y="78023"/>
                  </a:cubicBezTo>
                  <a:cubicBezTo>
                    <a:pt x="7239" y="77790"/>
                    <a:pt x="8840" y="77156"/>
                    <a:pt x="9474" y="75855"/>
                  </a:cubicBezTo>
                  <a:cubicBezTo>
                    <a:pt x="9641" y="75455"/>
                    <a:pt x="9741" y="75054"/>
                    <a:pt x="9808" y="74621"/>
                  </a:cubicBezTo>
                  <a:cubicBezTo>
                    <a:pt x="10041" y="73253"/>
                    <a:pt x="10441" y="71919"/>
                    <a:pt x="11009" y="70618"/>
                  </a:cubicBezTo>
                  <a:cubicBezTo>
                    <a:pt x="11209" y="70084"/>
                    <a:pt x="11509" y="69550"/>
                    <a:pt x="11842" y="69083"/>
                  </a:cubicBezTo>
                  <a:cubicBezTo>
                    <a:pt x="12209" y="68550"/>
                    <a:pt x="12676" y="67983"/>
                    <a:pt x="12776" y="67315"/>
                  </a:cubicBezTo>
                  <a:cubicBezTo>
                    <a:pt x="12843" y="66782"/>
                    <a:pt x="12410" y="66015"/>
                    <a:pt x="11842" y="65181"/>
                  </a:cubicBezTo>
                  <a:cubicBezTo>
                    <a:pt x="11375" y="64447"/>
                    <a:pt x="11509" y="63946"/>
                    <a:pt x="11709" y="61678"/>
                  </a:cubicBezTo>
                  <a:cubicBezTo>
                    <a:pt x="11909" y="59643"/>
                    <a:pt x="12209" y="57642"/>
                    <a:pt x="12643" y="55640"/>
                  </a:cubicBezTo>
                  <a:cubicBezTo>
                    <a:pt x="12910" y="53139"/>
                    <a:pt x="13844" y="49503"/>
                    <a:pt x="14044" y="46134"/>
                  </a:cubicBezTo>
                  <a:cubicBezTo>
                    <a:pt x="14278" y="43165"/>
                    <a:pt x="14678" y="41063"/>
                    <a:pt x="13944" y="37828"/>
                  </a:cubicBezTo>
                  <a:cubicBezTo>
                    <a:pt x="14211" y="34392"/>
                    <a:pt x="15679" y="26620"/>
                    <a:pt x="16212" y="23851"/>
                  </a:cubicBezTo>
                  <a:cubicBezTo>
                    <a:pt x="17180" y="28755"/>
                    <a:pt x="17880" y="34659"/>
                    <a:pt x="18447" y="38662"/>
                  </a:cubicBezTo>
                  <a:cubicBezTo>
                    <a:pt x="19248" y="44532"/>
                    <a:pt x="22884" y="56875"/>
                    <a:pt x="23484" y="60044"/>
                  </a:cubicBezTo>
                  <a:cubicBezTo>
                    <a:pt x="24085" y="63213"/>
                    <a:pt x="24451" y="65347"/>
                    <a:pt x="24752" y="67916"/>
                  </a:cubicBezTo>
                  <a:cubicBezTo>
                    <a:pt x="25019" y="70151"/>
                    <a:pt x="25285" y="74687"/>
                    <a:pt x="25586" y="76722"/>
                  </a:cubicBezTo>
                  <a:cubicBezTo>
                    <a:pt x="25816" y="78134"/>
                    <a:pt x="26600" y="78743"/>
                    <a:pt x="27458" y="78743"/>
                  </a:cubicBezTo>
                  <a:cubicBezTo>
                    <a:pt x="28585" y="78743"/>
                    <a:pt x="29838" y="77689"/>
                    <a:pt x="30122" y="76022"/>
                  </a:cubicBezTo>
                  <a:cubicBezTo>
                    <a:pt x="30489" y="74087"/>
                    <a:pt x="29588" y="70017"/>
                    <a:pt x="29522" y="67516"/>
                  </a:cubicBezTo>
                  <a:cubicBezTo>
                    <a:pt x="29455" y="65681"/>
                    <a:pt x="29455" y="63279"/>
                    <a:pt x="29555" y="60077"/>
                  </a:cubicBezTo>
                  <a:cubicBezTo>
                    <a:pt x="29722" y="56308"/>
                    <a:pt x="29689" y="53405"/>
                    <a:pt x="29622" y="49469"/>
                  </a:cubicBezTo>
                  <a:cubicBezTo>
                    <a:pt x="29555" y="46467"/>
                    <a:pt x="28821" y="43799"/>
                    <a:pt x="27620" y="38061"/>
                  </a:cubicBezTo>
                  <a:cubicBezTo>
                    <a:pt x="28254" y="24251"/>
                    <a:pt x="29121" y="11342"/>
                    <a:pt x="27620" y="6972"/>
                  </a:cubicBezTo>
                  <a:cubicBezTo>
                    <a:pt x="26353" y="3236"/>
                    <a:pt x="24485" y="2436"/>
                    <a:pt x="23751" y="434"/>
                  </a:cubicBezTo>
                  <a:cubicBezTo>
                    <a:pt x="20549" y="1168"/>
                    <a:pt x="17280" y="1568"/>
                    <a:pt x="14011" y="1702"/>
                  </a:cubicBezTo>
                  <a:cubicBezTo>
                    <a:pt x="13816" y="1706"/>
                    <a:pt x="13628" y="1709"/>
                    <a:pt x="13444" y="1709"/>
                  </a:cubicBezTo>
                  <a:cubicBezTo>
                    <a:pt x="8393" y="1709"/>
                    <a:pt x="7306" y="1"/>
                    <a:pt x="7306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2570;p64">
              <a:extLst>
                <a:ext uri="{FF2B5EF4-FFF2-40B4-BE49-F238E27FC236}">
                  <a16:creationId xmlns:a16="http://schemas.microsoft.com/office/drawing/2014/main" id="{50993BA3-7018-3CBB-1878-FC953712A3DC}"/>
                </a:ext>
              </a:extLst>
            </p:cNvPr>
            <p:cNvSpPr/>
            <p:nvPr/>
          </p:nvSpPr>
          <p:spPr>
            <a:xfrm>
              <a:off x="7241521" y="3569892"/>
              <a:ext cx="12327" cy="90253"/>
            </a:xfrm>
            <a:custGeom>
              <a:avLst/>
              <a:gdLst/>
              <a:ahLst/>
              <a:cxnLst/>
              <a:rect l="l" t="t" r="r" b="b"/>
              <a:pathLst>
                <a:path w="802" h="5872" extrusionOk="0">
                  <a:moveTo>
                    <a:pt x="768" y="1"/>
                  </a:moveTo>
                  <a:lnTo>
                    <a:pt x="1" y="1935"/>
                  </a:lnTo>
                  <a:cubicBezTo>
                    <a:pt x="401" y="2703"/>
                    <a:pt x="301" y="4170"/>
                    <a:pt x="301" y="5771"/>
                  </a:cubicBezTo>
                  <a:lnTo>
                    <a:pt x="802" y="5871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2571;p64">
              <a:extLst>
                <a:ext uri="{FF2B5EF4-FFF2-40B4-BE49-F238E27FC236}">
                  <a16:creationId xmlns:a16="http://schemas.microsoft.com/office/drawing/2014/main" id="{6F156B9E-72C5-D1FD-1CD2-EEF7F316B917}"/>
                </a:ext>
              </a:extLst>
            </p:cNvPr>
            <p:cNvSpPr/>
            <p:nvPr/>
          </p:nvSpPr>
          <p:spPr>
            <a:xfrm>
              <a:off x="7253325" y="3547851"/>
              <a:ext cx="22563" cy="112293"/>
            </a:xfrm>
            <a:custGeom>
              <a:avLst/>
              <a:gdLst/>
              <a:ahLst/>
              <a:cxnLst/>
              <a:rect l="l" t="t" r="r" b="b"/>
              <a:pathLst>
                <a:path w="1468" h="7306" extrusionOk="0">
                  <a:moveTo>
                    <a:pt x="1468" y="0"/>
                  </a:moveTo>
                  <a:lnTo>
                    <a:pt x="0" y="1435"/>
                  </a:lnTo>
                  <a:lnTo>
                    <a:pt x="34" y="7305"/>
                  </a:lnTo>
                  <a:lnTo>
                    <a:pt x="567" y="7172"/>
                  </a:lnTo>
                  <a:cubicBezTo>
                    <a:pt x="501" y="6238"/>
                    <a:pt x="501" y="5304"/>
                    <a:pt x="567" y="4403"/>
                  </a:cubicBezTo>
                  <a:cubicBezTo>
                    <a:pt x="667" y="2235"/>
                    <a:pt x="1334" y="1101"/>
                    <a:pt x="14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2572;p64">
              <a:extLst>
                <a:ext uri="{FF2B5EF4-FFF2-40B4-BE49-F238E27FC236}">
                  <a16:creationId xmlns:a16="http://schemas.microsoft.com/office/drawing/2014/main" id="{CB23FF1A-3BA2-FB90-3CD5-C943CDE1082C}"/>
                </a:ext>
              </a:extLst>
            </p:cNvPr>
            <p:cNvSpPr/>
            <p:nvPr/>
          </p:nvSpPr>
          <p:spPr>
            <a:xfrm>
              <a:off x="7081058" y="3531436"/>
              <a:ext cx="197397" cy="173589"/>
            </a:xfrm>
            <a:custGeom>
              <a:avLst/>
              <a:gdLst/>
              <a:ahLst/>
              <a:cxnLst/>
              <a:rect l="l" t="t" r="r" b="b"/>
              <a:pathLst>
                <a:path w="12843" h="11294" extrusionOk="0">
                  <a:moveTo>
                    <a:pt x="12776" y="1"/>
                  </a:moveTo>
                  <a:cubicBezTo>
                    <a:pt x="12776" y="1"/>
                    <a:pt x="10808" y="335"/>
                    <a:pt x="9707" y="2903"/>
                  </a:cubicBezTo>
                  <a:cubicBezTo>
                    <a:pt x="8606" y="5471"/>
                    <a:pt x="7305" y="7973"/>
                    <a:pt x="4937" y="8640"/>
                  </a:cubicBezTo>
                  <a:cubicBezTo>
                    <a:pt x="3303" y="9107"/>
                    <a:pt x="1668" y="9441"/>
                    <a:pt x="0" y="9674"/>
                  </a:cubicBezTo>
                  <a:cubicBezTo>
                    <a:pt x="0" y="9674"/>
                    <a:pt x="0" y="10342"/>
                    <a:pt x="300" y="10542"/>
                  </a:cubicBezTo>
                  <a:cubicBezTo>
                    <a:pt x="543" y="10724"/>
                    <a:pt x="1063" y="11293"/>
                    <a:pt x="3368" y="11293"/>
                  </a:cubicBezTo>
                  <a:cubicBezTo>
                    <a:pt x="3595" y="11293"/>
                    <a:pt x="3840" y="11288"/>
                    <a:pt x="4103" y="11276"/>
                  </a:cubicBezTo>
                  <a:cubicBezTo>
                    <a:pt x="7005" y="11142"/>
                    <a:pt x="8039" y="10475"/>
                    <a:pt x="9073" y="9608"/>
                  </a:cubicBezTo>
                  <a:cubicBezTo>
                    <a:pt x="10074" y="8740"/>
                    <a:pt x="10374" y="6439"/>
                    <a:pt x="10541" y="5338"/>
                  </a:cubicBezTo>
                  <a:cubicBezTo>
                    <a:pt x="10875" y="3236"/>
                    <a:pt x="11809" y="2136"/>
                    <a:pt x="12676" y="1102"/>
                  </a:cubicBezTo>
                  <a:cubicBezTo>
                    <a:pt x="12809" y="735"/>
                    <a:pt x="12843" y="368"/>
                    <a:pt x="127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2573;p64">
              <a:extLst>
                <a:ext uri="{FF2B5EF4-FFF2-40B4-BE49-F238E27FC236}">
                  <a16:creationId xmlns:a16="http://schemas.microsoft.com/office/drawing/2014/main" id="{660C1133-6E02-534E-9930-F854FDD72C48}"/>
                </a:ext>
              </a:extLst>
            </p:cNvPr>
            <p:cNvSpPr/>
            <p:nvPr/>
          </p:nvSpPr>
          <p:spPr>
            <a:xfrm>
              <a:off x="7073358" y="3482729"/>
              <a:ext cx="206634" cy="211307"/>
            </a:xfrm>
            <a:custGeom>
              <a:avLst/>
              <a:gdLst/>
              <a:ahLst/>
              <a:cxnLst/>
              <a:rect l="l" t="t" r="r" b="b"/>
              <a:pathLst>
                <a:path w="13444" h="13748" extrusionOk="0">
                  <a:moveTo>
                    <a:pt x="11876" y="1"/>
                  </a:moveTo>
                  <a:cubicBezTo>
                    <a:pt x="11409" y="401"/>
                    <a:pt x="11075" y="902"/>
                    <a:pt x="10909" y="1502"/>
                  </a:cubicBezTo>
                  <a:cubicBezTo>
                    <a:pt x="10708" y="2069"/>
                    <a:pt x="10208" y="4838"/>
                    <a:pt x="9474" y="7006"/>
                  </a:cubicBezTo>
                  <a:cubicBezTo>
                    <a:pt x="8907" y="8674"/>
                    <a:pt x="8007" y="9508"/>
                    <a:pt x="6772" y="9941"/>
                  </a:cubicBezTo>
                  <a:cubicBezTo>
                    <a:pt x="6211" y="10129"/>
                    <a:pt x="5649" y="10234"/>
                    <a:pt x="5076" y="10234"/>
                  </a:cubicBezTo>
                  <a:cubicBezTo>
                    <a:pt x="4832" y="10234"/>
                    <a:pt x="4586" y="10215"/>
                    <a:pt x="4337" y="10175"/>
                  </a:cubicBezTo>
                  <a:cubicBezTo>
                    <a:pt x="2836" y="9975"/>
                    <a:pt x="3203" y="8907"/>
                    <a:pt x="3203" y="8907"/>
                  </a:cubicBezTo>
                  <a:lnTo>
                    <a:pt x="3203" y="8907"/>
                  </a:lnTo>
                  <a:cubicBezTo>
                    <a:pt x="2836" y="9374"/>
                    <a:pt x="1368" y="10508"/>
                    <a:pt x="501" y="11309"/>
                  </a:cubicBezTo>
                  <a:cubicBezTo>
                    <a:pt x="1" y="11776"/>
                    <a:pt x="234" y="12510"/>
                    <a:pt x="601" y="12977"/>
                  </a:cubicBezTo>
                  <a:cubicBezTo>
                    <a:pt x="912" y="13262"/>
                    <a:pt x="1565" y="13748"/>
                    <a:pt x="3559" y="13748"/>
                  </a:cubicBezTo>
                  <a:cubicBezTo>
                    <a:pt x="4133" y="13748"/>
                    <a:pt x="4818" y="13708"/>
                    <a:pt x="5638" y="13611"/>
                  </a:cubicBezTo>
                  <a:cubicBezTo>
                    <a:pt x="8874" y="13177"/>
                    <a:pt x="9641" y="11776"/>
                    <a:pt x="9941" y="11109"/>
                  </a:cubicBezTo>
                  <a:cubicBezTo>
                    <a:pt x="10275" y="10175"/>
                    <a:pt x="10542" y="9207"/>
                    <a:pt x="10675" y="8207"/>
                  </a:cubicBezTo>
                  <a:cubicBezTo>
                    <a:pt x="10875" y="7106"/>
                    <a:pt x="11276" y="6072"/>
                    <a:pt x="11843" y="5105"/>
                  </a:cubicBezTo>
                  <a:cubicBezTo>
                    <a:pt x="11909" y="5004"/>
                    <a:pt x="12009" y="4904"/>
                    <a:pt x="12076" y="4804"/>
                  </a:cubicBezTo>
                  <a:cubicBezTo>
                    <a:pt x="12276" y="4504"/>
                    <a:pt x="12543" y="4137"/>
                    <a:pt x="12843" y="3804"/>
                  </a:cubicBezTo>
                  <a:cubicBezTo>
                    <a:pt x="13077" y="3570"/>
                    <a:pt x="13277" y="3437"/>
                    <a:pt x="13310" y="3203"/>
                  </a:cubicBezTo>
                  <a:cubicBezTo>
                    <a:pt x="13444" y="2636"/>
                    <a:pt x="13344" y="2036"/>
                    <a:pt x="13043" y="1535"/>
                  </a:cubicBezTo>
                  <a:cubicBezTo>
                    <a:pt x="12643" y="835"/>
                    <a:pt x="12276" y="635"/>
                    <a:pt x="11876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2574;p64">
              <a:extLst>
                <a:ext uri="{FF2B5EF4-FFF2-40B4-BE49-F238E27FC236}">
                  <a16:creationId xmlns:a16="http://schemas.microsoft.com/office/drawing/2014/main" id="{9333BF47-0486-738D-5864-8C757857FBBD}"/>
                </a:ext>
              </a:extLst>
            </p:cNvPr>
            <p:cNvSpPr/>
            <p:nvPr/>
          </p:nvSpPr>
          <p:spPr>
            <a:xfrm>
              <a:off x="7150269" y="2487075"/>
              <a:ext cx="386586" cy="917420"/>
            </a:xfrm>
            <a:custGeom>
              <a:avLst/>
              <a:gdLst/>
              <a:ahLst/>
              <a:cxnLst/>
              <a:rect l="l" t="t" r="r" b="b"/>
              <a:pathLst>
                <a:path w="25152" h="59689" extrusionOk="0">
                  <a:moveTo>
                    <a:pt x="20015" y="0"/>
                  </a:moveTo>
                  <a:cubicBezTo>
                    <a:pt x="20015" y="0"/>
                    <a:pt x="14177" y="1735"/>
                    <a:pt x="9307" y="1835"/>
                  </a:cubicBezTo>
                  <a:cubicBezTo>
                    <a:pt x="9070" y="1842"/>
                    <a:pt x="8842" y="1845"/>
                    <a:pt x="8621" y="1845"/>
                  </a:cubicBezTo>
                  <a:cubicBezTo>
                    <a:pt x="3672" y="1845"/>
                    <a:pt x="2602" y="134"/>
                    <a:pt x="2602" y="134"/>
                  </a:cubicBezTo>
                  <a:lnTo>
                    <a:pt x="2435" y="1068"/>
                  </a:lnTo>
                  <a:lnTo>
                    <a:pt x="2402" y="1968"/>
                  </a:lnTo>
                  <a:cubicBezTo>
                    <a:pt x="2402" y="1968"/>
                    <a:pt x="0" y="28721"/>
                    <a:pt x="534" y="37827"/>
                  </a:cubicBezTo>
                  <a:cubicBezTo>
                    <a:pt x="834" y="43131"/>
                    <a:pt x="901" y="52271"/>
                    <a:pt x="1101" y="56974"/>
                  </a:cubicBezTo>
                  <a:cubicBezTo>
                    <a:pt x="2032" y="57616"/>
                    <a:pt x="3694" y="58052"/>
                    <a:pt x="5252" y="58052"/>
                  </a:cubicBezTo>
                  <a:cubicBezTo>
                    <a:pt x="6207" y="58052"/>
                    <a:pt x="7122" y="57888"/>
                    <a:pt x="7806" y="57508"/>
                  </a:cubicBezTo>
                  <a:cubicBezTo>
                    <a:pt x="8306" y="54206"/>
                    <a:pt x="9207" y="50236"/>
                    <a:pt x="9707" y="46700"/>
                  </a:cubicBezTo>
                  <a:cubicBezTo>
                    <a:pt x="10108" y="43731"/>
                    <a:pt x="10241" y="41196"/>
                    <a:pt x="9474" y="37961"/>
                  </a:cubicBezTo>
                  <a:cubicBezTo>
                    <a:pt x="9907" y="34658"/>
                    <a:pt x="11175" y="27954"/>
                    <a:pt x="11709" y="25151"/>
                  </a:cubicBezTo>
                  <a:cubicBezTo>
                    <a:pt x="12409" y="30389"/>
                    <a:pt x="13176" y="34792"/>
                    <a:pt x="13710" y="38795"/>
                  </a:cubicBezTo>
                  <a:cubicBezTo>
                    <a:pt x="14544" y="44699"/>
                    <a:pt x="17580" y="55873"/>
                    <a:pt x="18313" y="59042"/>
                  </a:cubicBezTo>
                  <a:cubicBezTo>
                    <a:pt x="18893" y="59423"/>
                    <a:pt x="20112" y="59689"/>
                    <a:pt x="21410" y="59689"/>
                  </a:cubicBezTo>
                  <a:cubicBezTo>
                    <a:pt x="22729" y="59689"/>
                    <a:pt x="24128" y="59415"/>
                    <a:pt x="25018" y="58709"/>
                  </a:cubicBezTo>
                  <a:cubicBezTo>
                    <a:pt x="25152" y="54973"/>
                    <a:pt x="25152" y="53672"/>
                    <a:pt x="25085" y="49702"/>
                  </a:cubicBezTo>
                  <a:cubicBezTo>
                    <a:pt x="25018" y="46700"/>
                    <a:pt x="24918" y="43898"/>
                    <a:pt x="23250" y="38261"/>
                  </a:cubicBezTo>
                  <a:cubicBezTo>
                    <a:pt x="23917" y="24451"/>
                    <a:pt x="24218" y="11475"/>
                    <a:pt x="23084" y="7039"/>
                  </a:cubicBezTo>
                  <a:cubicBezTo>
                    <a:pt x="22183" y="3603"/>
                    <a:pt x="21549" y="2469"/>
                    <a:pt x="2001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2575;p64">
              <a:extLst>
                <a:ext uri="{FF2B5EF4-FFF2-40B4-BE49-F238E27FC236}">
                  <a16:creationId xmlns:a16="http://schemas.microsoft.com/office/drawing/2014/main" id="{D824353E-73F9-E1C8-54F5-1BF162C1B91E}"/>
                </a:ext>
              </a:extLst>
            </p:cNvPr>
            <p:cNvSpPr/>
            <p:nvPr/>
          </p:nvSpPr>
          <p:spPr>
            <a:xfrm>
              <a:off x="7220510" y="2668057"/>
              <a:ext cx="110249" cy="380438"/>
            </a:xfrm>
            <a:custGeom>
              <a:avLst/>
              <a:gdLst/>
              <a:ahLst/>
              <a:cxnLst/>
              <a:rect l="l" t="t" r="r" b="b"/>
              <a:pathLst>
                <a:path w="7173" h="24752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"/>
                    <a:pt x="1068" y="2202"/>
                    <a:pt x="4403" y="3770"/>
                  </a:cubicBezTo>
                  <a:lnTo>
                    <a:pt x="6271" y="13643"/>
                  </a:lnTo>
                  <a:lnTo>
                    <a:pt x="5104" y="24751"/>
                  </a:lnTo>
                  <a:lnTo>
                    <a:pt x="7172" y="13410"/>
                  </a:lnTo>
                  <a:lnTo>
                    <a:pt x="5638" y="3069"/>
                  </a:lnTo>
                  <a:cubicBezTo>
                    <a:pt x="5638" y="3069"/>
                    <a:pt x="2035" y="1768"/>
                    <a:pt x="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2576;p64">
              <a:extLst>
                <a:ext uri="{FF2B5EF4-FFF2-40B4-BE49-F238E27FC236}">
                  <a16:creationId xmlns:a16="http://schemas.microsoft.com/office/drawing/2014/main" id="{AD938488-8FD1-8F4E-1E07-2760248BB0FB}"/>
                </a:ext>
              </a:extLst>
            </p:cNvPr>
            <p:cNvSpPr/>
            <p:nvPr/>
          </p:nvSpPr>
          <p:spPr>
            <a:xfrm>
              <a:off x="7187188" y="2458364"/>
              <a:ext cx="284038" cy="93357"/>
            </a:xfrm>
            <a:custGeom>
              <a:avLst/>
              <a:gdLst/>
              <a:ahLst/>
              <a:cxnLst/>
              <a:rect l="l" t="t" r="r" b="b"/>
              <a:pathLst>
                <a:path w="18480" h="6074" extrusionOk="0">
                  <a:moveTo>
                    <a:pt x="16845" y="0"/>
                  </a:moveTo>
                  <a:cubicBezTo>
                    <a:pt x="13877" y="1234"/>
                    <a:pt x="10674" y="1902"/>
                    <a:pt x="7472" y="1968"/>
                  </a:cubicBezTo>
                  <a:cubicBezTo>
                    <a:pt x="7322" y="1971"/>
                    <a:pt x="7175" y="1972"/>
                    <a:pt x="7031" y="1972"/>
                  </a:cubicBezTo>
                  <a:cubicBezTo>
                    <a:pt x="1928" y="1972"/>
                    <a:pt x="67" y="301"/>
                    <a:pt x="67" y="300"/>
                  </a:cubicBezTo>
                  <a:lnTo>
                    <a:pt x="67" y="300"/>
                  </a:lnTo>
                  <a:cubicBezTo>
                    <a:pt x="100" y="1568"/>
                    <a:pt x="0" y="3836"/>
                    <a:pt x="0" y="3836"/>
                  </a:cubicBezTo>
                  <a:cubicBezTo>
                    <a:pt x="0" y="3836"/>
                    <a:pt x="2703" y="6074"/>
                    <a:pt x="7538" y="6074"/>
                  </a:cubicBezTo>
                  <a:cubicBezTo>
                    <a:pt x="7883" y="6074"/>
                    <a:pt x="8239" y="6062"/>
                    <a:pt x="8606" y="6038"/>
                  </a:cubicBezTo>
                  <a:cubicBezTo>
                    <a:pt x="12009" y="5771"/>
                    <a:pt x="15378" y="4904"/>
                    <a:pt x="18480" y="3436"/>
                  </a:cubicBezTo>
                  <a:cubicBezTo>
                    <a:pt x="16912" y="801"/>
                    <a:pt x="16845" y="0"/>
                    <a:pt x="168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2577;p64">
              <a:extLst>
                <a:ext uri="{FF2B5EF4-FFF2-40B4-BE49-F238E27FC236}">
                  <a16:creationId xmlns:a16="http://schemas.microsoft.com/office/drawing/2014/main" id="{1A37AE60-FACB-E664-F33C-A6704673699C}"/>
                </a:ext>
              </a:extLst>
            </p:cNvPr>
            <p:cNvSpPr/>
            <p:nvPr/>
          </p:nvSpPr>
          <p:spPr>
            <a:xfrm>
              <a:off x="7194873" y="2114845"/>
              <a:ext cx="90253" cy="200486"/>
            </a:xfrm>
            <a:custGeom>
              <a:avLst/>
              <a:gdLst/>
              <a:ahLst/>
              <a:cxnLst/>
              <a:rect l="l" t="t" r="r" b="b"/>
              <a:pathLst>
                <a:path w="5872" h="13044" extrusionOk="0">
                  <a:moveTo>
                    <a:pt x="5271" y="1"/>
                  </a:moveTo>
                  <a:lnTo>
                    <a:pt x="4270" y="34"/>
                  </a:lnTo>
                  <a:cubicBezTo>
                    <a:pt x="2669" y="1535"/>
                    <a:pt x="1502" y="3437"/>
                    <a:pt x="934" y="5571"/>
                  </a:cubicBezTo>
                  <a:cubicBezTo>
                    <a:pt x="267" y="8273"/>
                    <a:pt x="1301" y="8840"/>
                    <a:pt x="1301" y="8840"/>
                  </a:cubicBezTo>
                  <a:cubicBezTo>
                    <a:pt x="1301" y="8840"/>
                    <a:pt x="0" y="12310"/>
                    <a:pt x="1401" y="13043"/>
                  </a:cubicBezTo>
                  <a:cubicBezTo>
                    <a:pt x="2335" y="10975"/>
                    <a:pt x="5871" y="801"/>
                    <a:pt x="5871" y="801"/>
                  </a:cubicBezTo>
                  <a:lnTo>
                    <a:pt x="527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2578;p64">
              <a:extLst>
                <a:ext uri="{FF2B5EF4-FFF2-40B4-BE49-F238E27FC236}">
                  <a16:creationId xmlns:a16="http://schemas.microsoft.com/office/drawing/2014/main" id="{C0DAF7D6-6BA2-C64A-4976-DA5907A0FFF2}"/>
                </a:ext>
              </a:extLst>
            </p:cNvPr>
            <p:cNvSpPr/>
            <p:nvPr/>
          </p:nvSpPr>
          <p:spPr>
            <a:xfrm>
              <a:off x="7216406" y="2115367"/>
              <a:ext cx="198427" cy="200471"/>
            </a:xfrm>
            <a:custGeom>
              <a:avLst/>
              <a:gdLst/>
              <a:ahLst/>
              <a:cxnLst/>
              <a:rect l="l" t="t" r="r" b="b"/>
              <a:pathLst>
                <a:path w="12910" h="13043" extrusionOk="0">
                  <a:moveTo>
                    <a:pt x="10308" y="0"/>
                  </a:moveTo>
                  <a:cubicBezTo>
                    <a:pt x="10308" y="0"/>
                    <a:pt x="2502" y="6405"/>
                    <a:pt x="1035" y="9740"/>
                  </a:cubicBezTo>
                  <a:cubicBezTo>
                    <a:pt x="568" y="10775"/>
                    <a:pt x="234" y="11909"/>
                    <a:pt x="0" y="13043"/>
                  </a:cubicBezTo>
                  <a:cubicBezTo>
                    <a:pt x="0" y="13043"/>
                    <a:pt x="2202" y="12743"/>
                    <a:pt x="3136" y="11642"/>
                  </a:cubicBezTo>
                  <a:cubicBezTo>
                    <a:pt x="4070" y="10574"/>
                    <a:pt x="4037" y="8773"/>
                    <a:pt x="4037" y="8773"/>
                  </a:cubicBezTo>
                  <a:cubicBezTo>
                    <a:pt x="6105" y="8273"/>
                    <a:pt x="8006" y="7272"/>
                    <a:pt x="9641" y="5871"/>
                  </a:cubicBezTo>
                  <a:cubicBezTo>
                    <a:pt x="12109" y="3636"/>
                    <a:pt x="12910" y="300"/>
                    <a:pt x="12910" y="300"/>
                  </a:cubicBezTo>
                  <a:lnTo>
                    <a:pt x="1030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2579;p64">
              <a:extLst>
                <a:ext uri="{FF2B5EF4-FFF2-40B4-BE49-F238E27FC236}">
                  <a16:creationId xmlns:a16="http://schemas.microsoft.com/office/drawing/2014/main" id="{4456801F-211A-7785-ECE3-8966B22EE7CF}"/>
                </a:ext>
              </a:extLst>
            </p:cNvPr>
            <p:cNvSpPr/>
            <p:nvPr/>
          </p:nvSpPr>
          <p:spPr>
            <a:xfrm>
              <a:off x="7155910" y="1775045"/>
              <a:ext cx="297886" cy="307892"/>
            </a:xfrm>
            <a:custGeom>
              <a:avLst/>
              <a:gdLst/>
              <a:ahLst/>
              <a:cxnLst/>
              <a:rect l="l" t="t" r="r" b="b"/>
              <a:pathLst>
                <a:path w="19381" h="20032" extrusionOk="0">
                  <a:moveTo>
                    <a:pt x="3226" y="1"/>
                  </a:moveTo>
                  <a:cubicBezTo>
                    <a:pt x="2687" y="1"/>
                    <a:pt x="2194" y="71"/>
                    <a:pt x="1768" y="260"/>
                  </a:cubicBezTo>
                  <a:cubicBezTo>
                    <a:pt x="734" y="727"/>
                    <a:pt x="100" y="1794"/>
                    <a:pt x="134" y="3229"/>
                  </a:cubicBezTo>
                  <a:cubicBezTo>
                    <a:pt x="167" y="3963"/>
                    <a:pt x="467" y="4696"/>
                    <a:pt x="968" y="5230"/>
                  </a:cubicBezTo>
                  <a:cubicBezTo>
                    <a:pt x="0" y="6631"/>
                    <a:pt x="801" y="9100"/>
                    <a:pt x="2902" y="9733"/>
                  </a:cubicBezTo>
                  <a:lnTo>
                    <a:pt x="4704" y="17105"/>
                  </a:lnTo>
                  <a:cubicBezTo>
                    <a:pt x="4704" y="17105"/>
                    <a:pt x="11137" y="20032"/>
                    <a:pt x="13326" y="20032"/>
                  </a:cubicBezTo>
                  <a:cubicBezTo>
                    <a:pt x="13760" y="20032"/>
                    <a:pt x="14027" y="19917"/>
                    <a:pt x="14044" y="19640"/>
                  </a:cubicBezTo>
                  <a:cubicBezTo>
                    <a:pt x="16012" y="16471"/>
                    <a:pt x="19381" y="11068"/>
                    <a:pt x="18047" y="5497"/>
                  </a:cubicBezTo>
                  <a:cubicBezTo>
                    <a:pt x="17413" y="2795"/>
                    <a:pt x="15845" y="1094"/>
                    <a:pt x="11976" y="560"/>
                  </a:cubicBezTo>
                  <a:cubicBezTo>
                    <a:pt x="11096" y="377"/>
                    <a:pt x="10361" y="331"/>
                    <a:pt x="9658" y="331"/>
                  </a:cubicBezTo>
                  <a:cubicBezTo>
                    <a:pt x="8951" y="331"/>
                    <a:pt x="8278" y="378"/>
                    <a:pt x="7522" y="378"/>
                  </a:cubicBezTo>
                  <a:cubicBezTo>
                    <a:pt x="6835" y="378"/>
                    <a:pt x="6080" y="339"/>
                    <a:pt x="5171" y="193"/>
                  </a:cubicBezTo>
                  <a:cubicBezTo>
                    <a:pt x="4485" y="88"/>
                    <a:pt x="3827" y="1"/>
                    <a:pt x="32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2580;p64">
              <a:extLst>
                <a:ext uri="{FF2B5EF4-FFF2-40B4-BE49-F238E27FC236}">
                  <a16:creationId xmlns:a16="http://schemas.microsoft.com/office/drawing/2014/main" id="{5760033E-1F2B-4B30-61F2-820B44346193}"/>
                </a:ext>
              </a:extLst>
            </p:cNvPr>
            <p:cNvSpPr/>
            <p:nvPr/>
          </p:nvSpPr>
          <p:spPr>
            <a:xfrm>
              <a:off x="7192306" y="1851326"/>
              <a:ext cx="248164" cy="396331"/>
            </a:xfrm>
            <a:custGeom>
              <a:avLst/>
              <a:gdLst/>
              <a:ahLst/>
              <a:cxnLst/>
              <a:rect l="l" t="t" r="r" b="b"/>
              <a:pathLst>
                <a:path w="16146" h="25786" extrusionOk="0">
                  <a:moveTo>
                    <a:pt x="2069" y="0"/>
                  </a:moveTo>
                  <a:cubicBezTo>
                    <a:pt x="1235" y="601"/>
                    <a:pt x="301" y="2402"/>
                    <a:pt x="134" y="7272"/>
                  </a:cubicBezTo>
                  <a:cubicBezTo>
                    <a:pt x="1" y="10908"/>
                    <a:pt x="1502" y="12709"/>
                    <a:pt x="2302" y="13376"/>
                  </a:cubicBezTo>
                  <a:cubicBezTo>
                    <a:pt x="2768" y="13768"/>
                    <a:pt x="3359" y="13944"/>
                    <a:pt x="4220" y="13944"/>
                  </a:cubicBezTo>
                  <a:cubicBezTo>
                    <a:pt x="4533" y="13944"/>
                    <a:pt x="4881" y="13921"/>
                    <a:pt x="5271" y="13877"/>
                  </a:cubicBezTo>
                  <a:lnTo>
                    <a:pt x="5271" y="13877"/>
                  </a:lnTo>
                  <a:lnTo>
                    <a:pt x="5238" y="17313"/>
                  </a:lnTo>
                  <a:cubicBezTo>
                    <a:pt x="3470" y="20515"/>
                    <a:pt x="3203" y="22783"/>
                    <a:pt x="3203" y="25785"/>
                  </a:cubicBezTo>
                  <a:cubicBezTo>
                    <a:pt x="6339" y="22783"/>
                    <a:pt x="8207" y="20281"/>
                    <a:pt x="11876" y="17479"/>
                  </a:cubicBezTo>
                  <a:lnTo>
                    <a:pt x="11909" y="10208"/>
                  </a:lnTo>
                  <a:cubicBezTo>
                    <a:pt x="11909" y="10208"/>
                    <a:pt x="12328" y="10673"/>
                    <a:pt x="13049" y="10673"/>
                  </a:cubicBezTo>
                  <a:cubicBezTo>
                    <a:pt x="13385" y="10673"/>
                    <a:pt x="13788" y="10571"/>
                    <a:pt x="14244" y="10274"/>
                  </a:cubicBezTo>
                  <a:cubicBezTo>
                    <a:pt x="15512" y="9440"/>
                    <a:pt x="16146" y="7539"/>
                    <a:pt x="15345" y="6472"/>
                  </a:cubicBezTo>
                  <a:cubicBezTo>
                    <a:pt x="15029" y="6086"/>
                    <a:pt x="14364" y="5765"/>
                    <a:pt x="13687" y="5765"/>
                  </a:cubicBezTo>
                  <a:cubicBezTo>
                    <a:pt x="13076" y="5765"/>
                    <a:pt x="12456" y="6026"/>
                    <a:pt x="12076" y="6738"/>
                  </a:cubicBezTo>
                  <a:cubicBezTo>
                    <a:pt x="12076" y="6738"/>
                    <a:pt x="9874" y="6505"/>
                    <a:pt x="7139" y="4337"/>
                  </a:cubicBezTo>
                  <a:cubicBezTo>
                    <a:pt x="4370" y="2135"/>
                    <a:pt x="3803" y="300"/>
                    <a:pt x="206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2581;p64">
              <a:extLst>
                <a:ext uri="{FF2B5EF4-FFF2-40B4-BE49-F238E27FC236}">
                  <a16:creationId xmlns:a16="http://schemas.microsoft.com/office/drawing/2014/main" id="{29A64AE0-223D-C563-E9F6-B520A894366B}"/>
                </a:ext>
              </a:extLst>
            </p:cNvPr>
            <p:cNvSpPr/>
            <p:nvPr/>
          </p:nvSpPr>
          <p:spPr>
            <a:xfrm>
              <a:off x="7289214" y="1935707"/>
              <a:ext cx="24853" cy="20796"/>
            </a:xfrm>
            <a:custGeom>
              <a:avLst/>
              <a:gdLst/>
              <a:ahLst/>
              <a:cxnLst/>
              <a:rect l="l" t="t" r="r" b="b"/>
              <a:pathLst>
                <a:path w="1617" h="1353" extrusionOk="0">
                  <a:moveTo>
                    <a:pt x="728" y="0"/>
                  </a:moveTo>
                  <a:cubicBezTo>
                    <a:pt x="405" y="0"/>
                    <a:pt x="88" y="233"/>
                    <a:pt x="67" y="615"/>
                  </a:cubicBezTo>
                  <a:cubicBezTo>
                    <a:pt x="0" y="982"/>
                    <a:pt x="267" y="1282"/>
                    <a:pt x="634" y="1348"/>
                  </a:cubicBezTo>
                  <a:cubicBezTo>
                    <a:pt x="661" y="1351"/>
                    <a:pt x="687" y="1353"/>
                    <a:pt x="713" y="1353"/>
                  </a:cubicBezTo>
                  <a:cubicBezTo>
                    <a:pt x="1269" y="1353"/>
                    <a:pt x="1617" y="694"/>
                    <a:pt x="1234" y="248"/>
                  </a:cubicBezTo>
                  <a:cubicBezTo>
                    <a:pt x="1100" y="77"/>
                    <a:pt x="913" y="0"/>
                    <a:pt x="7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2582;p64">
              <a:extLst>
                <a:ext uri="{FF2B5EF4-FFF2-40B4-BE49-F238E27FC236}">
                  <a16:creationId xmlns:a16="http://schemas.microsoft.com/office/drawing/2014/main" id="{A37F8DE1-F659-904D-C581-1C55D1345412}"/>
                </a:ext>
              </a:extLst>
            </p:cNvPr>
            <p:cNvSpPr/>
            <p:nvPr/>
          </p:nvSpPr>
          <p:spPr>
            <a:xfrm>
              <a:off x="7203588" y="1900310"/>
              <a:ext cx="25653" cy="19735"/>
            </a:xfrm>
            <a:custGeom>
              <a:avLst/>
              <a:gdLst/>
              <a:ahLst/>
              <a:cxnLst/>
              <a:rect l="l" t="t" r="r" b="b"/>
              <a:pathLst>
                <a:path w="1669" h="1284" extrusionOk="0">
                  <a:moveTo>
                    <a:pt x="954" y="1"/>
                  </a:moveTo>
                  <a:cubicBezTo>
                    <a:pt x="812" y="1"/>
                    <a:pt x="668" y="38"/>
                    <a:pt x="534" y="116"/>
                  </a:cubicBezTo>
                  <a:cubicBezTo>
                    <a:pt x="134" y="349"/>
                    <a:pt x="1" y="883"/>
                    <a:pt x="267" y="1283"/>
                  </a:cubicBezTo>
                  <a:lnTo>
                    <a:pt x="1668" y="416"/>
                  </a:lnTo>
                  <a:cubicBezTo>
                    <a:pt x="1513" y="149"/>
                    <a:pt x="1238" y="1"/>
                    <a:pt x="9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2583;p64">
              <a:extLst>
                <a:ext uri="{FF2B5EF4-FFF2-40B4-BE49-F238E27FC236}">
                  <a16:creationId xmlns:a16="http://schemas.microsoft.com/office/drawing/2014/main" id="{0369DF95-A13E-61B4-BE0D-CCE7217750B1}"/>
                </a:ext>
              </a:extLst>
            </p:cNvPr>
            <p:cNvSpPr/>
            <p:nvPr/>
          </p:nvSpPr>
          <p:spPr>
            <a:xfrm>
              <a:off x="7261010" y="2004627"/>
              <a:ext cx="29234" cy="18475"/>
            </a:xfrm>
            <a:custGeom>
              <a:avLst/>
              <a:gdLst/>
              <a:ahLst/>
              <a:cxnLst/>
              <a:rect l="l" t="t" r="r" b="b"/>
              <a:pathLst>
                <a:path w="1902" h="1202" extrusionOk="0">
                  <a:moveTo>
                    <a:pt x="1768" y="0"/>
                  </a:moveTo>
                  <a:lnTo>
                    <a:pt x="1" y="534"/>
                  </a:lnTo>
                  <a:cubicBezTo>
                    <a:pt x="111" y="948"/>
                    <a:pt x="495" y="1202"/>
                    <a:pt x="889" y="1202"/>
                  </a:cubicBezTo>
                  <a:cubicBezTo>
                    <a:pt x="971" y="1202"/>
                    <a:pt x="1054" y="1191"/>
                    <a:pt x="1135" y="1168"/>
                  </a:cubicBezTo>
                  <a:cubicBezTo>
                    <a:pt x="1635" y="1001"/>
                    <a:pt x="1902" y="467"/>
                    <a:pt x="1768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2584;p64">
              <a:extLst>
                <a:ext uri="{FF2B5EF4-FFF2-40B4-BE49-F238E27FC236}">
                  <a16:creationId xmlns:a16="http://schemas.microsoft.com/office/drawing/2014/main" id="{539D8229-C82C-9707-0B75-0721D08F23D1}"/>
                </a:ext>
              </a:extLst>
            </p:cNvPr>
            <p:cNvSpPr/>
            <p:nvPr/>
          </p:nvSpPr>
          <p:spPr>
            <a:xfrm>
              <a:off x="7212303" y="1932111"/>
              <a:ext cx="24377" cy="20811"/>
            </a:xfrm>
            <a:custGeom>
              <a:avLst/>
              <a:gdLst/>
              <a:ahLst/>
              <a:cxnLst/>
              <a:rect l="l" t="t" r="r" b="b"/>
              <a:pathLst>
                <a:path w="1586" h="1354" extrusionOk="0">
                  <a:moveTo>
                    <a:pt x="727" y="1"/>
                  </a:moveTo>
                  <a:cubicBezTo>
                    <a:pt x="401" y="1"/>
                    <a:pt x="76" y="234"/>
                    <a:pt x="34" y="615"/>
                  </a:cubicBezTo>
                  <a:cubicBezTo>
                    <a:pt x="1" y="982"/>
                    <a:pt x="267" y="1316"/>
                    <a:pt x="634" y="1349"/>
                  </a:cubicBezTo>
                  <a:cubicBezTo>
                    <a:pt x="661" y="1352"/>
                    <a:pt x="688" y="1353"/>
                    <a:pt x="714" y="1353"/>
                  </a:cubicBezTo>
                  <a:cubicBezTo>
                    <a:pt x="1266" y="1353"/>
                    <a:pt x="1585" y="694"/>
                    <a:pt x="1235" y="248"/>
                  </a:cubicBezTo>
                  <a:cubicBezTo>
                    <a:pt x="1101" y="78"/>
                    <a:pt x="914" y="1"/>
                    <a:pt x="7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2585;p64">
              <a:extLst>
                <a:ext uri="{FF2B5EF4-FFF2-40B4-BE49-F238E27FC236}">
                  <a16:creationId xmlns:a16="http://schemas.microsoft.com/office/drawing/2014/main" id="{8BB3B90B-D6F1-823C-8058-6C3CE081CB39}"/>
                </a:ext>
              </a:extLst>
            </p:cNvPr>
            <p:cNvSpPr/>
            <p:nvPr/>
          </p:nvSpPr>
          <p:spPr>
            <a:xfrm>
              <a:off x="7230255" y="1936430"/>
              <a:ext cx="33338" cy="54364"/>
            </a:xfrm>
            <a:custGeom>
              <a:avLst/>
              <a:gdLst/>
              <a:ahLst/>
              <a:cxnLst/>
              <a:rect l="l" t="t" r="r" b="b"/>
              <a:pathLst>
                <a:path w="2169" h="3537" extrusionOk="0">
                  <a:moveTo>
                    <a:pt x="2168" y="1"/>
                  </a:moveTo>
                  <a:lnTo>
                    <a:pt x="0" y="2869"/>
                  </a:lnTo>
                  <a:lnTo>
                    <a:pt x="1868" y="3536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2586;p64">
              <a:extLst>
                <a:ext uri="{FF2B5EF4-FFF2-40B4-BE49-F238E27FC236}">
                  <a16:creationId xmlns:a16="http://schemas.microsoft.com/office/drawing/2014/main" id="{20A95CCF-BAEF-98BE-EA13-774A1B999929}"/>
                </a:ext>
              </a:extLst>
            </p:cNvPr>
            <p:cNvSpPr/>
            <p:nvPr/>
          </p:nvSpPr>
          <p:spPr>
            <a:xfrm>
              <a:off x="7273322" y="2033338"/>
              <a:ext cx="81522" cy="46156"/>
            </a:xfrm>
            <a:custGeom>
              <a:avLst/>
              <a:gdLst/>
              <a:ahLst/>
              <a:cxnLst/>
              <a:rect l="l" t="t" r="r" b="b"/>
              <a:pathLst>
                <a:path w="5304" h="3003" extrusionOk="0">
                  <a:moveTo>
                    <a:pt x="5304" y="0"/>
                  </a:moveTo>
                  <a:cubicBezTo>
                    <a:pt x="4770" y="1201"/>
                    <a:pt x="1535" y="1935"/>
                    <a:pt x="0" y="2035"/>
                  </a:cubicBezTo>
                  <a:lnTo>
                    <a:pt x="0" y="3002"/>
                  </a:lnTo>
                  <a:cubicBezTo>
                    <a:pt x="0" y="3002"/>
                    <a:pt x="3136" y="2268"/>
                    <a:pt x="4136" y="1501"/>
                  </a:cubicBezTo>
                  <a:cubicBezTo>
                    <a:pt x="4670" y="1134"/>
                    <a:pt x="5070" y="634"/>
                    <a:pt x="5304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2587;p64">
              <a:extLst>
                <a:ext uri="{FF2B5EF4-FFF2-40B4-BE49-F238E27FC236}">
                  <a16:creationId xmlns:a16="http://schemas.microsoft.com/office/drawing/2014/main" id="{692D90DD-ED65-FCFA-C3D5-FCAE4DC2A31B}"/>
                </a:ext>
              </a:extLst>
            </p:cNvPr>
            <p:cNvSpPr/>
            <p:nvPr/>
          </p:nvSpPr>
          <p:spPr>
            <a:xfrm>
              <a:off x="7354829" y="1927715"/>
              <a:ext cx="23086" cy="52827"/>
            </a:xfrm>
            <a:custGeom>
              <a:avLst/>
              <a:gdLst/>
              <a:ahLst/>
              <a:cxnLst/>
              <a:rect l="l" t="t" r="r" b="b"/>
              <a:pathLst>
                <a:path w="1502" h="3437" extrusionOk="0">
                  <a:moveTo>
                    <a:pt x="168" y="0"/>
                  </a:moveTo>
                  <a:lnTo>
                    <a:pt x="34" y="1935"/>
                  </a:lnTo>
                  <a:cubicBezTo>
                    <a:pt x="1" y="2736"/>
                    <a:pt x="601" y="3403"/>
                    <a:pt x="1402" y="3436"/>
                  </a:cubicBezTo>
                  <a:lnTo>
                    <a:pt x="1502" y="1435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2588;p64">
              <a:extLst>
                <a:ext uri="{FF2B5EF4-FFF2-40B4-BE49-F238E27FC236}">
                  <a16:creationId xmlns:a16="http://schemas.microsoft.com/office/drawing/2014/main" id="{BE8DD9F4-CD9F-5156-0885-347A9CFCB00F}"/>
                </a:ext>
              </a:extLst>
            </p:cNvPr>
            <p:cNvSpPr/>
            <p:nvPr/>
          </p:nvSpPr>
          <p:spPr>
            <a:xfrm>
              <a:off x="7074895" y="2360949"/>
              <a:ext cx="305586" cy="265071"/>
            </a:xfrm>
            <a:custGeom>
              <a:avLst/>
              <a:gdLst/>
              <a:ahLst/>
              <a:cxnLst/>
              <a:rect l="l" t="t" r="r" b="b"/>
              <a:pathLst>
                <a:path w="19882" h="17246" extrusionOk="0">
                  <a:moveTo>
                    <a:pt x="15345" y="0"/>
                  </a:moveTo>
                  <a:lnTo>
                    <a:pt x="1" y="434"/>
                  </a:lnTo>
                  <a:lnTo>
                    <a:pt x="5305" y="17246"/>
                  </a:lnTo>
                  <a:lnTo>
                    <a:pt x="19882" y="17246"/>
                  </a:lnTo>
                  <a:lnTo>
                    <a:pt x="1534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2589;p64">
              <a:extLst>
                <a:ext uri="{FF2B5EF4-FFF2-40B4-BE49-F238E27FC236}">
                  <a16:creationId xmlns:a16="http://schemas.microsoft.com/office/drawing/2014/main" id="{9226D03C-F5DE-F048-C921-E27BDD7EFD9A}"/>
                </a:ext>
              </a:extLst>
            </p:cNvPr>
            <p:cNvSpPr/>
            <p:nvPr/>
          </p:nvSpPr>
          <p:spPr>
            <a:xfrm>
              <a:off x="7074895" y="2360949"/>
              <a:ext cx="305586" cy="265071"/>
            </a:xfrm>
            <a:custGeom>
              <a:avLst/>
              <a:gdLst/>
              <a:ahLst/>
              <a:cxnLst/>
              <a:rect l="l" t="t" r="r" b="b"/>
              <a:pathLst>
                <a:path w="19882" h="17246" extrusionOk="0">
                  <a:moveTo>
                    <a:pt x="15345" y="0"/>
                  </a:moveTo>
                  <a:lnTo>
                    <a:pt x="1" y="434"/>
                  </a:lnTo>
                  <a:lnTo>
                    <a:pt x="5305" y="17246"/>
                  </a:lnTo>
                  <a:lnTo>
                    <a:pt x="19882" y="17246"/>
                  </a:lnTo>
                  <a:lnTo>
                    <a:pt x="153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2590;p64">
              <a:extLst>
                <a:ext uri="{FF2B5EF4-FFF2-40B4-BE49-F238E27FC236}">
                  <a16:creationId xmlns:a16="http://schemas.microsoft.com/office/drawing/2014/main" id="{9F579F7E-73D3-94A9-3EDC-F1A5F598DB03}"/>
                </a:ext>
              </a:extLst>
            </p:cNvPr>
            <p:cNvSpPr/>
            <p:nvPr/>
          </p:nvSpPr>
          <p:spPr>
            <a:xfrm>
              <a:off x="7272292" y="2523979"/>
              <a:ext cx="91790" cy="43359"/>
            </a:xfrm>
            <a:custGeom>
              <a:avLst/>
              <a:gdLst/>
              <a:ahLst/>
              <a:cxnLst/>
              <a:rect l="l" t="t" r="r" b="b"/>
              <a:pathLst>
                <a:path w="5972" h="2821" extrusionOk="0">
                  <a:moveTo>
                    <a:pt x="67" y="1"/>
                  </a:moveTo>
                  <a:cubicBezTo>
                    <a:pt x="0" y="368"/>
                    <a:pt x="267" y="835"/>
                    <a:pt x="1034" y="1369"/>
                  </a:cubicBezTo>
                  <a:cubicBezTo>
                    <a:pt x="1635" y="1769"/>
                    <a:pt x="2069" y="2569"/>
                    <a:pt x="3036" y="2703"/>
                  </a:cubicBezTo>
                  <a:cubicBezTo>
                    <a:pt x="3617" y="2790"/>
                    <a:pt x="4108" y="2821"/>
                    <a:pt x="4512" y="2821"/>
                  </a:cubicBezTo>
                  <a:cubicBezTo>
                    <a:pt x="5501" y="2821"/>
                    <a:pt x="5971" y="2636"/>
                    <a:pt x="5971" y="2636"/>
                  </a:cubicBezTo>
                  <a:lnTo>
                    <a:pt x="5371" y="268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2591;p64">
              <a:extLst>
                <a:ext uri="{FF2B5EF4-FFF2-40B4-BE49-F238E27FC236}">
                  <a16:creationId xmlns:a16="http://schemas.microsoft.com/office/drawing/2014/main" id="{D4AE9F2B-7F79-5317-27DA-5A14FEC0AC02}"/>
                </a:ext>
              </a:extLst>
            </p:cNvPr>
            <p:cNvSpPr/>
            <p:nvPr/>
          </p:nvSpPr>
          <p:spPr>
            <a:xfrm>
              <a:off x="7141032" y="2370632"/>
              <a:ext cx="103594" cy="18521"/>
            </a:xfrm>
            <a:custGeom>
              <a:avLst/>
              <a:gdLst/>
              <a:ahLst/>
              <a:cxnLst/>
              <a:rect l="l" t="t" r="r" b="b"/>
              <a:pathLst>
                <a:path w="6740" h="1205" extrusionOk="0">
                  <a:moveTo>
                    <a:pt x="4590" y="0"/>
                  </a:moveTo>
                  <a:cubicBezTo>
                    <a:pt x="4507" y="0"/>
                    <a:pt x="4423" y="2"/>
                    <a:pt x="4337" y="4"/>
                  </a:cubicBezTo>
                  <a:lnTo>
                    <a:pt x="2069" y="71"/>
                  </a:lnTo>
                  <a:cubicBezTo>
                    <a:pt x="902" y="104"/>
                    <a:pt x="1" y="371"/>
                    <a:pt x="68" y="671"/>
                  </a:cubicBezTo>
                  <a:cubicBezTo>
                    <a:pt x="134" y="971"/>
                    <a:pt x="201" y="1205"/>
                    <a:pt x="201" y="1205"/>
                  </a:cubicBezTo>
                  <a:lnTo>
                    <a:pt x="6739" y="1005"/>
                  </a:lnTo>
                  <a:lnTo>
                    <a:pt x="6606" y="471"/>
                  </a:lnTo>
                  <a:cubicBezTo>
                    <a:pt x="6544" y="193"/>
                    <a:pt x="5651" y="0"/>
                    <a:pt x="45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2592;p64">
              <a:extLst>
                <a:ext uri="{FF2B5EF4-FFF2-40B4-BE49-F238E27FC236}">
                  <a16:creationId xmlns:a16="http://schemas.microsoft.com/office/drawing/2014/main" id="{501CC57A-1775-243E-CC87-B099C77A80B8}"/>
                </a:ext>
              </a:extLst>
            </p:cNvPr>
            <p:cNvSpPr/>
            <p:nvPr/>
          </p:nvSpPr>
          <p:spPr>
            <a:xfrm>
              <a:off x="7127199" y="2335666"/>
              <a:ext cx="123068" cy="30940"/>
            </a:xfrm>
            <a:custGeom>
              <a:avLst/>
              <a:gdLst/>
              <a:ahLst/>
              <a:cxnLst/>
              <a:rect l="l" t="t" r="r" b="b"/>
              <a:pathLst>
                <a:path w="8007" h="2013" extrusionOk="0">
                  <a:moveTo>
                    <a:pt x="3753" y="1"/>
                  </a:moveTo>
                  <a:cubicBezTo>
                    <a:pt x="3662" y="1"/>
                    <a:pt x="3568" y="4"/>
                    <a:pt x="3469" y="11"/>
                  </a:cubicBezTo>
                  <a:cubicBezTo>
                    <a:pt x="1468" y="144"/>
                    <a:pt x="1735" y="1312"/>
                    <a:pt x="1735" y="1312"/>
                  </a:cubicBezTo>
                  <a:lnTo>
                    <a:pt x="834" y="1312"/>
                  </a:lnTo>
                  <a:cubicBezTo>
                    <a:pt x="367" y="1312"/>
                    <a:pt x="0" y="1479"/>
                    <a:pt x="34" y="1645"/>
                  </a:cubicBezTo>
                  <a:cubicBezTo>
                    <a:pt x="67" y="1812"/>
                    <a:pt x="134" y="2012"/>
                    <a:pt x="134" y="2012"/>
                  </a:cubicBezTo>
                  <a:lnTo>
                    <a:pt x="8006" y="1812"/>
                  </a:lnTo>
                  <a:lnTo>
                    <a:pt x="7906" y="1479"/>
                  </a:lnTo>
                  <a:cubicBezTo>
                    <a:pt x="7839" y="1312"/>
                    <a:pt x="7372" y="1145"/>
                    <a:pt x="6839" y="1145"/>
                  </a:cubicBezTo>
                  <a:lnTo>
                    <a:pt x="5871" y="1145"/>
                  </a:lnTo>
                  <a:cubicBezTo>
                    <a:pt x="5871" y="1145"/>
                    <a:pt x="5480" y="1"/>
                    <a:pt x="37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2593;p64">
              <a:extLst>
                <a:ext uri="{FF2B5EF4-FFF2-40B4-BE49-F238E27FC236}">
                  <a16:creationId xmlns:a16="http://schemas.microsoft.com/office/drawing/2014/main" id="{4D58DCB7-E63B-E7D5-F13D-1E6ED4CD0F4D}"/>
                </a:ext>
              </a:extLst>
            </p:cNvPr>
            <p:cNvSpPr/>
            <p:nvPr/>
          </p:nvSpPr>
          <p:spPr>
            <a:xfrm>
              <a:off x="7141032" y="2359412"/>
              <a:ext cx="84105" cy="26160"/>
            </a:xfrm>
            <a:custGeom>
              <a:avLst/>
              <a:gdLst/>
              <a:ahLst/>
              <a:cxnLst/>
              <a:rect l="l" t="t" r="r" b="b"/>
              <a:pathLst>
                <a:path w="5472" h="1702" extrusionOk="0">
                  <a:moveTo>
                    <a:pt x="5472" y="0"/>
                  </a:moveTo>
                  <a:lnTo>
                    <a:pt x="1" y="200"/>
                  </a:lnTo>
                  <a:lnTo>
                    <a:pt x="234" y="401"/>
                  </a:lnTo>
                  <a:cubicBezTo>
                    <a:pt x="387" y="393"/>
                    <a:pt x="520" y="388"/>
                    <a:pt x="637" y="388"/>
                  </a:cubicBezTo>
                  <a:cubicBezTo>
                    <a:pt x="1057" y="388"/>
                    <a:pt x="1264" y="461"/>
                    <a:pt x="1369" y="801"/>
                  </a:cubicBezTo>
                  <a:cubicBezTo>
                    <a:pt x="1469" y="1335"/>
                    <a:pt x="1535" y="1701"/>
                    <a:pt x="1535" y="1701"/>
                  </a:cubicBezTo>
                  <a:lnTo>
                    <a:pt x="5038" y="1635"/>
                  </a:lnTo>
                  <a:cubicBezTo>
                    <a:pt x="5038" y="1635"/>
                    <a:pt x="4838" y="968"/>
                    <a:pt x="4804" y="701"/>
                  </a:cubicBezTo>
                  <a:cubicBezTo>
                    <a:pt x="4738" y="467"/>
                    <a:pt x="4871" y="267"/>
                    <a:pt x="5405" y="234"/>
                  </a:cubicBezTo>
                  <a:lnTo>
                    <a:pt x="547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2594;p64">
              <a:extLst>
                <a:ext uri="{FF2B5EF4-FFF2-40B4-BE49-F238E27FC236}">
                  <a16:creationId xmlns:a16="http://schemas.microsoft.com/office/drawing/2014/main" id="{B46BF09B-C650-AE1C-724E-F6A6DA8D26DA}"/>
                </a:ext>
              </a:extLst>
            </p:cNvPr>
            <p:cNvSpPr/>
            <p:nvPr/>
          </p:nvSpPr>
          <p:spPr>
            <a:xfrm>
              <a:off x="7139495" y="2371662"/>
              <a:ext cx="103594" cy="18521"/>
            </a:xfrm>
            <a:custGeom>
              <a:avLst/>
              <a:gdLst/>
              <a:ahLst/>
              <a:cxnLst/>
              <a:rect l="l" t="t" r="r" b="b"/>
              <a:pathLst>
                <a:path w="6740" h="1205" extrusionOk="0">
                  <a:moveTo>
                    <a:pt x="4597" y="0"/>
                  </a:moveTo>
                  <a:cubicBezTo>
                    <a:pt x="4511" y="0"/>
                    <a:pt x="4425" y="1"/>
                    <a:pt x="4337" y="4"/>
                  </a:cubicBezTo>
                  <a:lnTo>
                    <a:pt x="2069" y="71"/>
                  </a:lnTo>
                  <a:cubicBezTo>
                    <a:pt x="902" y="104"/>
                    <a:pt x="1" y="371"/>
                    <a:pt x="68" y="671"/>
                  </a:cubicBezTo>
                  <a:cubicBezTo>
                    <a:pt x="134" y="971"/>
                    <a:pt x="201" y="1205"/>
                    <a:pt x="201" y="1205"/>
                  </a:cubicBezTo>
                  <a:lnTo>
                    <a:pt x="6739" y="1005"/>
                  </a:lnTo>
                  <a:lnTo>
                    <a:pt x="6606" y="471"/>
                  </a:lnTo>
                  <a:cubicBezTo>
                    <a:pt x="6544" y="192"/>
                    <a:pt x="5679" y="0"/>
                    <a:pt x="459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2595;p64">
              <a:extLst>
                <a:ext uri="{FF2B5EF4-FFF2-40B4-BE49-F238E27FC236}">
                  <a16:creationId xmlns:a16="http://schemas.microsoft.com/office/drawing/2014/main" id="{D21D8616-8828-9359-7857-767E2BBD2A4E}"/>
                </a:ext>
              </a:extLst>
            </p:cNvPr>
            <p:cNvSpPr/>
            <p:nvPr/>
          </p:nvSpPr>
          <p:spPr>
            <a:xfrm>
              <a:off x="7256906" y="2123052"/>
              <a:ext cx="358398" cy="429930"/>
            </a:xfrm>
            <a:custGeom>
              <a:avLst/>
              <a:gdLst/>
              <a:ahLst/>
              <a:cxnLst/>
              <a:rect l="l" t="t" r="r" b="b"/>
              <a:pathLst>
                <a:path w="23318" h="27972" extrusionOk="0">
                  <a:moveTo>
                    <a:pt x="12977" y="1"/>
                  </a:moveTo>
                  <a:lnTo>
                    <a:pt x="12977" y="1"/>
                  </a:lnTo>
                  <a:cubicBezTo>
                    <a:pt x="9574" y="4871"/>
                    <a:pt x="13977" y="11209"/>
                    <a:pt x="13977" y="11209"/>
                  </a:cubicBezTo>
                  <a:lnTo>
                    <a:pt x="16779" y="19348"/>
                  </a:lnTo>
                  <a:cubicBezTo>
                    <a:pt x="16779" y="19348"/>
                    <a:pt x="12743" y="21249"/>
                    <a:pt x="9908" y="21883"/>
                  </a:cubicBezTo>
                  <a:cubicBezTo>
                    <a:pt x="9474" y="22050"/>
                    <a:pt x="9007" y="22116"/>
                    <a:pt x="8573" y="22116"/>
                  </a:cubicBezTo>
                  <a:cubicBezTo>
                    <a:pt x="7625" y="22084"/>
                    <a:pt x="6164" y="21281"/>
                    <a:pt x="5069" y="21281"/>
                  </a:cubicBezTo>
                  <a:cubicBezTo>
                    <a:pt x="5048" y="21281"/>
                    <a:pt x="5026" y="21282"/>
                    <a:pt x="5004" y="21282"/>
                  </a:cubicBezTo>
                  <a:lnTo>
                    <a:pt x="5471" y="23017"/>
                  </a:lnTo>
                  <a:lnTo>
                    <a:pt x="5505" y="23150"/>
                  </a:lnTo>
                  <a:cubicBezTo>
                    <a:pt x="5471" y="23184"/>
                    <a:pt x="5405" y="23184"/>
                    <a:pt x="5338" y="23217"/>
                  </a:cubicBezTo>
                  <a:cubicBezTo>
                    <a:pt x="4679" y="23300"/>
                    <a:pt x="4020" y="23359"/>
                    <a:pt x="3362" y="23359"/>
                  </a:cubicBezTo>
                  <a:cubicBezTo>
                    <a:pt x="3220" y="23359"/>
                    <a:pt x="3078" y="23356"/>
                    <a:pt x="2936" y="23351"/>
                  </a:cubicBezTo>
                  <a:cubicBezTo>
                    <a:pt x="2236" y="23317"/>
                    <a:pt x="1502" y="23251"/>
                    <a:pt x="801" y="23184"/>
                  </a:cubicBezTo>
                  <a:cubicBezTo>
                    <a:pt x="762" y="23174"/>
                    <a:pt x="723" y="23170"/>
                    <a:pt x="684" y="23170"/>
                  </a:cubicBezTo>
                  <a:cubicBezTo>
                    <a:pt x="590" y="23170"/>
                    <a:pt x="495" y="23194"/>
                    <a:pt x="401" y="23217"/>
                  </a:cubicBezTo>
                  <a:cubicBezTo>
                    <a:pt x="101" y="23384"/>
                    <a:pt x="1" y="23684"/>
                    <a:pt x="101" y="23984"/>
                  </a:cubicBezTo>
                  <a:cubicBezTo>
                    <a:pt x="201" y="24285"/>
                    <a:pt x="368" y="24551"/>
                    <a:pt x="534" y="24785"/>
                  </a:cubicBezTo>
                  <a:cubicBezTo>
                    <a:pt x="835" y="25285"/>
                    <a:pt x="901" y="25819"/>
                    <a:pt x="1202" y="26286"/>
                  </a:cubicBezTo>
                  <a:cubicBezTo>
                    <a:pt x="1881" y="27337"/>
                    <a:pt x="2905" y="27972"/>
                    <a:pt x="4746" y="27972"/>
                  </a:cubicBezTo>
                  <a:cubicBezTo>
                    <a:pt x="5709" y="27972"/>
                    <a:pt x="6896" y="27798"/>
                    <a:pt x="8373" y="27420"/>
                  </a:cubicBezTo>
                  <a:cubicBezTo>
                    <a:pt x="9608" y="27120"/>
                    <a:pt x="10975" y="26386"/>
                    <a:pt x="12576" y="26019"/>
                  </a:cubicBezTo>
                  <a:cubicBezTo>
                    <a:pt x="15812" y="25285"/>
                    <a:pt x="17980" y="24652"/>
                    <a:pt x="20649" y="23784"/>
                  </a:cubicBezTo>
                  <a:cubicBezTo>
                    <a:pt x="23317" y="22917"/>
                    <a:pt x="22950" y="21516"/>
                    <a:pt x="22650" y="19314"/>
                  </a:cubicBezTo>
                  <a:cubicBezTo>
                    <a:pt x="22250" y="16779"/>
                    <a:pt x="20782" y="10808"/>
                    <a:pt x="19248" y="5705"/>
                  </a:cubicBezTo>
                  <a:cubicBezTo>
                    <a:pt x="17580" y="234"/>
                    <a:pt x="16312" y="201"/>
                    <a:pt x="12977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2596;p64">
              <a:extLst>
                <a:ext uri="{FF2B5EF4-FFF2-40B4-BE49-F238E27FC236}">
                  <a16:creationId xmlns:a16="http://schemas.microsoft.com/office/drawing/2014/main" id="{23A5C845-3435-085B-2F1C-D856F73D0640}"/>
                </a:ext>
              </a:extLst>
            </p:cNvPr>
            <p:cNvSpPr/>
            <p:nvPr/>
          </p:nvSpPr>
          <p:spPr>
            <a:xfrm>
              <a:off x="6088986" y="3557335"/>
              <a:ext cx="607038" cy="433757"/>
            </a:xfrm>
            <a:custGeom>
              <a:avLst/>
              <a:gdLst/>
              <a:ahLst/>
              <a:cxnLst/>
              <a:rect l="l" t="t" r="r" b="b"/>
              <a:pathLst>
                <a:path w="39495" h="28221" extrusionOk="0">
                  <a:moveTo>
                    <a:pt x="19748" y="1918"/>
                  </a:moveTo>
                  <a:cubicBezTo>
                    <a:pt x="24684" y="1918"/>
                    <a:pt x="29321" y="3019"/>
                    <a:pt x="32757" y="4987"/>
                  </a:cubicBezTo>
                  <a:cubicBezTo>
                    <a:pt x="35892" y="6789"/>
                    <a:pt x="37594" y="9090"/>
                    <a:pt x="37594" y="11425"/>
                  </a:cubicBezTo>
                  <a:cubicBezTo>
                    <a:pt x="37594" y="13760"/>
                    <a:pt x="35892" y="16028"/>
                    <a:pt x="32757" y="17830"/>
                  </a:cubicBezTo>
                  <a:cubicBezTo>
                    <a:pt x="29321" y="19831"/>
                    <a:pt x="24684" y="20899"/>
                    <a:pt x="19748" y="20899"/>
                  </a:cubicBezTo>
                  <a:cubicBezTo>
                    <a:pt x="14811" y="20899"/>
                    <a:pt x="10174" y="19831"/>
                    <a:pt x="6738" y="17830"/>
                  </a:cubicBezTo>
                  <a:cubicBezTo>
                    <a:pt x="3603" y="16028"/>
                    <a:pt x="1901" y="13760"/>
                    <a:pt x="1901" y="11425"/>
                  </a:cubicBezTo>
                  <a:cubicBezTo>
                    <a:pt x="1901" y="9090"/>
                    <a:pt x="3603" y="6822"/>
                    <a:pt x="6738" y="4987"/>
                  </a:cubicBezTo>
                  <a:cubicBezTo>
                    <a:pt x="10174" y="3019"/>
                    <a:pt x="14811" y="1918"/>
                    <a:pt x="19748" y="1918"/>
                  </a:cubicBezTo>
                  <a:close/>
                  <a:moveTo>
                    <a:pt x="19735" y="0"/>
                  </a:moveTo>
                  <a:cubicBezTo>
                    <a:pt x="14677" y="0"/>
                    <a:pt x="9624" y="1118"/>
                    <a:pt x="5771" y="3353"/>
                  </a:cubicBezTo>
                  <a:cubicBezTo>
                    <a:pt x="1935" y="5588"/>
                    <a:pt x="0" y="8490"/>
                    <a:pt x="0" y="11425"/>
                  </a:cubicBezTo>
                  <a:lnTo>
                    <a:pt x="0" y="16829"/>
                  </a:lnTo>
                  <a:cubicBezTo>
                    <a:pt x="0" y="19731"/>
                    <a:pt x="1935" y="22667"/>
                    <a:pt x="5771" y="24868"/>
                  </a:cubicBezTo>
                  <a:cubicBezTo>
                    <a:pt x="9640" y="27103"/>
                    <a:pt x="14702" y="28221"/>
                    <a:pt x="19760" y="28221"/>
                  </a:cubicBezTo>
                  <a:cubicBezTo>
                    <a:pt x="24818" y="28221"/>
                    <a:pt x="29871" y="27103"/>
                    <a:pt x="33724" y="24868"/>
                  </a:cubicBezTo>
                  <a:cubicBezTo>
                    <a:pt x="37594" y="22667"/>
                    <a:pt x="39495" y="19731"/>
                    <a:pt x="39495" y="16829"/>
                  </a:cubicBezTo>
                  <a:lnTo>
                    <a:pt x="39495" y="11425"/>
                  </a:lnTo>
                  <a:cubicBezTo>
                    <a:pt x="39495" y="8490"/>
                    <a:pt x="37594" y="5588"/>
                    <a:pt x="33724" y="3353"/>
                  </a:cubicBezTo>
                  <a:cubicBezTo>
                    <a:pt x="29855" y="1118"/>
                    <a:pt x="24793" y="0"/>
                    <a:pt x="1973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2597;p64">
              <a:extLst>
                <a:ext uri="{FF2B5EF4-FFF2-40B4-BE49-F238E27FC236}">
                  <a16:creationId xmlns:a16="http://schemas.microsoft.com/office/drawing/2014/main" id="{31BC10A9-4773-B792-F805-CBB92F8F2044}"/>
                </a:ext>
              </a:extLst>
            </p:cNvPr>
            <p:cNvSpPr/>
            <p:nvPr/>
          </p:nvSpPr>
          <p:spPr>
            <a:xfrm>
              <a:off x="6382753" y="3724222"/>
              <a:ext cx="313671" cy="266193"/>
            </a:xfrm>
            <a:custGeom>
              <a:avLst/>
              <a:gdLst/>
              <a:ahLst/>
              <a:cxnLst/>
              <a:rect l="l" t="t" r="r" b="b"/>
              <a:pathLst>
                <a:path w="20408" h="17319" extrusionOk="0">
                  <a:moveTo>
                    <a:pt x="20382" y="0"/>
                  </a:moveTo>
                  <a:cubicBezTo>
                    <a:pt x="20382" y="167"/>
                    <a:pt x="20382" y="367"/>
                    <a:pt x="20382" y="534"/>
                  </a:cubicBezTo>
                  <a:lnTo>
                    <a:pt x="20382" y="1017"/>
                  </a:lnTo>
                  <a:lnTo>
                    <a:pt x="20382" y="1017"/>
                  </a:lnTo>
                  <a:cubicBezTo>
                    <a:pt x="20408" y="678"/>
                    <a:pt x="20407" y="339"/>
                    <a:pt x="20382" y="0"/>
                  </a:cubicBezTo>
                  <a:close/>
                  <a:moveTo>
                    <a:pt x="20382" y="1017"/>
                  </a:moveTo>
                  <a:cubicBezTo>
                    <a:pt x="20174" y="3778"/>
                    <a:pt x="18266" y="6497"/>
                    <a:pt x="14611" y="8606"/>
                  </a:cubicBezTo>
                  <a:cubicBezTo>
                    <a:pt x="10748" y="10873"/>
                    <a:pt x="5722" y="11948"/>
                    <a:pt x="677" y="11948"/>
                  </a:cubicBezTo>
                  <a:cubicBezTo>
                    <a:pt x="451" y="11948"/>
                    <a:pt x="226" y="11946"/>
                    <a:pt x="1" y="11942"/>
                  </a:cubicBezTo>
                  <a:lnTo>
                    <a:pt x="1" y="17313"/>
                  </a:lnTo>
                  <a:cubicBezTo>
                    <a:pt x="220" y="17317"/>
                    <a:pt x="440" y="17319"/>
                    <a:pt x="659" y="17319"/>
                  </a:cubicBezTo>
                  <a:cubicBezTo>
                    <a:pt x="5711" y="17319"/>
                    <a:pt x="10743" y="16215"/>
                    <a:pt x="14611" y="13977"/>
                  </a:cubicBezTo>
                  <a:cubicBezTo>
                    <a:pt x="18481" y="11742"/>
                    <a:pt x="20382" y="8840"/>
                    <a:pt x="20382" y="5904"/>
                  </a:cubicBezTo>
                  <a:lnTo>
                    <a:pt x="20382" y="10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2598;p64">
              <a:extLst>
                <a:ext uri="{FF2B5EF4-FFF2-40B4-BE49-F238E27FC236}">
                  <a16:creationId xmlns:a16="http://schemas.microsoft.com/office/drawing/2014/main" id="{515A5DC8-A486-53FD-C965-7B5BF7D7B709}"/>
                </a:ext>
              </a:extLst>
            </p:cNvPr>
            <p:cNvSpPr/>
            <p:nvPr/>
          </p:nvSpPr>
          <p:spPr>
            <a:xfrm>
              <a:off x="6059245" y="3557335"/>
              <a:ext cx="666520" cy="350697"/>
            </a:xfrm>
            <a:custGeom>
              <a:avLst/>
              <a:gdLst/>
              <a:ahLst/>
              <a:cxnLst/>
              <a:rect l="l" t="t" r="r" b="b"/>
              <a:pathLst>
                <a:path w="43365" h="22817" extrusionOk="0">
                  <a:moveTo>
                    <a:pt x="21683" y="1918"/>
                  </a:moveTo>
                  <a:cubicBezTo>
                    <a:pt x="26619" y="1918"/>
                    <a:pt x="31256" y="3019"/>
                    <a:pt x="34692" y="4987"/>
                  </a:cubicBezTo>
                  <a:cubicBezTo>
                    <a:pt x="37794" y="6789"/>
                    <a:pt x="39529" y="9090"/>
                    <a:pt x="39529" y="11425"/>
                  </a:cubicBezTo>
                  <a:cubicBezTo>
                    <a:pt x="39529" y="13760"/>
                    <a:pt x="37794" y="16028"/>
                    <a:pt x="34692" y="17830"/>
                  </a:cubicBezTo>
                  <a:cubicBezTo>
                    <a:pt x="31256" y="19831"/>
                    <a:pt x="26619" y="20899"/>
                    <a:pt x="21683" y="20899"/>
                  </a:cubicBezTo>
                  <a:cubicBezTo>
                    <a:pt x="16746" y="20899"/>
                    <a:pt x="12076" y="19831"/>
                    <a:pt x="8673" y="17830"/>
                  </a:cubicBezTo>
                  <a:cubicBezTo>
                    <a:pt x="5538" y="16028"/>
                    <a:pt x="3836" y="13760"/>
                    <a:pt x="3836" y="11425"/>
                  </a:cubicBezTo>
                  <a:cubicBezTo>
                    <a:pt x="3836" y="9090"/>
                    <a:pt x="5538" y="6789"/>
                    <a:pt x="8673" y="4987"/>
                  </a:cubicBezTo>
                  <a:cubicBezTo>
                    <a:pt x="12109" y="3019"/>
                    <a:pt x="16746" y="1918"/>
                    <a:pt x="21683" y="1918"/>
                  </a:cubicBezTo>
                  <a:close/>
                  <a:moveTo>
                    <a:pt x="21670" y="0"/>
                  </a:moveTo>
                  <a:cubicBezTo>
                    <a:pt x="16612" y="0"/>
                    <a:pt x="11559" y="1118"/>
                    <a:pt x="7706" y="3353"/>
                  </a:cubicBezTo>
                  <a:cubicBezTo>
                    <a:pt x="0" y="7789"/>
                    <a:pt x="0" y="15028"/>
                    <a:pt x="7706" y="19464"/>
                  </a:cubicBezTo>
                  <a:cubicBezTo>
                    <a:pt x="11575" y="21699"/>
                    <a:pt x="16637" y="22817"/>
                    <a:pt x="21695" y="22817"/>
                  </a:cubicBezTo>
                  <a:cubicBezTo>
                    <a:pt x="26753" y="22817"/>
                    <a:pt x="31806" y="21699"/>
                    <a:pt x="35659" y="19464"/>
                  </a:cubicBezTo>
                  <a:cubicBezTo>
                    <a:pt x="43365" y="15028"/>
                    <a:pt x="43365" y="7789"/>
                    <a:pt x="35659" y="3353"/>
                  </a:cubicBezTo>
                  <a:cubicBezTo>
                    <a:pt x="31790" y="1118"/>
                    <a:pt x="26728" y="0"/>
                    <a:pt x="2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2599;p64">
              <a:extLst>
                <a:ext uri="{FF2B5EF4-FFF2-40B4-BE49-F238E27FC236}">
                  <a16:creationId xmlns:a16="http://schemas.microsoft.com/office/drawing/2014/main" id="{BA398A2A-A140-BF59-C7A3-312D35B2F9EC}"/>
                </a:ext>
              </a:extLst>
            </p:cNvPr>
            <p:cNvSpPr/>
            <p:nvPr/>
          </p:nvSpPr>
          <p:spPr>
            <a:xfrm>
              <a:off x="6118205" y="3586814"/>
              <a:ext cx="548601" cy="187145"/>
            </a:xfrm>
            <a:custGeom>
              <a:avLst/>
              <a:gdLst/>
              <a:ahLst/>
              <a:cxnLst/>
              <a:rect l="l" t="t" r="r" b="b"/>
              <a:pathLst>
                <a:path w="35693" h="12176" extrusionOk="0">
                  <a:moveTo>
                    <a:pt x="17847" y="0"/>
                  </a:moveTo>
                  <a:cubicBezTo>
                    <a:pt x="12910" y="0"/>
                    <a:pt x="8240" y="1101"/>
                    <a:pt x="4837" y="3069"/>
                  </a:cubicBezTo>
                  <a:cubicBezTo>
                    <a:pt x="1702" y="4904"/>
                    <a:pt x="0" y="7172"/>
                    <a:pt x="0" y="9507"/>
                  </a:cubicBezTo>
                  <a:cubicBezTo>
                    <a:pt x="0" y="10441"/>
                    <a:pt x="267" y="11375"/>
                    <a:pt x="768" y="12176"/>
                  </a:cubicBezTo>
                  <a:cubicBezTo>
                    <a:pt x="1535" y="10841"/>
                    <a:pt x="2936" y="9541"/>
                    <a:pt x="4837" y="8473"/>
                  </a:cubicBezTo>
                  <a:cubicBezTo>
                    <a:pt x="8273" y="6472"/>
                    <a:pt x="12910" y="5371"/>
                    <a:pt x="17847" y="5371"/>
                  </a:cubicBezTo>
                  <a:cubicBezTo>
                    <a:pt x="22783" y="5371"/>
                    <a:pt x="27420" y="6472"/>
                    <a:pt x="30856" y="8473"/>
                  </a:cubicBezTo>
                  <a:cubicBezTo>
                    <a:pt x="32757" y="9541"/>
                    <a:pt x="34125" y="10841"/>
                    <a:pt x="34925" y="12176"/>
                  </a:cubicBezTo>
                  <a:cubicBezTo>
                    <a:pt x="35426" y="11375"/>
                    <a:pt x="35693" y="10441"/>
                    <a:pt x="35693" y="9507"/>
                  </a:cubicBezTo>
                  <a:cubicBezTo>
                    <a:pt x="35693" y="7172"/>
                    <a:pt x="33991" y="4871"/>
                    <a:pt x="30856" y="3069"/>
                  </a:cubicBezTo>
                  <a:cubicBezTo>
                    <a:pt x="27420" y="1101"/>
                    <a:pt x="22783" y="0"/>
                    <a:pt x="1784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2600;p64">
              <a:extLst>
                <a:ext uri="{FF2B5EF4-FFF2-40B4-BE49-F238E27FC236}">
                  <a16:creationId xmlns:a16="http://schemas.microsoft.com/office/drawing/2014/main" id="{27A9A050-07B8-8021-E557-D1077CC9A4FC}"/>
                </a:ext>
              </a:extLst>
            </p:cNvPr>
            <p:cNvSpPr/>
            <p:nvPr/>
          </p:nvSpPr>
          <p:spPr>
            <a:xfrm>
              <a:off x="6120771" y="3624240"/>
              <a:ext cx="543468" cy="254312"/>
            </a:xfrm>
            <a:custGeom>
              <a:avLst/>
              <a:gdLst/>
              <a:ahLst/>
              <a:cxnLst/>
              <a:rect l="l" t="t" r="r" b="b"/>
              <a:pathLst>
                <a:path w="35359" h="16546" extrusionOk="0">
                  <a:moveTo>
                    <a:pt x="17680" y="0"/>
                  </a:moveTo>
                  <a:cubicBezTo>
                    <a:pt x="12743" y="0"/>
                    <a:pt x="8106" y="1101"/>
                    <a:pt x="4670" y="3069"/>
                  </a:cubicBezTo>
                  <a:cubicBezTo>
                    <a:pt x="2102" y="4570"/>
                    <a:pt x="467" y="6372"/>
                    <a:pt x="0" y="8273"/>
                  </a:cubicBezTo>
                  <a:cubicBezTo>
                    <a:pt x="501" y="10174"/>
                    <a:pt x="2102" y="11976"/>
                    <a:pt x="4670" y="13477"/>
                  </a:cubicBezTo>
                  <a:cubicBezTo>
                    <a:pt x="8073" y="15445"/>
                    <a:pt x="12743" y="16546"/>
                    <a:pt x="17680" y="16546"/>
                  </a:cubicBezTo>
                  <a:cubicBezTo>
                    <a:pt x="22616" y="16546"/>
                    <a:pt x="27253" y="15445"/>
                    <a:pt x="30689" y="13477"/>
                  </a:cubicBezTo>
                  <a:cubicBezTo>
                    <a:pt x="33291" y="11976"/>
                    <a:pt x="34892" y="10174"/>
                    <a:pt x="35359" y="8273"/>
                  </a:cubicBezTo>
                  <a:cubicBezTo>
                    <a:pt x="34858" y="6372"/>
                    <a:pt x="33257" y="4570"/>
                    <a:pt x="30689" y="3069"/>
                  </a:cubicBezTo>
                  <a:cubicBezTo>
                    <a:pt x="27253" y="1101"/>
                    <a:pt x="22616" y="0"/>
                    <a:pt x="176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2601;p64">
              <a:extLst>
                <a:ext uri="{FF2B5EF4-FFF2-40B4-BE49-F238E27FC236}">
                  <a16:creationId xmlns:a16="http://schemas.microsoft.com/office/drawing/2014/main" id="{F9633575-105F-36DE-B9ED-DA3136AAF234}"/>
                </a:ext>
              </a:extLst>
            </p:cNvPr>
            <p:cNvSpPr/>
            <p:nvPr/>
          </p:nvSpPr>
          <p:spPr>
            <a:xfrm>
              <a:off x="6041293" y="3869622"/>
              <a:ext cx="146138" cy="113185"/>
            </a:xfrm>
            <a:custGeom>
              <a:avLst/>
              <a:gdLst/>
              <a:ahLst/>
              <a:cxnLst/>
              <a:rect l="l" t="t" r="r" b="b"/>
              <a:pathLst>
                <a:path w="9508" h="7364" extrusionOk="0">
                  <a:moveTo>
                    <a:pt x="7516" y="0"/>
                  </a:moveTo>
                  <a:cubicBezTo>
                    <a:pt x="7378" y="0"/>
                    <a:pt x="7239" y="27"/>
                    <a:pt x="7106" y="80"/>
                  </a:cubicBezTo>
                  <a:lnTo>
                    <a:pt x="435" y="3883"/>
                  </a:lnTo>
                  <a:cubicBezTo>
                    <a:pt x="168" y="4083"/>
                    <a:pt x="1" y="4417"/>
                    <a:pt x="34" y="4750"/>
                  </a:cubicBezTo>
                  <a:cubicBezTo>
                    <a:pt x="68" y="5751"/>
                    <a:pt x="601" y="6618"/>
                    <a:pt x="1402" y="7152"/>
                  </a:cubicBezTo>
                  <a:cubicBezTo>
                    <a:pt x="1586" y="7296"/>
                    <a:pt x="1796" y="7363"/>
                    <a:pt x="2000" y="7363"/>
                  </a:cubicBezTo>
                  <a:cubicBezTo>
                    <a:pt x="2128" y="7363"/>
                    <a:pt x="2254" y="7337"/>
                    <a:pt x="2369" y="7285"/>
                  </a:cubicBezTo>
                  <a:lnTo>
                    <a:pt x="9074" y="3483"/>
                  </a:lnTo>
                  <a:cubicBezTo>
                    <a:pt x="9374" y="3283"/>
                    <a:pt x="9508" y="2916"/>
                    <a:pt x="9474" y="2582"/>
                  </a:cubicBezTo>
                  <a:cubicBezTo>
                    <a:pt x="9408" y="1615"/>
                    <a:pt x="8907" y="714"/>
                    <a:pt x="8107" y="180"/>
                  </a:cubicBezTo>
                  <a:cubicBezTo>
                    <a:pt x="7927" y="60"/>
                    <a:pt x="7722" y="0"/>
                    <a:pt x="7516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2602;p64">
              <a:extLst>
                <a:ext uri="{FF2B5EF4-FFF2-40B4-BE49-F238E27FC236}">
                  <a16:creationId xmlns:a16="http://schemas.microsoft.com/office/drawing/2014/main" id="{2EAA430D-6D3C-C953-241A-D6D89938CA91}"/>
                </a:ext>
              </a:extLst>
            </p:cNvPr>
            <p:cNvSpPr/>
            <p:nvPr/>
          </p:nvSpPr>
          <p:spPr>
            <a:xfrm>
              <a:off x="6051560" y="3893400"/>
              <a:ext cx="136393" cy="89438"/>
            </a:xfrm>
            <a:custGeom>
              <a:avLst/>
              <a:gdLst/>
              <a:ahLst/>
              <a:cxnLst/>
              <a:rect l="l" t="t" r="r" b="b"/>
              <a:pathLst>
                <a:path w="8874" h="5819" extrusionOk="0">
                  <a:moveTo>
                    <a:pt x="8606" y="1"/>
                  </a:moveTo>
                  <a:lnTo>
                    <a:pt x="0" y="4905"/>
                  </a:lnTo>
                  <a:cubicBezTo>
                    <a:pt x="234" y="5205"/>
                    <a:pt x="467" y="5438"/>
                    <a:pt x="801" y="5638"/>
                  </a:cubicBezTo>
                  <a:cubicBezTo>
                    <a:pt x="961" y="5758"/>
                    <a:pt x="1157" y="5818"/>
                    <a:pt x="1360" y="5818"/>
                  </a:cubicBezTo>
                  <a:cubicBezTo>
                    <a:pt x="1496" y="5818"/>
                    <a:pt x="1635" y="5792"/>
                    <a:pt x="1768" y="5738"/>
                  </a:cubicBezTo>
                  <a:lnTo>
                    <a:pt x="8406" y="1936"/>
                  </a:lnTo>
                  <a:cubicBezTo>
                    <a:pt x="8706" y="1736"/>
                    <a:pt x="8873" y="1402"/>
                    <a:pt x="8840" y="1035"/>
                  </a:cubicBezTo>
                  <a:cubicBezTo>
                    <a:pt x="8806" y="668"/>
                    <a:pt x="8740" y="335"/>
                    <a:pt x="86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2603;p64">
              <a:extLst>
                <a:ext uri="{FF2B5EF4-FFF2-40B4-BE49-F238E27FC236}">
                  <a16:creationId xmlns:a16="http://schemas.microsoft.com/office/drawing/2014/main" id="{A45CC444-BC78-08CF-A53C-4A3C116B645D}"/>
                </a:ext>
              </a:extLst>
            </p:cNvPr>
            <p:cNvSpPr/>
            <p:nvPr/>
          </p:nvSpPr>
          <p:spPr>
            <a:xfrm>
              <a:off x="6071034" y="3950315"/>
              <a:ext cx="2582" cy="3612"/>
            </a:xfrm>
            <a:custGeom>
              <a:avLst/>
              <a:gdLst/>
              <a:ahLst/>
              <a:cxnLst/>
              <a:rect l="l" t="t" r="r" b="b"/>
              <a:pathLst>
                <a:path w="168" h="235" extrusionOk="0">
                  <a:moveTo>
                    <a:pt x="1" y="1"/>
                  </a:moveTo>
                  <a:cubicBezTo>
                    <a:pt x="67" y="101"/>
                    <a:pt x="101" y="167"/>
                    <a:pt x="167" y="234"/>
                  </a:cubicBezTo>
                  <a:cubicBezTo>
                    <a:pt x="101" y="134"/>
                    <a:pt x="67" y="67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2604;p64">
              <a:extLst>
                <a:ext uri="{FF2B5EF4-FFF2-40B4-BE49-F238E27FC236}">
                  <a16:creationId xmlns:a16="http://schemas.microsoft.com/office/drawing/2014/main" id="{1C82D168-7735-5D58-A241-EEEA11539386}"/>
                </a:ext>
              </a:extLst>
            </p:cNvPr>
            <p:cNvSpPr/>
            <p:nvPr/>
          </p:nvSpPr>
          <p:spPr>
            <a:xfrm>
              <a:off x="5694208" y="3927506"/>
              <a:ext cx="377349" cy="226369"/>
            </a:xfrm>
            <a:custGeom>
              <a:avLst/>
              <a:gdLst/>
              <a:ahLst/>
              <a:cxnLst/>
              <a:rect l="l" t="t" r="r" b="b"/>
              <a:pathLst>
                <a:path w="24551" h="14728" extrusionOk="0">
                  <a:moveTo>
                    <a:pt x="22610" y="1"/>
                  </a:moveTo>
                  <a:cubicBezTo>
                    <a:pt x="22442" y="1"/>
                    <a:pt x="22274" y="38"/>
                    <a:pt x="22116" y="117"/>
                  </a:cubicBezTo>
                  <a:lnTo>
                    <a:pt x="0" y="11925"/>
                  </a:lnTo>
                  <a:lnTo>
                    <a:pt x="1601" y="14727"/>
                  </a:lnTo>
                  <a:lnTo>
                    <a:pt x="24551" y="1485"/>
                  </a:lnTo>
                  <a:cubicBezTo>
                    <a:pt x="24251" y="984"/>
                    <a:pt x="23850" y="551"/>
                    <a:pt x="23350" y="250"/>
                  </a:cubicBezTo>
                  <a:cubicBezTo>
                    <a:pt x="23128" y="89"/>
                    <a:pt x="22869" y="1"/>
                    <a:pt x="2261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2605;p64">
              <a:extLst>
                <a:ext uri="{FF2B5EF4-FFF2-40B4-BE49-F238E27FC236}">
                  <a16:creationId xmlns:a16="http://schemas.microsoft.com/office/drawing/2014/main" id="{69DA36A0-830E-034A-AD29-E3C2C88A1E35}"/>
                </a:ext>
              </a:extLst>
            </p:cNvPr>
            <p:cNvSpPr/>
            <p:nvPr/>
          </p:nvSpPr>
          <p:spPr>
            <a:xfrm>
              <a:off x="5694208" y="3927506"/>
              <a:ext cx="377349" cy="226369"/>
            </a:xfrm>
            <a:custGeom>
              <a:avLst/>
              <a:gdLst/>
              <a:ahLst/>
              <a:cxnLst/>
              <a:rect l="l" t="t" r="r" b="b"/>
              <a:pathLst>
                <a:path w="24551" h="14728" extrusionOk="0">
                  <a:moveTo>
                    <a:pt x="22610" y="1"/>
                  </a:moveTo>
                  <a:cubicBezTo>
                    <a:pt x="22442" y="1"/>
                    <a:pt x="22274" y="38"/>
                    <a:pt x="22116" y="117"/>
                  </a:cubicBezTo>
                  <a:lnTo>
                    <a:pt x="0" y="11925"/>
                  </a:lnTo>
                  <a:lnTo>
                    <a:pt x="1601" y="14727"/>
                  </a:lnTo>
                  <a:lnTo>
                    <a:pt x="24551" y="1485"/>
                  </a:lnTo>
                  <a:cubicBezTo>
                    <a:pt x="24251" y="984"/>
                    <a:pt x="23850" y="551"/>
                    <a:pt x="23350" y="250"/>
                  </a:cubicBezTo>
                  <a:cubicBezTo>
                    <a:pt x="23128" y="89"/>
                    <a:pt x="22869" y="1"/>
                    <a:pt x="226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2606;p64">
              <a:extLst>
                <a:ext uri="{FF2B5EF4-FFF2-40B4-BE49-F238E27FC236}">
                  <a16:creationId xmlns:a16="http://schemas.microsoft.com/office/drawing/2014/main" id="{CE855DE5-A3D0-B77C-009A-E77B9E40B6A5}"/>
                </a:ext>
              </a:extLst>
            </p:cNvPr>
            <p:cNvSpPr/>
            <p:nvPr/>
          </p:nvSpPr>
          <p:spPr>
            <a:xfrm>
              <a:off x="5718815" y="3950837"/>
              <a:ext cx="362486" cy="249686"/>
            </a:xfrm>
            <a:custGeom>
              <a:avLst/>
              <a:gdLst/>
              <a:ahLst/>
              <a:cxnLst/>
              <a:rect l="l" t="t" r="r" b="b"/>
              <a:pathLst>
                <a:path w="23584" h="16245" extrusionOk="0">
                  <a:moveTo>
                    <a:pt x="22917" y="0"/>
                  </a:moveTo>
                  <a:lnTo>
                    <a:pt x="0" y="13209"/>
                  </a:lnTo>
                  <a:lnTo>
                    <a:pt x="1701" y="16245"/>
                  </a:lnTo>
                  <a:lnTo>
                    <a:pt x="22983" y="3069"/>
                  </a:lnTo>
                  <a:cubicBezTo>
                    <a:pt x="23384" y="2802"/>
                    <a:pt x="23584" y="2335"/>
                    <a:pt x="23517" y="1901"/>
                  </a:cubicBezTo>
                  <a:cubicBezTo>
                    <a:pt x="23517" y="1534"/>
                    <a:pt x="23450" y="1201"/>
                    <a:pt x="23350" y="901"/>
                  </a:cubicBezTo>
                  <a:cubicBezTo>
                    <a:pt x="23350" y="834"/>
                    <a:pt x="23317" y="767"/>
                    <a:pt x="23284" y="701"/>
                  </a:cubicBezTo>
                  <a:cubicBezTo>
                    <a:pt x="23217" y="534"/>
                    <a:pt x="23150" y="367"/>
                    <a:pt x="23050" y="234"/>
                  </a:cubicBezTo>
                  <a:cubicBezTo>
                    <a:pt x="23017" y="133"/>
                    <a:pt x="22983" y="67"/>
                    <a:pt x="2291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2607;p64">
              <a:extLst>
                <a:ext uri="{FF2B5EF4-FFF2-40B4-BE49-F238E27FC236}">
                  <a16:creationId xmlns:a16="http://schemas.microsoft.com/office/drawing/2014/main" id="{3256A7A8-E43E-0C37-2D11-A4D8E9F21EE1}"/>
                </a:ext>
              </a:extLst>
            </p:cNvPr>
            <p:cNvSpPr/>
            <p:nvPr/>
          </p:nvSpPr>
          <p:spPr>
            <a:xfrm>
              <a:off x="5718815" y="3950837"/>
              <a:ext cx="362486" cy="249686"/>
            </a:xfrm>
            <a:custGeom>
              <a:avLst/>
              <a:gdLst/>
              <a:ahLst/>
              <a:cxnLst/>
              <a:rect l="l" t="t" r="r" b="b"/>
              <a:pathLst>
                <a:path w="23584" h="16245" extrusionOk="0">
                  <a:moveTo>
                    <a:pt x="22917" y="0"/>
                  </a:moveTo>
                  <a:lnTo>
                    <a:pt x="0" y="13209"/>
                  </a:lnTo>
                  <a:lnTo>
                    <a:pt x="1701" y="16245"/>
                  </a:lnTo>
                  <a:lnTo>
                    <a:pt x="22983" y="3069"/>
                  </a:lnTo>
                  <a:cubicBezTo>
                    <a:pt x="23384" y="2802"/>
                    <a:pt x="23584" y="2335"/>
                    <a:pt x="23517" y="1901"/>
                  </a:cubicBezTo>
                  <a:cubicBezTo>
                    <a:pt x="23517" y="1534"/>
                    <a:pt x="23450" y="1201"/>
                    <a:pt x="23350" y="901"/>
                  </a:cubicBezTo>
                  <a:cubicBezTo>
                    <a:pt x="23350" y="834"/>
                    <a:pt x="23317" y="767"/>
                    <a:pt x="23284" y="701"/>
                  </a:cubicBezTo>
                  <a:cubicBezTo>
                    <a:pt x="23217" y="534"/>
                    <a:pt x="23150" y="367"/>
                    <a:pt x="23050" y="234"/>
                  </a:cubicBezTo>
                  <a:cubicBezTo>
                    <a:pt x="23017" y="133"/>
                    <a:pt x="22983" y="67"/>
                    <a:pt x="229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2608;p64">
              <a:extLst>
                <a:ext uri="{FF2B5EF4-FFF2-40B4-BE49-F238E27FC236}">
                  <a16:creationId xmlns:a16="http://schemas.microsoft.com/office/drawing/2014/main" id="{D5AEF1BB-6462-0AFE-639E-EF6CE1417F89}"/>
                </a:ext>
              </a:extLst>
            </p:cNvPr>
            <p:cNvSpPr/>
            <p:nvPr/>
          </p:nvSpPr>
          <p:spPr>
            <a:xfrm>
              <a:off x="5683433" y="4108334"/>
              <a:ext cx="72300" cy="93926"/>
            </a:xfrm>
            <a:custGeom>
              <a:avLst/>
              <a:gdLst/>
              <a:ahLst/>
              <a:cxnLst/>
              <a:rect l="l" t="t" r="r" b="b"/>
              <a:pathLst>
                <a:path w="4704" h="6111" extrusionOk="0">
                  <a:moveTo>
                    <a:pt x="1317" y="0"/>
                  </a:moveTo>
                  <a:cubicBezTo>
                    <a:pt x="539" y="0"/>
                    <a:pt x="1" y="629"/>
                    <a:pt x="1" y="1695"/>
                  </a:cubicBezTo>
                  <a:cubicBezTo>
                    <a:pt x="67" y="3329"/>
                    <a:pt x="935" y="4864"/>
                    <a:pt x="2336" y="5798"/>
                  </a:cubicBezTo>
                  <a:cubicBezTo>
                    <a:pt x="2711" y="6010"/>
                    <a:pt x="3067" y="6110"/>
                    <a:pt x="3383" y="6110"/>
                  </a:cubicBezTo>
                  <a:cubicBezTo>
                    <a:pt x="4164" y="6110"/>
                    <a:pt x="4704" y="5498"/>
                    <a:pt x="4704" y="4430"/>
                  </a:cubicBezTo>
                  <a:cubicBezTo>
                    <a:pt x="4604" y="2762"/>
                    <a:pt x="3737" y="1228"/>
                    <a:pt x="2369" y="327"/>
                  </a:cubicBezTo>
                  <a:cubicBezTo>
                    <a:pt x="1992" y="105"/>
                    <a:pt x="1635" y="0"/>
                    <a:pt x="131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2609;p64">
              <a:extLst>
                <a:ext uri="{FF2B5EF4-FFF2-40B4-BE49-F238E27FC236}">
                  <a16:creationId xmlns:a16="http://schemas.microsoft.com/office/drawing/2014/main" id="{A4085DF5-C60F-6D5F-8E80-9E9D9CFD6C28}"/>
                </a:ext>
              </a:extLst>
            </p:cNvPr>
            <p:cNvSpPr/>
            <p:nvPr/>
          </p:nvSpPr>
          <p:spPr>
            <a:xfrm>
              <a:off x="5683433" y="4108334"/>
              <a:ext cx="72300" cy="93926"/>
            </a:xfrm>
            <a:custGeom>
              <a:avLst/>
              <a:gdLst/>
              <a:ahLst/>
              <a:cxnLst/>
              <a:rect l="l" t="t" r="r" b="b"/>
              <a:pathLst>
                <a:path w="4704" h="6111" extrusionOk="0">
                  <a:moveTo>
                    <a:pt x="1317" y="0"/>
                  </a:moveTo>
                  <a:cubicBezTo>
                    <a:pt x="539" y="0"/>
                    <a:pt x="1" y="629"/>
                    <a:pt x="1" y="1695"/>
                  </a:cubicBezTo>
                  <a:cubicBezTo>
                    <a:pt x="67" y="3329"/>
                    <a:pt x="935" y="4864"/>
                    <a:pt x="2336" y="5798"/>
                  </a:cubicBezTo>
                  <a:cubicBezTo>
                    <a:pt x="2711" y="6010"/>
                    <a:pt x="3067" y="6110"/>
                    <a:pt x="3383" y="6110"/>
                  </a:cubicBezTo>
                  <a:cubicBezTo>
                    <a:pt x="4164" y="6110"/>
                    <a:pt x="4704" y="5498"/>
                    <a:pt x="4704" y="4430"/>
                  </a:cubicBezTo>
                  <a:cubicBezTo>
                    <a:pt x="4604" y="2762"/>
                    <a:pt x="3737" y="1228"/>
                    <a:pt x="2369" y="327"/>
                  </a:cubicBezTo>
                  <a:cubicBezTo>
                    <a:pt x="1992" y="105"/>
                    <a:pt x="1635" y="0"/>
                    <a:pt x="13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2421350" y="224502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472545" y="16421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About Project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840;p46">
            <a:extLst>
              <a:ext uri="{FF2B5EF4-FFF2-40B4-BE49-F238E27FC236}">
                <a16:creationId xmlns:a16="http://schemas.microsoft.com/office/drawing/2014/main" id="{C88339C3-EC72-0D57-0F3D-3F4DDA305A13}"/>
              </a:ext>
            </a:extLst>
          </p:cNvPr>
          <p:cNvSpPr txBox="1">
            <a:spLocks/>
          </p:cNvSpPr>
          <p:nvPr/>
        </p:nvSpPr>
        <p:spPr>
          <a:xfrm>
            <a:off x="873103" y="2994817"/>
            <a:ext cx="246108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55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r>
              <a:rPr lang="en-GB" sz="2400" b="1" dirty="0">
                <a:solidFill>
                  <a:schemeClr val="accent6"/>
                </a:solidFill>
              </a:rPr>
              <a:t>Tasks</a:t>
            </a:r>
          </a:p>
        </p:txBody>
      </p:sp>
      <p:sp>
        <p:nvSpPr>
          <p:cNvPr id="11" name="Google Shape;840;p46">
            <a:extLst>
              <a:ext uri="{FF2B5EF4-FFF2-40B4-BE49-F238E27FC236}">
                <a16:creationId xmlns:a16="http://schemas.microsoft.com/office/drawing/2014/main" id="{4D0C271C-ED90-F974-14CF-3CC4A1872C4D}"/>
              </a:ext>
            </a:extLst>
          </p:cNvPr>
          <p:cNvSpPr txBox="1">
            <a:spLocks/>
          </p:cNvSpPr>
          <p:nvPr/>
        </p:nvSpPr>
        <p:spPr>
          <a:xfrm>
            <a:off x="873213" y="715471"/>
            <a:ext cx="2265060" cy="464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55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r>
              <a:rPr lang="en-GB" sz="2400" b="1" dirty="0">
                <a:solidFill>
                  <a:schemeClr val="accent6"/>
                </a:solidFill>
              </a:rPr>
              <a:t>Introduction</a:t>
            </a:r>
          </a:p>
        </p:txBody>
      </p:sp>
      <p:sp>
        <p:nvSpPr>
          <p:cNvPr id="12" name="Google Shape;840;p46">
            <a:extLst>
              <a:ext uri="{FF2B5EF4-FFF2-40B4-BE49-F238E27FC236}">
                <a16:creationId xmlns:a16="http://schemas.microsoft.com/office/drawing/2014/main" id="{49464A6C-31D0-8DC6-3E27-AC17BB331899}"/>
              </a:ext>
            </a:extLst>
          </p:cNvPr>
          <p:cNvSpPr txBox="1">
            <a:spLocks/>
          </p:cNvSpPr>
          <p:nvPr/>
        </p:nvSpPr>
        <p:spPr>
          <a:xfrm>
            <a:off x="959370" y="2331283"/>
            <a:ext cx="5984551" cy="703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55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r>
              <a:rPr lang="en-US" sz="1600" dirty="0"/>
              <a:t>The management noticed that they do not get enough insights to make quick and smart data-informed decisions.</a:t>
            </a:r>
            <a:endParaRPr lang="en-GB" sz="1600" dirty="0"/>
          </a:p>
        </p:txBody>
      </p:sp>
      <p:sp>
        <p:nvSpPr>
          <p:cNvPr id="13" name="Google Shape;840;p46">
            <a:extLst>
              <a:ext uri="{FF2B5EF4-FFF2-40B4-BE49-F238E27FC236}">
                <a16:creationId xmlns:a16="http://schemas.microsoft.com/office/drawing/2014/main" id="{9104DAC6-9F52-E3F2-2B7C-6C1CB0170045}"/>
              </a:ext>
            </a:extLst>
          </p:cNvPr>
          <p:cNvSpPr txBox="1">
            <a:spLocks/>
          </p:cNvSpPr>
          <p:nvPr/>
        </p:nvSpPr>
        <p:spPr>
          <a:xfrm>
            <a:off x="873103" y="1823940"/>
            <a:ext cx="3016621" cy="464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55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r>
              <a:rPr lang="en-GB" sz="2400" b="1" dirty="0">
                <a:solidFill>
                  <a:schemeClr val="accent6"/>
                </a:solidFill>
              </a:rPr>
              <a:t>Problem Statement</a:t>
            </a:r>
          </a:p>
        </p:txBody>
      </p:sp>
      <p:sp>
        <p:nvSpPr>
          <p:cNvPr id="14" name="Google Shape;840;p46">
            <a:extLst>
              <a:ext uri="{FF2B5EF4-FFF2-40B4-BE49-F238E27FC236}">
                <a16:creationId xmlns:a16="http://schemas.microsoft.com/office/drawing/2014/main" id="{BB164B5C-7B84-FC58-0D94-ED3D3DF4DC32}"/>
              </a:ext>
            </a:extLst>
          </p:cNvPr>
          <p:cNvSpPr txBox="1">
            <a:spLocks/>
          </p:cNvSpPr>
          <p:nvPr/>
        </p:nvSpPr>
        <p:spPr>
          <a:xfrm>
            <a:off x="959370" y="1233041"/>
            <a:ext cx="5898285" cy="703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55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r>
              <a:rPr lang="en-US" sz="1600" dirty="0" err="1"/>
              <a:t>Atliq</a:t>
            </a:r>
            <a:r>
              <a:rPr lang="en-US" sz="1600" dirty="0"/>
              <a:t> </a:t>
            </a:r>
            <a:r>
              <a:rPr lang="en-US" sz="1600" dirty="0" err="1"/>
              <a:t>Hardwares</a:t>
            </a:r>
            <a:r>
              <a:rPr lang="en-US" sz="1600" dirty="0"/>
              <a:t> (imaginary company) is one of the leading computer hardware producers in India and other countries too.</a:t>
            </a:r>
            <a:endParaRPr lang="en-GB" sz="1600" dirty="0"/>
          </a:p>
        </p:txBody>
      </p:sp>
      <p:sp>
        <p:nvSpPr>
          <p:cNvPr id="15" name="Google Shape;840;p46">
            <a:extLst>
              <a:ext uri="{FF2B5EF4-FFF2-40B4-BE49-F238E27FC236}">
                <a16:creationId xmlns:a16="http://schemas.microsoft.com/office/drawing/2014/main" id="{37305B43-E858-00FD-68A0-350B5F9BBDDE}"/>
              </a:ext>
            </a:extLst>
          </p:cNvPr>
          <p:cNvSpPr txBox="1">
            <a:spLocks/>
          </p:cNvSpPr>
          <p:nvPr/>
        </p:nvSpPr>
        <p:spPr>
          <a:xfrm>
            <a:off x="959370" y="3621827"/>
            <a:ext cx="7483912" cy="87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55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/>
              <a:t>There are 10 ad-hoc requests for which the company needs insights.</a:t>
            </a:r>
          </a:p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en-US" sz="1600" dirty="0"/>
              <a:t>You need to run a SQL query to answer these requests.</a:t>
            </a:r>
          </a:p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en-US" sz="1600" dirty="0"/>
              <a:t>Convert it into visualizations and present the insights to the top-level management.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4"/>
          <p:cNvSpPr txBox="1">
            <a:spLocks noGrp="1"/>
          </p:cNvSpPr>
          <p:nvPr>
            <p:ph type="title" idx="2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spcFirstLastPara="1" wrap="square" lIns="91425" tIns="91425" rIns="11255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552" name="Google Shape;552;p44"/>
          <p:cNvSpPr txBox="1">
            <a:spLocks noGrp="1"/>
          </p:cNvSpPr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About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Company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2" name="Google Shape;4089;p75">
            <a:extLst>
              <a:ext uri="{FF2B5EF4-FFF2-40B4-BE49-F238E27FC236}">
                <a16:creationId xmlns:a16="http://schemas.microsoft.com/office/drawing/2014/main" id="{479A1711-79AE-7036-F90D-3B9175583D19}"/>
              </a:ext>
            </a:extLst>
          </p:cNvPr>
          <p:cNvGrpSpPr/>
          <p:nvPr/>
        </p:nvGrpSpPr>
        <p:grpSpPr>
          <a:xfrm>
            <a:off x="4661941" y="1062884"/>
            <a:ext cx="4017363" cy="3717561"/>
            <a:chOff x="1356975" y="492800"/>
            <a:chExt cx="4939375" cy="4832300"/>
          </a:xfrm>
        </p:grpSpPr>
        <p:sp>
          <p:nvSpPr>
            <p:cNvPr id="3" name="Google Shape;4090;p75">
              <a:extLst>
                <a:ext uri="{FF2B5EF4-FFF2-40B4-BE49-F238E27FC236}">
                  <a16:creationId xmlns:a16="http://schemas.microsoft.com/office/drawing/2014/main" id="{27C0467C-2165-40C5-BF3F-38588FE3E60C}"/>
                </a:ext>
              </a:extLst>
            </p:cNvPr>
            <p:cNvSpPr/>
            <p:nvPr/>
          </p:nvSpPr>
          <p:spPr>
            <a:xfrm>
              <a:off x="1356975" y="2393825"/>
              <a:ext cx="4939375" cy="2931275"/>
            </a:xfrm>
            <a:custGeom>
              <a:avLst/>
              <a:gdLst/>
              <a:ahLst/>
              <a:cxnLst/>
              <a:rect l="l" t="t" r="r" b="b"/>
              <a:pathLst>
                <a:path w="197575" h="117251" extrusionOk="0">
                  <a:moveTo>
                    <a:pt x="98771" y="0"/>
                  </a:moveTo>
                  <a:cubicBezTo>
                    <a:pt x="44232" y="0"/>
                    <a:pt x="0" y="26253"/>
                    <a:pt x="0" y="58609"/>
                  </a:cubicBezTo>
                  <a:cubicBezTo>
                    <a:pt x="0" y="90999"/>
                    <a:pt x="44232" y="117251"/>
                    <a:pt x="98771" y="117251"/>
                  </a:cubicBezTo>
                  <a:cubicBezTo>
                    <a:pt x="153343" y="117251"/>
                    <a:pt x="197575" y="90999"/>
                    <a:pt x="197575" y="58609"/>
                  </a:cubicBezTo>
                  <a:cubicBezTo>
                    <a:pt x="197575" y="26253"/>
                    <a:pt x="153343" y="0"/>
                    <a:pt x="9877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091;p75">
              <a:extLst>
                <a:ext uri="{FF2B5EF4-FFF2-40B4-BE49-F238E27FC236}">
                  <a16:creationId xmlns:a16="http://schemas.microsoft.com/office/drawing/2014/main" id="{677F9D6E-6FB1-92CB-B784-492301E436BA}"/>
                </a:ext>
              </a:extLst>
            </p:cNvPr>
            <p:cNvSpPr/>
            <p:nvPr/>
          </p:nvSpPr>
          <p:spPr>
            <a:xfrm>
              <a:off x="3557700" y="3895150"/>
              <a:ext cx="2088200" cy="1036150"/>
            </a:xfrm>
            <a:custGeom>
              <a:avLst/>
              <a:gdLst/>
              <a:ahLst/>
              <a:cxnLst/>
              <a:rect l="l" t="t" r="r" b="b"/>
              <a:pathLst>
                <a:path w="83528" h="41446" extrusionOk="0">
                  <a:moveTo>
                    <a:pt x="18704" y="1"/>
                  </a:moveTo>
                  <a:cubicBezTo>
                    <a:pt x="18310" y="1"/>
                    <a:pt x="17922" y="53"/>
                    <a:pt x="17547" y="157"/>
                  </a:cubicBezTo>
                  <a:cubicBezTo>
                    <a:pt x="10075" y="2425"/>
                    <a:pt x="4371" y="5694"/>
                    <a:pt x="368" y="9964"/>
                  </a:cubicBezTo>
                  <a:cubicBezTo>
                    <a:pt x="1" y="10364"/>
                    <a:pt x="34" y="10998"/>
                    <a:pt x="435" y="11365"/>
                  </a:cubicBezTo>
                  <a:cubicBezTo>
                    <a:pt x="4904" y="15468"/>
                    <a:pt x="11309" y="19671"/>
                    <a:pt x="17614" y="22873"/>
                  </a:cubicBezTo>
                  <a:cubicBezTo>
                    <a:pt x="17967" y="23019"/>
                    <a:pt x="18345" y="23100"/>
                    <a:pt x="18718" y="23100"/>
                  </a:cubicBezTo>
                  <a:cubicBezTo>
                    <a:pt x="18944" y="23100"/>
                    <a:pt x="19167" y="23070"/>
                    <a:pt x="19381" y="23007"/>
                  </a:cubicBezTo>
                  <a:cubicBezTo>
                    <a:pt x="21716" y="22240"/>
                    <a:pt x="24018" y="21339"/>
                    <a:pt x="26253" y="20305"/>
                  </a:cubicBezTo>
                  <a:lnTo>
                    <a:pt x="26253" y="20305"/>
                  </a:lnTo>
                  <a:cubicBezTo>
                    <a:pt x="23117" y="25876"/>
                    <a:pt x="25386" y="32280"/>
                    <a:pt x="33058" y="36717"/>
                  </a:cubicBezTo>
                  <a:cubicBezTo>
                    <a:pt x="38512" y="39869"/>
                    <a:pt x="45667" y="41445"/>
                    <a:pt x="52822" y="41445"/>
                  </a:cubicBezTo>
                  <a:cubicBezTo>
                    <a:pt x="59977" y="41445"/>
                    <a:pt x="67132" y="39869"/>
                    <a:pt x="72586" y="36717"/>
                  </a:cubicBezTo>
                  <a:cubicBezTo>
                    <a:pt x="83527" y="30412"/>
                    <a:pt x="83527" y="20205"/>
                    <a:pt x="72586" y="13900"/>
                  </a:cubicBezTo>
                  <a:cubicBezTo>
                    <a:pt x="67132" y="10760"/>
                    <a:pt x="59991" y="9185"/>
                    <a:pt x="52845" y="9185"/>
                  </a:cubicBezTo>
                  <a:cubicBezTo>
                    <a:pt x="48759" y="9185"/>
                    <a:pt x="44671" y="9700"/>
                    <a:pt x="40897" y="10731"/>
                  </a:cubicBezTo>
                  <a:cubicBezTo>
                    <a:pt x="40997" y="10631"/>
                    <a:pt x="41097" y="10531"/>
                    <a:pt x="41197" y="10431"/>
                  </a:cubicBezTo>
                  <a:cubicBezTo>
                    <a:pt x="41597" y="10131"/>
                    <a:pt x="41564" y="9497"/>
                    <a:pt x="41130" y="9230"/>
                  </a:cubicBezTo>
                  <a:cubicBezTo>
                    <a:pt x="34926" y="4694"/>
                    <a:pt x="27721" y="1592"/>
                    <a:pt x="19415" y="57"/>
                  </a:cubicBezTo>
                  <a:cubicBezTo>
                    <a:pt x="19177" y="20"/>
                    <a:pt x="18939" y="1"/>
                    <a:pt x="18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092;p75">
              <a:extLst>
                <a:ext uri="{FF2B5EF4-FFF2-40B4-BE49-F238E27FC236}">
                  <a16:creationId xmlns:a16="http://schemas.microsoft.com/office/drawing/2014/main" id="{9A38A128-8394-4A5C-33F5-FAF4256C19BC}"/>
                </a:ext>
              </a:extLst>
            </p:cNvPr>
            <p:cNvSpPr/>
            <p:nvPr/>
          </p:nvSpPr>
          <p:spPr>
            <a:xfrm>
              <a:off x="1933225" y="2626900"/>
              <a:ext cx="3016350" cy="1738150"/>
            </a:xfrm>
            <a:custGeom>
              <a:avLst/>
              <a:gdLst/>
              <a:ahLst/>
              <a:cxnLst/>
              <a:rect l="l" t="t" r="r" b="b"/>
              <a:pathLst>
                <a:path w="120654" h="69526" extrusionOk="0">
                  <a:moveTo>
                    <a:pt x="115549" y="1"/>
                  </a:moveTo>
                  <a:cubicBezTo>
                    <a:pt x="115208" y="1"/>
                    <a:pt x="114866" y="84"/>
                    <a:pt x="114549" y="251"/>
                  </a:cubicBezTo>
                  <a:lnTo>
                    <a:pt x="534" y="66065"/>
                  </a:lnTo>
                  <a:cubicBezTo>
                    <a:pt x="0" y="66398"/>
                    <a:pt x="0" y="66899"/>
                    <a:pt x="534" y="67232"/>
                  </a:cubicBezTo>
                  <a:lnTo>
                    <a:pt x="4170" y="69300"/>
                  </a:lnTo>
                  <a:cubicBezTo>
                    <a:pt x="4487" y="69450"/>
                    <a:pt x="4829" y="69526"/>
                    <a:pt x="5171" y="69526"/>
                  </a:cubicBezTo>
                  <a:cubicBezTo>
                    <a:pt x="5512" y="69526"/>
                    <a:pt x="5854" y="69450"/>
                    <a:pt x="6171" y="69300"/>
                  </a:cubicBezTo>
                  <a:lnTo>
                    <a:pt x="120086" y="3520"/>
                  </a:lnTo>
                  <a:cubicBezTo>
                    <a:pt x="120653" y="3220"/>
                    <a:pt x="120653" y="2686"/>
                    <a:pt x="120086" y="2352"/>
                  </a:cubicBezTo>
                  <a:lnTo>
                    <a:pt x="116550" y="251"/>
                  </a:lnTo>
                  <a:cubicBezTo>
                    <a:pt x="116233" y="84"/>
                    <a:pt x="115891" y="1"/>
                    <a:pt x="11554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093;p75">
              <a:extLst>
                <a:ext uri="{FF2B5EF4-FFF2-40B4-BE49-F238E27FC236}">
                  <a16:creationId xmlns:a16="http://schemas.microsoft.com/office/drawing/2014/main" id="{89D30010-61C3-4901-B337-734508BCF4E3}"/>
                </a:ext>
              </a:extLst>
            </p:cNvPr>
            <p:cNvSpPr/>
            <p:nvPr/>
          </p:nvSpPr>
          <p:spPr>
            <a:xfrm>
              <a:off x="2780500" y="3980800"/>
              <a:ext cx="639650" cy="369450"/>
            </a:xfrm>
            <a:custGeom>
              <a:avLst/>
              <a:gdLst/>
              <a:ahLst/>
              <a:cxnLst/>
              <a:rect l="l" t="t" r="r" b="b"/>
              <a:pathLst>
                <a:path w="25586" h="14778" extrusionOk="0">
                  <a:moveTo>
                    <a:pt x="12809" y="0"/>
                  </a:moveTo>
                  <a:cubicBezTo>
                    <a:pt x="5738" y="0"/>
                    <a:pt x="0" y="3336"/>
                    <a:pt x="0" y="7405"/>
                  </a:cubicBezTo>
                  <a:cubicBezTo>
                    <a:pt x="0" y="11475"/>
                    <a:pt x="5738" y="14777"/>
                    <a:pt x="12809" y="14777"/>
                  </a:cubicBezTo>
                  <a:cubicBezTo>
                    <a:pt x="19848" y="14777"/>
                    <a:pt x="25585" y="11475"/>
                    <a:pt x="25585" y="7405"/>
                  </a:cubicBezTo>
                  <a:cubicBezTo>
                    <a:pt x="25585" y="3336"/>
                    <a:pt x="19848" y="0"/>
                    <a:pt x="1280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094;p75">
              <a:extLst>
                <a:ext uri="{FF2B5EF4-FFF2-40B4-BE49-F238E27FC236}">
                  <a16:creationId xmlns:a16="http://schemas.microsoft.com/office/drawing/2014/main" id="{095B949E-1E30-68DB-F92B-EE195C682C9F}"/>
                </a:ext>
              </a:extLst>
            </p:cNvPr>
            <p:cNvSpPr/>
            <p:nvPr/>
          </p:nvSpPr>
          <p:spPr>
            <a:xfrm>
              <a:off x="3247500" y="4252650"/>
              <a:ext cx="639650" cy="369450"/>
            </a:xfrm>
            <a:custGeom>
              <a:avLst/>
              <a:gdLst/>
              <a:ahLst/>
              <a:cxnLst/>
              <a:rect l="l" t="t" r="r" b="b"/>
              <a:pathLst>
                <a:path w="25586" h="14778" extrusionOk="0">
                  <a:moveTo>
                    <a:pt x="12776" y="1"/>
                  </a:moveTo>
                  <a:cubicBezTo>
                    <a:pt x="5738" y="1"/>
                    <a:pt x="0" y="3303"/>
                    <a:pt x="0" y="7406"/>
                  </a:cubicBezTo>
                  <a:cubicBezTo>
                    <a:pt x="0" y="11476"/>
                    <a:pt x="5738" y="14778"/>
                    <a:pt x="12776" y="14778"/>
                  </a:cubicBezTo>
                  <a:cubicBezTo>
                    <a:pt x="19848" y="14778"/>
                    <a:pt x="25585" y="11476"/>
                    <a:pt x="25585" y="7406"/>
                  </a:cubicBezTo>
                  <a:cubicBezTo>
                    <a:pt x="25585" y="3303"/>
                    <a:pt x="19848" y="1"/>
                    <a:pt x="1277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095;p75">
              <a:extLst>
                <a:ext uri="{FF2B5EF4-FFF2-40B4-BE49-F238E27FC236}">
                  <a16:creationId xmlns:a16="http://schemas.microsoft.com/office/drawing/2014/main" id="{FC3349AE-17F3-3A03-AE44-4B4C13DB6935}"/>
                </a:ext>
              </a:extLst>
            </p:cNvPr>
            <p:cNvSpPr/>
            <p:nvPr/>
          </p:nvSpPr>
          <p:spPr>
            <a:xfrm>
              <a:off x="4686025" y="2761575"/>
              <a:ext cx="638800" cy="369475"/>
            </a:xfrm>
            <a:custGeom>
              <a:avLst/>
              <a:gdLst/>
              <a:ahLst/>
              <a:cxnLst/>
              <a:rect l="l" t="t" r="r" b="b"/>
              <a:pathLst>
                <a:path w="25552" h="14779" extrusionOk="0">
                  <a:moveTo>
                    <a:pt x="12776" y="1"/>
                  </a:moveTo>
                  <a:cubicBezTo>
                    <a:pt x="5738" y="1"/>
                    <a:pt x="0" y="3303"/>
                    <a:pt x="0" y="7373"/>
                  </a:cubicBezTo>
                  <a:cubicBezTo>
                    <a:pt x="0" y="11476"/>
                    <a:pt x="5738" y="14778"/>
                    <a:pt x="12776" y="14778"/>
                  </a:cubicBezTo>
                  <a:cubicBezTo>
                    <a:pt x="19848" y="14778"/>
                    <a:pt x="25552" y="11476"/>
                    <a:pt x="25552" y="7373"/>
                  </a:cubicBezTo>
                  <a:cubicBezTo>
                    <a:pt x="25552" y="3303"/>
                    <a:pt x="19848" y="1"/>
                    <a:pt x="1277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096;p75">
              <a:extLst>
                <a:ext uri="{FF2B5EF4-FFF2-40B4-BE49-F238E27FC236}">
                  <a16:creationId xmlns:a16="http://schemas.microsoft.com/office/drawing/2014/main" id="{6605BCFB-2506-80F7-4D3C-9C63F7E7B9B6}"/>
                </a:ext>
              </a:extLst>
            </p:cNvPr>
            <p:cNvSpPr/>
            <p:nvPr/>
          </p:nvSpPr>
          <p:spPr>
            <a:xfrm>
              <a:off x="1793950" y="735550"/>
              <a:ext cx="619625" cy="468475"/>
            </a:xfrm>
            <a:custGeom>
              <a:avLst/>
              <a:gdLst/>
              <a:ahLst/>
              <a:cxnLst/>
              <a:rect l="l" t="t" r="r" b="b"/>
              <a:pathLst>
                <a:path w="24785" h="18739" extrusionOk="0">
                  <a:moveTo>
                    <a:pt x="11471" y="0"/>
                  </a:moveTo>
                  <a:cubicBezTo>
                    <a:pt x="10831" y="0"/>
                    <a:pt x="10107" y="210"/>
                    <a:pt x="9341" y="651"/>
                  </a:cubicBezTo>
                  <a:cubicBezTo>
                    <a:pt x="6705" y="2152"/>
                    <a:pt x="4604" y="5855"/>
                    <a:pt x="4604" y="8890"/>
                  </a:cubicBezTo>
                  <a:lnTo>
                    <a:pt x="4604" y="10591"/>
                  </a:lnTo>
                  <a:cubicBezTo>
                    <a:pt x="4571" y="11259"/>
                    <a:pt x="4737" y="11926"/>
                    <a:pt x="5004" y="12560"/>
                  </a:cubicBezTo>
                  <a:lnTo>
                    <a:pt x="1769" y="14428"/>
                  </a:lnTo>
                  <a:cubicBezTo>
                    <a:pt x="701" y="15095"/>
                    <a:pt x="67" y="16229"/>
                    <a:pt x="1" y="17463"/>
                  </a:cubicBezTo>
                  <a:cubicBezTo>
                    <a:pt x="1" y="18269"/>
                    <a:pt x="388" y="18739"/>
                    <a:pt x="972" y="18739"/>
                  </a:cubicBezTo>
                  <a:cubicBezTo>
                    <a:pt x="1210" y="18739"/>
                    <a:pt x="1479" y="18661"/>
                    <a:pt x="1769" y="18497"/>
                  </a:cubicBezTo>
                  <a:lnTo>
                    <a:pt x="23017" y="6222"/>
                  </a:lnTo>
                  <a:cubicBezTo>
                    <a:pt x="24051" y="5521"/>
                    <a:pt x="24718" y="4387"/>
                    <a:pt x="24785" y="3153"/>
                  </a:cubicBezTo>
                  <a:cubicBezTo>
                    <a:pt x="24785" y="2372"/>
                    <a:pt x="24382" y="1910"/>
                    <a:pt x="23802" y="1910"/>
                  </a:cubicBezTo>
                  <a:cubicBezTo>
                    <a:pt x="23565" y="1910"/>
                    <a:pt x="23298" y="1987"/>
                    <a:pt x="23017" y="2152"/>
                  </a:cubicBezTo>
                  <a:lnTo>
                    <a:pt x="19081" y="4420"/>
                  </a:lnTo>
                  <a:cubicBezTo>
                    <a:pt x="19114" y="4254"/>
                    <a:pt x="19114" y="4053"/>
                    <a:pt x="19114" y="3887"/>
                  </a:cubicBezTo>
                  <a:lnTo>
                    <a:pt x="19114" y="2753"/>
                  </a:lnTo>
                  <a:cubicBezTo>
                    <a:pt x="19114" y="1327"/>
                    <a:pt x="18387" y="494"/>
                    <a:pt x="17341" y="494"/>
                  </a:cubicBezTo>
                  <a:cubicBezTo>
                    <a:pt x="16919" y="494"/>
                    <a:pt x="16444" y="630"/>
                    <a:pt x="15945" y="918"/>
                  </a:cubicBezTo>
                  <a:cubicBezTo>
                    <a:pt x="15178" y="1385"/>
                    <a:pt x="14544" y="2019"/>
                    <a:pt x="14044" y="2753"/>
                  </a:cubicBezTo>
                  <a:cubicBezTo>
                    <a:pt x="13861" y="993"/>
                    <a:pt x="12864" y="0"/>
                    <a:pt x="1147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097;p75">
              <a:extLst>
                <a:ext uri="{FF2B5EF4-FFF2-40B4-BE49-F238E27FC236}">
                  <a16:creationId xmlns:a16="http://schemas.microsoft.com/office/drawing/2014/main" id="{75950158-6E58-4F52-90AE-E084F7E8AE00}"/>
                </a:ext>
              </a:extLst>
            </p:cNvPr>
            <p:cNvSpPr/>
            <p:nvPr/>
          </p:nvSpPr>
          <p:spPr>
            <a:xfrm>
              <a:off x="2463600" y="1059300"/>
              <a:ext cx="467850" cy="353050"/>
            </a:xfrm>
            <a:custGeom>
              <a:avLst/>
              <a:gdLst/>
              <a:ahLst/>
              <a:cxnLst/>
              <a:rect l="l" t="t" r="r" b="b"/>
              <a:pathLst>
                <a:path w="18714" h="14122" extrusionOk="0">
                  <a:moveTo>
                    <a:pt x="8663" y="0"/>
                  </a:moveTo>
                  <a:cubicBezTo>
                    <a:pt x="8185" y="0"/>
                    <a:pt x="7645" y="154"/>
                    <a:pt x="7072" y="477"/>
                  </a:cubicBezTo>
                  <a:cubicBezTo>
                    <a:pt x="5104" y="1611"/>
                    <a:pt x="3470" y="4413"/>
                    <a:pt x="3470" y="6681"/>
                  </a:cubicBezTo>
                  <a:lnTo>
                    <a:pt x="3470" y="7982"/>
                  </a:lnTo>
                  <a:cubicBezTo>
                    <a:pt x="3470" y="8483"/>
                    <a:pt x="3570" y="8983"/>
                    <a:pt x="3803" y="9450"/>
                  </a:cubicBezTo>
                  <a:lnTo>
                    <a:pt x="1335" y="10884"/>
                  </a:lnTo>
                  <a:cubicBezTo>
                    <a:pt x="534" y="11385"/>
                    <a:pt x="34" y="12252"/>
                    <a:pt x="0" y="13186"/>
                  </a:cubicBezTo>
                  <a:cubicBezTo>
                    <a:pt x="0" y="13782"/>
                    <a:pt x="307" y="14122"/>
                    <a:pt x="749" y="14122"/>
                  </a:cubicBezTo>
                  <a:cubicBezTo>
                    <a:pt x="926" y="14122"/>
                    <a:pt x="1125" y="14068"/>
                    <a:pt x="1335" y="13953"/>
                  </a:cubicBezTo>
                  <a:lnTo>
                    <a:pt x="17379" y="4680"/>
                  </a:lnTo>
                  <a:cubicBezTo>
                    <a:pt x="18147" y="4180"/>
                    <a:pt x="18647" y="3312"/>
                    <a:pt x="18714" y="2378"/>
                  </a:cubicBezTo>
                  <a:cubicBezTo>
                    <a:pt x="18714" y="1785"/>
                    <a:pt x="18409" y="1428"/>
                    <a:pt x="17969" y="1428"/>
                  </a:cubicBezTo>
                  <a:cubicBezTo>
                    <a:pt x="17791" y="1428"/>
                    <a:pt x="17591" y="1486"/>
                    <a:pt x="17379" y="1611"/>
                  </a:cubicBezTo>
                  <a:lnTo>
                    <a:pt x="14411" y="3312"/>
                  </a:lnTo>
                  <a:cubicBezTo>
                    <a:pt x="14411" y="3179"/>
                    <a:pt x="14444" y="3045"/>
                    <a:pt x="14444" y="2945"/>
                  </a:cubicBezTo>
                  <a:lnTo>
                    <a:pt x="14444" y="2078"/>
                  </a:lnTo>
                  <a:cubicBezTo>
                    <a:pt x="14444" y="987"/>
                    <a:pt x="13904" y="351"/>
                    <a:pt x="13112" y="351"/>
                  </a:cubicBezTo>
                  <a:cubicBezTo>
                    <a:pt x="12790" y="351"/>
                    <a:pt x="12428" y="456"/>
                    <a:pt x="12042" y="677"/>
                  </a:cubicBezTo>
                  <a:cubicBezTo>
                    <a:pt x="11475" y="1044"/>
                    <a:pt x="11008" y="1511"/>
                    <a:pt x="10608" y="2078"/>
                  </a:cubicBezTo>
                  <a:cubicBezTo>
                    <a:pt x="10470" y="747"/>
                    <a:pt x="9717" y="0"/>
                    <a:pt x="8663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098;p75">
              <a:extLst>
                <a:ext uri="{FF2B5EF4-FFF2-40B4-BE49-F238E27FC236}">
                  <a16:creationId xmlns:a16="http://schemas.microsoft.com/office/drawing/2014/main" id="{2E0EF114-3B2F-2552-6F63-A592FA821B3B}"/>
                </a:ext>
              </a:extLst>
            </p:cNvPr>
            <p:cNvSpPr/>
            <p:nvPr/>
          </p:nvSpPr>
          <p:spPr>
            <a:xfrm>
              <a:off x="1590975" y="3474550"/>
              <a:ext cx="485700" cy="539625"/>
            </a:xfrm>
            <a:custGeom>
              <a:avLst/>
              <a:gdLst/>
              <a:ahLst/>
              <a:cxnLst/>
              <a:rect l="l" t="t" r="r" b="b"/>
              <a:pathLst>
                <a:path w="19428" h="21585" extrusionOk="0">
                  <a:moveTo>
                    <a:pt x="5765" y="0"/>
                  </a:moveTo>
                  <a:cubicBezTo>
                    <a:pt x="2477" y="0"/>
                    <a:pt x="0" y="2803"/>
                    <a:pt x="3383" y="5473"/>
                  </a:cubicBezTo>
                  <a:cubicBezTo>
                    <a:pt x="7219" y="8475"/>
                    <a:pt x="14291" y="11978"/>
                    <a:pt x="16459" y="21584"/>
                  </a:cubicBezTo>
                  <a:lnTo>
                    <a:pt x="19294" y="20884"/>
                  </a:lnTo>
                  <a:cubicBezTo>
                    <a:pt x="19294" y="20884"/>
                    <a:pt x="19428" y="14713"/>
                    <a:pt x="17026" y="9576"/>
                  </a:cubicBezTo>
                  <a:cubicBezTo>
                    <a:pt x="14624" y="4439"/>
                    <a:pt x="10855" y="970"/>
                    <a:pt x="7019" y="136"/>
                  </a:cubicBezTo>
                  <a:cubicBezTo>
                    <a:pt x="6595" y="44"/>
                    <a:pt x="6174" y="0"/>
                    <a:pt x="576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099;p75">
              <a:extLst>
                <a:ext uri="{FF2B5EF4-FFF2-40B4-BE49-F238E27FC236}">
                  <a16:creationId xmlns:a16="http://schemas.microsoft.com/office/drawing/2014/main" id="{54B9EF03-F3B5-4BD2-6A7C-FC203ED6E35D}"/>
                </a:ext>
              </a:extLst>
            </p:cNvPr>
            <p:cNvSpPr/>
            <p:nvPr/>
          </p:nvSpPr>
          <p:spPr>
            <a:xfrm>
              <a:off x="1590975" y="3474550"/>
              <a:ext cx="485700" cy="539625"/>
            </a:xfrm>
            <a:custGeom>
              <a:avLst/>
              <a:gdLst/>
              <a:ahLst/>
              <a:cxnLst/>
              <a:rect l="l" t="t" r="r" b="b"/>
              <a:pathLst>
                <a:path w="19428" h="21585" extrusionOk="0">
                  <a:moveTo>
                    <a:pt x="5765" y="0"/>
                  </a:moveTo>
                  <a:cubicBezTo>
                    <a:pt x="2477" y="0"/>
                    <a:pt x="0" y="2803"/>
                    <a:pt x="3383" y="5473"/>
                  </a:cubicBezTo>
                  <a:cubicBezTo>
                    <a:pt x="7219" y="8475"/>
                    <a:pt x="14291" y="11978"/>
                    <a:pt x="16459" y="21584"/>
                  </a:cubicBezTo>
                  <a:lnTo>
                    <a:pt x="19294" y="20884"/>
                  </a:lnTo>
                  <a:cubicBezTo>
                    <a:pt x="19294" y="20884"/>
                    <a:pt x="19428" y="14713"/>
                    <a:pt x="17026" y="9576"/>
                  </a:cubicBezTo>
                  <a:cubicBezTo>
                    <a:pt x="14624" y="4439"/>
                    <a:pt x="10855" y="970"/>
                    <a:pt x="7019" y="136"/>
                  </a:cubicBezTo>
                  <a:cubicBezTo>
                    <a:pt x="6595" y="44"/>
                    <a:pt x="6174" y="0"/>
                    <a:pt x="57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100;p75">
              <a:extLst>
                <a:ext uri="{FF2B5EF4-FFF2-40B4-BE49-F238E27FC236}">
                  <a16:creationId xmlns:a16="http://schemas.microsoft.com/office/drawing/2014/main" id="{66CEA62E-99F8-F08E-0239-11FF1E274587}"/>
                </a:ext>
              </a:extLst>
            </p:cNvPr>
            <p:cNvSpPr/>
            <p:nvPr/>
          </p:nvSpPr>
          <p:spPr>
            <a:xfrm>
              <a:off x="1711400" y="3517300"/>
              <a:ext cx="344425" cy="436225"/>
            </a:xfrm>
            <a:custGeom>
              <a:avLst/>
              <a:gdLst/>
              <a:ahLst/>
              <a:cxnLst/>
              <a:rect l="l" t="t" r="r" b="b"/>
              <a:pathLst>
                <a:path w="13777" h="17449" extrusionOk="0">
                  <a:moveTo>
                    <a:pt x="212" y="0"/>
                  </a:moveTo>
                  <a:cubicBezTo>
                    <a:pt x="134" y="0"/>
                    <a:pt x="58" y="55"/>
                    <a:pt x="34" y="127"/>
                  </a:cubicBezTo>
                  <a:cubicBezTo>
                    <a:pt x="0" y="260"/>
                    <a:pt x="67" y="360"/>
                    <a:pt x="167" y="394"/>
                  </a:cubicBezTo>
                  <a:cubicBezTo>
                    <a:pt x="3536" y="1661"/>
                    <a:pt x="10641" y="6832"/>
                    <a:pt x="13343" y="17306"/>
                  </a:cubicBezTo>
                  <a:cubicBezTo>
                    <a:pt x="13371" y="17388"/>
                    <a:pt x="13443" y="17448"/>
                    <a:pt x="13524" y="17448"/>
                  </a:cubicBezTo>
                  <a:cubicBezTo>
                    <a:pt x="13541" y="17448"/>
                    <a:pt x="13559" y="17445"/>
                    <a:pt x="13577" y="17439"/>
                  </a:cubicBezTo>
                  <a:lnTo>
                    <a:pt x="13610" y="17439"/>
                  </a:lnTo>
                  <a:cubicBezTo>
                    <a:pt x="13710" y="17439"/>
                    <a:pt x="13777" y="17306"/>
                    <a:pt x="13743" y="17206"/>
                  </a:cubicBezTo>
                  <a:cubicBezTo>
                    <a:pt x="11008" y="6565"/>
                    <a:pt x="3736" y="1294"/>
                    <a:pt x="300" y="27"/>
                  </a:cubicBezTo>
                  <a:cubicBezTo>
                    <a:pt x="272" y="8"/>
                    <a:pt x="242" y="0"/>
                    <a:pt x="2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101;p75">
              <a:extLst>
                <a:ext uri="{FF2B5EF4-FFF2-40B4-BE49-F238E27FC236}">
                  <a16:creationId xmlns:a16="http://schemas.microsoft.com/office/drawing/2014/main" id="{0B172A16-8298-A09C-81A3-C1DCDD2212CB}"/>
                </a:ext>
              </a:extLst>
            </p:cNvPr>
            <p:cNvSpPr/>
            <p:nvPr/>
          </p:nvSpPr>
          <p:spPr>
            <a:xfrm>
              <a:off x="1572950" y="3758975"/>
              <a:ext cx="477050" cy="513475"/>
            </a:xfrm>
            <a:custGeom>
              <a:avLst/>
              <a:gdLst/>
              <a:ahLst/>
              <a:cxnLst/>
              <a:rect l="l" t="t" r="r" b="b"/>
              <a:pathLst>
                <a:path w="19082" h="20539" extrusionOk="0">
                  <a:moveTo>
                    <a:pt x="3817" y="0"/>
                  </a:moveTo>
                  <a:cubicBezTo>
                    <a:pt x="2696" y="0"/>
                    <a:pt x="1611" y="463"/>
                    <a:pt x="802" y="1301"/>
                  </a:cubicBezTo>
                  <a:cubicBezTo>
                    <a:pt x="234" y="1835"/>
                    <a:pt x="1" y="2602"/>
                    <a:pt x="168" y="3369"/>
                  </a:cubicBezTo>
                  <a:cubicBezTo>
                    <a:pt x="401" y="4170"/>
                    <a:pt x="1168" y="4670"/>
                    <a:pt x="1869" y="5070"/>
                  </a:cubicBezTo>
                  <a:cubicBezTo>
                    <a:pt x="2603" y="5471"/>
                    <a:pt x="3370" y="5938"/>
                    <a:pt x="3670" y="6705"/>
                  </a:cubicBezTo>
                  <a:cubicBezTo>
                    <a:pt x="4304" y="8239"/>
                    <a:pt x="2636" y="10041"/>
                    <a:pt x="3337" y="11575"/>
                  </a:cubicBezTo>
                  <a:cubicBezTo>
                    <a:pt x="3670" y="12176"/>
                    <a:pt x="4237" y="12643"/>
                    <a:pt x="4938" y="12809"/>
                  </a:cubicBezTo>
                  <a:cubicBezTo>
                    <a:pt x="5472" y="13009"/>
                    <a:pt x="6072" y="13076"/>
                    <a:pt x="6639" y="13243"/>
                  </a:cubicBezTo>
                  <a:cubicBezTo>
                    <a:pt x="6906" y="13276"/>
                    <a:pt x="7173" y="13276"/>
                    <a:pt x="7473" y="13310"/>
                  </a:cubicBezTo>
                  <a:cubicBezTo>
                    <a:pt x="7608" y="13293"/>
                    <a:pt x="7742" y="13285"/>
                    <a:pt x="7877" y="13285"/>
                  </a:cubicBezTo>
                  <a:cubicBezTo>
                    <a:pt x="8540" y="13285"/>
                    <a:pt x="9192" y="13488"/>
                    <a:pt x="9775" y="13877"/>
                  </a:cubicBezTo>
                  <a:cubicBezTo>
                    <a:pt x="10809" y="14677"/>
                    <a:pt x="10942" y="16145"/>
                    <a:pt x="11476" y="17346"/>
                  </a:cubicBezTo>
                  <a:cubicBezTo>
                    <a:pt x="12143" y="18780"/>
                    <a:pt x="13411" y="19881"/>
                    <a:pt x="14945" y="20281"/>
                  </a:cubicBezTo>
                  <a:cubicBezTo>
                    <a:pt x="15520" y="20448"/>
                    <a:pt x="16238" y="20539"/>
                    <a:pt x="16892" y="20539"/>
                  </a:cubicBezTo>
                  <a:cubicBezTo>
                    <a:pt x="17681" y="20539"/>
                    <a:pt x="18377" y="20406"/>
                    <a:pt x="18614" y="20115"/>
                  </a:cubicBezTo>
                  <a:cubicBezTo>
                    <a:pt x="18914" y="19714"/>
                    <a:pt x="18347" y="18313"/>
                    <a:pt x="18414" y="17813"/>
                  </a:cubicBezTo>
                  <a:cubicBezTo>
                    <a:pt x="18548" y="16512"/>
                    <a:pt x="18581" y="15211"/>
                    <a:pt x="18481" y="13910"/>
                  </a:cubicBezTo>
                  <a:cubicBezTo>
                    <a:pt x="18381" y="13343"/>
                    <a:pt x="18381" y="12743"/>
                    <a:pt x="18481" y="12142"/>
                  </a:cubicBezTo>
                  <a:cubicBezTo>
                    <a:pt x="18581" y="11508"/>
                    <a:pt x="18648" y="10841"/>
                    <a:pt x="18748" y="10174"/>
                  </a:cubicBezTo>
                  <a:cubicBezTo>
                    <a:pt x="18848" y="9507"/>
                    <a:pt x="19081" y="8940"/>
                    <a:pt x="18948" y="8173"/>
                  </a:cubicBezTo>
                  <a:cubicBezTo>
                    <a:pt x="18781" y="7472"/>
                    <a:pt x="18481" y="6772"/>
                    <a:pt x="18114" y="6138"/>
                  </a:cubicBezTo>
                  <a:cubicBezTo>
                    <a:pt x="17747" y="5504"/>
                    <a:pt x="17413" y="4904"/>
                    <a:pt x="17046" y="4270"/>
                  </a:cubicBezTo>
                  <a:cubicBezTo>
                    <a:pt x="16646" y="3503"/>
                    <a:pt x="16179" y="2802"/>
                    <a:pt x="15612" y="2168"/>
                  </a:cubicBezTo>
                  <a:cubicBezTo>
                    <a:pt x="14573" y="1129"/>
                    <a:pt x="13186" y="533"/>
                    <a:pt x="11728" y="533"/>
                  </a:cubicBezTo>
                  <a:cubicBezTo>
                    <a:pt x="11688" y="533"/>
                    <a:pt x="11649" y="533"/>
                    <a:pt x="11609" y="534"/>
                  </a:cubicBezTo>
                  <a:cubicBezTo>
                    <a:pt x="10634" y="561"/>
                    <a:pt x="9593" y="896"/>
                    <a:pt x="8593" y="896"/>
                  </a:cubicBezTo>
                  <a:cubicBezTo>
                    <a:pt x="8362" y="896"/>
                    <a:pt x="8132" y="878"/>
                    <a:pt x="7907" y="834"/>
                  </a:cubicBezTo>
                  <a:cubicBezTo>
                    <a:pt x="6706" y="601"/>
                    <a:pt x="5572" y="134"/>
                    <a:pt x="4337" y="34"/>
                  </a:cubicBezTo>
                  <a:cubicBezTo>
                    <a:pt x="4164" y="11"/>
                    <a:pt x="3990" y="0"/>
                    <a:pt x="381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102;p75">
              <a:extLst>
                <a:ext uri="{FF2B5EF4-FFF2-40B4-BE49-F238E27FC236}">
                  <a16:creationId xmlns:a16="http://schemas.microsoft.com/office/drawing/2014/main" id="{96777A00-5E36-84D5-D54B-93D763609EE0}"/>
                </a:ext>
              </a:extLst>
            </p:cNvPr>
            <p:cNvSpPr/>
            <p:nvPr/>
          </p:nvSpPr>
          <p:spPr>
            <a:xfrm>
              <a:off x="1629675" y="3795650"/>
              <a:ext cx="397800" cy="382800"/>
            </a:xfrm>
            <a:custGeom>
              <a:avLst/>
              <a:gdLst/>
              <a:ahLst/>
              <a:cxnLst/>
              <a:rect l="l" t="t" r="r" b="b"/>
              <a:pathLst>
                <a:path w="15912" h="15312" extrusionOk="0">
                  <a:moveTo>
                    <a:pt x="200" y="1"/>
                  </a:moveTo>
                  <a:cubicBezTo>
                    <a:pt x="100" y="1"/>
                    <a:pt x="0" y="68"/>
                    <a:pt x="0" y="168"/>
                  </a:cubicBezTo>
                  <a:cubicBezTo>
                    <a:pt x="0" y="268"/>
                    <a:pt x="67" y="368"/>
                    <a:pt x="167" y="368"/>
                  </a:cubicBezTo>
                  <a:cubicBezTo>
                    <a:pt x="2902" y="568"/>
                    <a:pt x="14177" y="3804"/>
                    <a:pt x="15511" y="15145"/>
                  </a:cubicBezTo>
                  <a:cubicBezTo>
                    <a:pt x="15545" y="15245"/>
                    <a:pt x="15645" y="15312"/>
                    <a:pt x="15745" y="15312"/>
                  </a:cubicBezTo>
                  <a:cubicBezTo>
                    <a:pt x="15845" y="15312"/>
                    <a:pt x="15912" y="15212"/>
                    <a:pt x="15912" y="15112"/>
                  </a:cubicBezTo>
                  <a:cubicBezTo>
                    <a:pt x="14511" y="3503"/>
                    <a:pt x="2969" y="201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103;p75">
              <a:extLst>
                <a:ext uri="{FF2B5EF4-FFF2-40B4-BE49-F238E27FC236}">
                  <a16:creationId xmlns:a16="http://schemas.microsoft.com/office/drawing/2014/main" id="{5CD34801-A683-0CCB-9F15-EDB5630D5DA4}"/>
                </a:ext>
              </a:extLst>
            </p:cNvPr>
            <p:cNvSpPr/>
            <p:nvPr/>
          </p:nvSpPr>
          <p:spPr>
            <a:xfrm>
              <a:off x="1711400" y="3940700"/>
              <a:ext cx="223850" cy="49300"/>
            </a:xfrm>
            <a:custGeom>
              <a:avLst/>
              <a:gdLst/>
              <a:ahLst/>
              <a:cxnLst/>
              <a:rect l="l" t="t" r="r" b="b"/>
              <a:pathLst>
                <a:path w="8954" h="1972" extrusionOk="0">
                  <a:moveTo>
                    <a:pt x="5651" y="1"/>
                  </a:moveTo>
                  <a:cubicBezTo>
                    <a:pt x="3703" y="1"/>
                    <a:pt x="1764" y="550"/>
                    <a:pt x="67" y="1638"/>
                  </a:cubicBezTo>
                  <a:cubicBezTo>
                    <a:pt x="0" y="1704"/>
                    <a:pt x="0" y="1838"/>
                    <a:pt x="34" y="1904"/>
                  </a:cubicBezTo>
                  <a:cubicBezTo>
                    <a:pt x="100" y="1938"/>
                    <a:pt x="134" y="1971"/>
                    <a:pt x="200" y="1971"/>
                  </a:cubicBezTo>
                  <a:cubicBezTo>
                    <a:pt x="234" y="1971"/>
                    <a:pt x="267" y="1971"/>
                    <a:pt x="300" y="1938"/>
                  </a:cubicBezTo>
                  <a:cubicBezTo>
                    <a:pt x="1903" y="898"/>
                    <a:pt x="3758" y="365"/>
                    <a:pt x="5629" y="365"/>
                  </a:cubicBezTo>
                  <a:cubicBezTo>
                    <a:pt x="6640" y="365"/>
                    <a:pt x="7657" y="521"/>
                    <a:pt x="8640" y="837"/>
                  </a:cubicBezTo>
                  <a:cubicBezTo>
                    <a:pt x="8659" y="842"/>
                    <a:pt x="8677" y="845"/>
                    <a:pt x="8695" y="845"/>
                  </a:cubicBezTo>
                  <a:cubicBezTo>
                    <a:pt x="8888" y="845"/>
                    <a:pt x="8954" y="531"/>
                    <a:pt x="8740" y="470"/>
                  </a:cubicBezTo>
                  <a:cubicBezTo>
                    <a:pt x="7731" y="157"/>
                    <a:pt x="6689" y="1"/>
                    <a:pt x="5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104;p75">
              <a:extLst>
                <a:ext uri="{FF2B5EF4-FFF2-40B4-BE49-F238E27FC236}">
                  <a16:creationId xmlns:a16="http://schemas.microsoft.com/office/drawing/2014/main" id="{44C7519F-2A69-A1BA-1792-237011197F0B}"/>
                </a:ext>
              </a:extLst>
            </p:cNvPr>
            <p:cNvSpPr/>
            <p:nvPr/>
          </p:nvSpPr>
          <p:spPr>
            <a:xfrm>
              <a:off x="2062475" y="531650"/>
              <a:ext cx="2770350" cy="3786075"/>
            </a:xfrm>
            <a:custGeom>
              <a:avLst/>
              <a:gdLst/>
              <a:ahLst/>
              <a:cxnLst/>
              <a:rect l="l" t="t" r="r" b="b"/>
              <a:pathLst>
                <a:path w="110814" h="151443" extrusionOk="0">
                  <a:moveTo>
                    <a:pt x="110346" y="1"/>
                  </a:moveTo>
                  <a:cubicBezTo>
                    <a:pt x="109946" y="1"/>
                    <a:pt x="108545" y="735"/>
                    <a:pt x="105309" y="2603"/>
                  </a:cubicBezTo>
                  <a:lnTo>
                    <a:pt x="1568" y="62445"/>
                  </a:lnTo>
                  <a:cubicBezTo>
                    <a:pt x="601" y="63013"/>
                    <a:pt x="34" y="64047"/>
                    <a:pt x="1" y="65181"/>
                  </a:cubicBezTo>
                  <a:lnTo>
                    <a:pt x="1" y="150475"/>
                  </a:lnTo>
                  <a:cubicBezTo>
                    <a:pt x="1" y="150809"/>
                    <a:pt x="167" y="151142"/>
                    <a:pt x="468" y="151276"/>
                  </a:cubicBezTo>
                  <a:lnTo>
                    <a:pt x="534" y="151342"/>
                  </a:lnTo>
                  <a:lnTo>
                    <a:pt x="634" y="151376"/>
                  </a:lnTo>
                  <a:lnTo>
                    <a:pt x="701" y="151409"/>
                  </a:lnTo>
                  <a:cubicBezTo>
                    <a:pt x="768" y="151409"/>
                    <a:pt x="835" y="151409"/>
                    <a:pt x="868" y="151442"/>
                  </a:cubicBezTo>
                  <a:lnTo>
                    <a:pt x="901" y="151409"/>
                  </a:lnTo>
                  <a:cubicBezTo>
                    <a:pt x="1068" y="151409"/>
                    <a:pt x="1201" y="151342"/>
                    <a:pt x="1335" y="151276"/>
                  </a:cubicBezTo>
                  <a:lnTo>
                    <a:pt x="1368" y="151276"/>
                  </a:lnTo>
                  <a:lnTo>
                    <a:pt x="1402" y="151242"/>
                  </a:lnTo>
                  <a:lnTo>
                    <a:pt x="109245" y="88964"/>
                  </a:lnTo>
                  <a:cubicBezTo>
                    <a:pt x="110146" y="88364"/>
                    <a:pt x="110746" y="87363"/>
                    <a:pt x="110813" y="86262"/>
                  </a:cubicBezTo>
                  <a:lnTo>
                    <a:pt x="110813" y="901"/>
                  </a:lnTo>
                  <a:lnTo>
                    <a:pt x="110813" y="701"/>
                  </a:lnTo>
                  <a:cubicBezTo>
                    <a:pt x="110813" y="668"/>
                    <a:pt x="110813" y="635"/>
                    <a:pt x="110813" y="601"/>
                  </a:cubicBezTo>
                  <a:lnTo>
                    <a:pt x="110780" y="501"/>
                  </a:lnTo>
                  <a:cubicBezTo>
                    <a:pt x="110780" y="468"/>
                    <a:pt x="110746" y="434"/>
                    <a:pt x="110746" y="434"/>
                  </a:cubicBezTo>
                  <a:cubicBezTo>
                    <a:pt x="110746" y="368"/>
                    <a:pt x="110713" y="301"/>
                    <a:pt x="110680" y="268"/>
                  </a:cubicBezTo>
                  <a:lnTo>
                    <a:pt x="110680" y="234"/>
                  </a:lnTo>
                  <a:lnTo>
                    <a:pt x="110646" y="201"/>
                  </a:lnTo>
                  <a:lnTo>
                    <a:pt x="110646" y="168"/>
                  </a:lnTo>
                  <a:lnTo>
                    <a:pt x="110613" y="134"/>
                  </a:lnTo>
                  <a:cubicBezTo>
                    <a:pt x="110580" y="134"/>
                    <a:pt x="110580" y="101"/>
                    <a:pt x="110546" y="67"/>
                  </a:cubicBezTo>
                  <a:lnTo>
                    <a:pt x="110446" y="34"/>
                  </a:lnTo>
                  <a:cubicBezTo>
                    <a:pt x="110413" y="1"/>
                    <a:pt x="110379" y="1"/>
                    <a:pt x="110346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105;p75">
              <a:extLst>
                <a:ext uri="{FF2B5EF4-FFF2-40B4-BE49-F238E27FC236}">
                  <a16:creationId xmlns:a16="http://schemas.microsoft.com/office/drawing/2014/main" id="{2123F149-0AEF-9320-C557-F00C1EBA3AEB}"/>
                </a:ext>
              </a:extLst>
            </p:cNvPr>
            <p:cNvSpPr/>
            <p:nvPr/>
          </p:nvSpPr>
          <p:spPr>
            <a:xfrm>
              <a:off x="2055800" y="524975"/>
              <a:ext cx="2784525" cy="3798575"/>
            </a:xfrm>
            <a:custGeom>
              <a:avLst/>
              <a:gdLst/>
              <a:ahLst/>
              <a:cxnLst/>
              <a:rect l="l" t="t" r="r" b="b"/>
              <a:pathLst>
                <a:path w="111381" h="151943" extrusionOk="0">
                  <a:moveTo>
                    <a:pt x="110646" y="535"/>
                  </a:moveTo>
                  <a:lnTo>
                    <a:pt x="110713" y="601"/>
                  </a:lnTo>
                  <a:lnTo>
                    <a:pt x="110746" y="668"/>
                  </a:lnTo>
                  <a:cubicBezTo>
                    <a:pt x="110746" y="668"/>
                    <a:pt x="110746" y="701"/>
                    <a:pt x="110780" y="701"/>
                  </a:cubicBezTo>
                  <a:lnTo>
                    <a:pt x="110780" y="735"/>
                  </a:lnTo>
                  <a:lnTo>
                    <a:pt x="110813" y="868"/>
                  </a:lnTo>
                  <a:lnTo>
                    <a:pt x="110813" y="902"/>
                  </a:lnTo>
                  <a:lnTo>
                    <a:pt x="110813" y="935"/>
                  </a:lnTo>
                  <a:cubicBezTo>
                    <a:pt x="110813" y="935"/>
                    <a:pt x="110813" y="935"/>
                    <a:pt x="110813" y="968"/>
                  </a:cubicBezTo>
                  <a:cubicBezTo>
                    <a:pt x="110813" y="1002"/>
                    <a:pt x="110813" y="1068"/>
                    <a:pt x="110813" y="1135"/>
                  </a:cubicBezTo>
                  <a:lnTo>
                    <a:pt x="110813" y="86529"/>
                  </a:lnTo>
                  <a:cubicBezTo>
                    <a:pt x="110746" y="87530"/>
                    <a:pt x="110213" y="88464"/>
                    <a:pt x="109379" y="89031"/>
                  </a:cubicBezTo>
                  <a:lnTo>
                    <a:pt x="3103" y="150375"/>
                  </a:lnTo>
                  <a:lnTo>
                    <a:pt x="1535" y="151276"/>
                  </a:lnTo>
                  <a:lnTo>
                    <a:pt x="1502" y="151309"/>
                  </a:lnTo>
                  <a:lnTo>
                    <a:pt x="1435" y="151343"/>
                  </a:lnTo>
                  <a:cubicBezTo>
                    <a:pt x="1368" y="151376"/>
                    <a:pt x="1268" y="151409"/>
                    <a:pt x="1168" y="151443"/>
                  </a:cubicBezTo>
                  <a:lnTo>
                    <a:pt x="1001" y="151443"/>
                  </a:lnTo>
                  <a:lnTo>
                    <a:pt x="968" y="151409"/>
                  </a:lnTo>
                  <a:lnTo>
                    <a:pt x="901" y="151376"/>
                  </a:lnTo>
                  <a:cubicBezTo>
                    <a:pt x="701" y="151242"/>
                    <a:pt x="568" y="151042"/>
                    <a:pt x="568" y="150809"/>
                  </a:cubicBezTo>
                  <a:lnTo>
                    <a:pt x="568" y="150375"/>
                  </a:lnTo>
                  <a:lnTo>
                    <a:pt x="568" y="65448"/>
                  </a:lnTo>
                  <a:cubicBezTo>
                    <a:pt x="568" y="64414"/>
                    <a:pt x="1135" y="63480"/>
                    <a:pt x="2002" y="62946"/>
                  </a:cubicBezTo>
                  <a:lnTo>
                    <a:pt x="105710" y="3070"/>
                  </a:lnTo>
                  <a:cubicBezTo>
                    <a:pt x="106910" y="2403"/>
                    <a:pt x="110079" y="568"/>
                    <a:pt x="110613" y="535"/>
                  </a:cubicBezTo>
                  <a:close/>
                  <a:moveTo>
                    <a:pt x="110613" y="1"/>
                  </a:moveTo>
                  <a:cubicBezTo>
                    <a:pt x="110213" y="1"/>
                    <a:pt x="109245" y="435"/>
                    <a:pt x="105443" y="2636"/>
                  </a:cubicBezTo>
                  <a:lnTo>
                    <a:pt x="1702" y="62479"/>
                  </a:lnTo>
                  <a:cubicBezTo>
                    <a:pt x="668" y="63113"/>
                    <a:pt x="34" y="64214"/>
                    <a:pt x="1" y="65448"/>
                  </a:cubicBezTo>
                  <a:lnTo>
                    <a:pt x="1" y="150375"/>
                  </a:lnTo>
                  <a:lnTo>
                    <a:pt x="1" y="150742"/>
                  </a:lnTo>
                  <a:cubicBezTo>
                    <a:pt x="1" y="151176"/>
                    <a:pt x="234" y="151576"/>
                    <a:pt x="601" y="151776"/>
                  </a:cubicBezTo>
                  <a:lnTo>
                    <a:pt x="668" y="151810"/>
                  </a:lnTo>
                  <a:lnTo>
                    <a:pt x="768" y="151876"/>
                  </a:lnTo>
                  <a:cubicBezTo>
                    <a:pt x="801" y="151876"/>
                    <a:pt x="868" y="151910"/>
                    <a:pt x="901" y="151910"/>
                  </a:cubicBezTo>
                  <a:cubicBezTo>
                    <a:pt x="1001" y="151943"/>
                    <a:pt x="1068" y="151943"/>
                    <a:pt x="1135" y="151943"/>
                  </a:cubicBezTo>
                  <a:lnTo>
                    <a:pt x="1168" y="151943"/>
                  </a:lnTo>
                  <a:cubicBezTo>
                    <a:pt x="1335" y="151943"/>
                    <a:pt x="1535" y="151876"/>
                    <a:pt x="1702" y="151776"/>
                  </a:cubicBezTo>
                  <a:lnTo>
                    <a:pt x="1735" y="151743"/>
                  </a:lnTo>
                  <a:lnTo>
                    <a:pt x="3370" y="150809"/>
                  </a:lnTo>
                  <a:lnTo>
                    <a:pt x="109679" y="89465"/>
                  </a:lnTo>
                  <a:cubicBezTo>
                    <a:pt x="110680" y="88831"/>
                    <a:pt x="111314" y="87730"/>
                    <a:pt x="111380" y="86529"/>
                  </a:cubicBezTo>
                  <a:lnTo>
                    <a:pt x="111380" y="1168"/>
                  </a:lnTo>
                  <a:lnTo>
                    <a:pt x="111380" y="968"/>
                  </a:lnTo>
                  <a:cubicBezTo>
                    <a:pt x="111380" y="902"/>
                    <a:pt x="111347" y="868"/>
                    <a:pt x="111347" y="801"/>
                  </a:cubicBezTo>
                  <a:cubicBezTo>
                    <a:pt x="111347" y="801"/>
                    <a:pt x="111347" y="801"/>
                    <a:pt x="111347" y="768"/>
                  </a:cubicBezTo>
                  <a:cubicBezTo>
                    <a:pt x="111347" y="735"/>
                    <a:pt x="111314" y="668"/>
                    <a:pt x="111314" y="635"/>
                  </a:cubicBezTo>
                  <a:cubicBezTo>
                    <a:pt x="111280" y="535"/>
                    <a:pt x="111247" y="468"/>
                    <a:pt x="111213" y="401"/>
                  </a:cubicBezTo>
                  <a:cubicBezTo>
                    <a:pt x="111180" y="368"/>
                    <a:pt x="111180" y="334"/>
                    <a:pt x="111147" y="334"/>
                  </a:cubicBezTo>
                  <a:cubicBezTo>
                    <a:pt x="111147" y="301"/>
                    <a:pt x="111113" y="268"/>
                    <a:pt x="111080" y="268"/>
                  </a:cubicBezTo>
                  <a:cubicBezTo>
                    <a:pt x="111080" y="201"/>
                    <a:pt x="111013" y="168"/>
                    <a:pt x="110980" y="134"/>
                  </a:cubicBezTo>
                  <a:cubicBezTo>
                    <a:pt x="110947" y="101"/>
                    <a:pt x="110880" y="68"/>
                    <a:pt x="110847" y="68"/>
                  </a:cubicBezTo>
                  <a:cubicBezTo>
                    <a:pt x="110780" y="34"/>
                    <a:pt x="110713" y="1"/>
                    <a:pt x="1106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106;p75">
              <a:extLst>
                <a:ext uri="{FF2B5EF4-FFF2-40B4-BE49-F238E27FC236}">
                  <a16:creationId xmlns:a16="http://schemas.microsoft.com/office/drawing/2014/main" id="{32CC8DCA-B52A-D7BE-B8E2-28A30DAEF070}"/>
                </a:ext>
              </a:extLst>
            </p:cNvPr>
            <p:cNvSpPr/>
            <p:nvPr/>
          </p:nvSpPr>
          <p:spPr>
            <a:xfrm>
              <a:off x="2000775" y="2086925"/>
              <a:ext cx="70900" cy="2231625"/>
            </a:xfrm>
            <a:custGeom>
              <a:avLst/>
              <a:gdLst/>
              <a:ahLst/>
              <a:cxnLst/>
              <a:rect l="l" t="t" r="r" b="b"/>
              <a:pathLst>
                <a:path w="2836" h="89265" extrusionOk="0">
                  <a:moveTo>
                    <a:pt x="534" y="1"/>
                  </a:moveTo>
                  <a:cubicBezTo>
                    <a:pt x="200" y="535"/>
                    <a:pt x="34" y="1102"/>
                    <a:pt x="0" y="1736"/>
                  </a:cubicBezTo>
                  <a:lnTo>
                    <a:pt x="0" y="86630"/>
                  </a:lnTo>
                  <a:cubicBezTo>
                    <a:pt x="0" y="86696"/>
                    <a:pt x="0" y="86763"/>
                    <a:pt x="0" y="86863"/>
                  </a:cubicBezTo>
                  <a:cubicBezTo>
                    <a:pt x="100" y="87430"/>
                    <a:pt x="434" y="87897"/>
                    <a:pt x="934" y="88197"/>
                  </a:cubicBezTo>
                  <a:lnTo>
                    <a:pt x="2735" y="89231"/>
                  </a:lnTo>
                  <a:cubicBezTo>
                    <a:pt x="2402" y="89031"/>
                    <a:pt x="2168" y="88631"/>
                    <a:pt x="2202" y="88264"/>
                  </a:cubicBezTo>
                  <a:lnTo>
                    <a:pt x="2202" y="2936"/>
                  </a:lnTo>
                  <a:cubicBezTo>
                    <a:pt x="2202" y="2336"/>
                    <a:pt x="2369" y="1769"/>
                    <a:pt x="2702" y="1269"/>
                  </a:cubicBezTo>
                  <a:lnTo>
                    <a:pt x="534" y="1"/>
                  </a:lnTo>
                  <a:close/>
                  <a:moveTo>
                    <a:pt x="2735" y="89231"/>
                  </a:moveTo>
                  <a:lnTo>
                    <a:pt x="2785" y="89248"/>
                  </a:lnTo>
                  <a:lnTo>
                    <a:pt x="2785" y="89248"/>
                  </a:lnTo>
                  <a:cubicBezTo>
                    <a:pt x="2767" y="89231"/>
                    <a:pt x="2762" y="89231"/>
                    <a:pt x="2735" y="89231"/>
                  </a:cubicBezTo>
                  <a:close/>
                  <a:moveTo>
                    <a:pt x="2785" y="89248"/>
                  </a:moveTo>
                  <a:lnTo>
                    <a:pt x="2785" y="89248"/>
                  </a:lnTo>
                  <a:cubicBezTo>
                    <a:pt x="2790" y="89252"/>
                    <a:pt x="2795" y="89258"/>
                    <a:pt x="2802" y="89265"/>
                  </a:cubicBezTo>
                  <a:lnTo>
                    <a:pt x="2836" y="89265"/>
                  </a:lnTo>
                  <a:lnTo>
                    <a:pt x="2785" y="89248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107;p75">
              <a:extLst>
                <a:ext uri="{FF2B5EF4-FFF2-40B4-BE49-F238E27FC236}">
                  <a16:creationId xmlns:a16="http://schemas.microsoft.com/office/drawing/2014/main" id="{51F88C9B-D250-BFB5-2886-23C3E8B2394D}"/>
                </a:ext>
              </a:extLst>
            </p:cNvPr>
            <p:cNvSpPr/>
            <p:nvPr/>
          </p:nvSpPr>
          <p:spPr>
            <a:xfrm>
              <a:off x="2055800" y="523800"/>
              <a:ext cx="2784525" cy="1830850"/>
            </a:xfrm>
            <a:custGeom>
              <a:avLst/>
              <a:gdLst/>
              <a:ahLst/>
              <a:cxnLst/>
              <a:rect l="l" t="t" r="r" b="b"/>
              <a:pathLst>
                <a:path w="111381" h="73234" extrusionOk="0">
                  <a:moveTo>
                    <a:pt x="110402" y="1"/>
                  </a:moveTo>
                  <a:cubicBezTo>
                    <a:pt x="110177" y="1"/>
                    <a:pt x="109929" y="70"/>
                    <a:pt x="109679" y="215"/>
                  </a:cubicBezTo>
                  <a:lnTo>
                    <a:pt x="1702" y="62493"/>
                  </a:lnTo>
                  <a:cubicBezTo>
                    <a:pt x="668" y="63126"/>
                    <a:pt x="1" y="64227"/>
                    <a:pt x="1" y="65461"/>
                  </a:cubicBezTo>
                  <a:lnTo>
                    <a:pt x="1" y="73234"/>
                  </a:lnTo>
                  <a:lnTo>
                    <a:pt x="111380" y="8921"/>
                  </a:lnTo>
                  <a:lnTo>
                    <a:pt x="111380" y="1182"/>
                  </a:lnTo>
                  <a:cubicBezTo>
                    <a:pt x="111380" y="423"/>
                    <a:pt x="110958" y="1"/>
                    <a:pt x="1104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108;p75">
              <a:extLst>
                <a:ext uri="{FF2B5EF4-FFF2-40B4-BE49-F238E27FC236}">
                  <a16:creationId xmlns:a16="http://schemas.microsoft.com/office/drawing/2014/main" id="{5DEF199D-9024-0211-1DB6-D5C928FEB849}"/>
                </a:ext>
              </a:extLst>
            </p:cNvPr>
            <p:cNvSpPr/>
            <p:nvPr/>
          </p:nvSpPr>
          <p:spPr>
            <a:xfrm>
              <a:off x="2014100" y="492800"/>
              <a:ext cx="2812050" cy="1625025"/>
            </a:xfrm>
            <a:custGeom>
              <a:avLst/>
              <a:gdLst/>
              <a:ahLst/>
              <a:cxnLst/>
              <a:rect l="l" t="t" r="r" b="b"/>
              <a:pathLst>
                <a:path w="112482" h="65001" extrusionOk="0">
                  <a:moveTo>
                    <a:pt x="109850" y="1"/>
                  </a:moveTo>
                  <a:cubicBezTo>
                    <a:pt x="109600" y="1"/>
                    <a:pt x="109352" y="85"/>
                    <a:pt x="109145" y="254"/>
                  </a:cubicBezTo>
                  <a:lnTo>
                    <a:pt x="16980" y="53425"/>
                  </a:lnTo>
                  <a:lnTo>
                    <a:pt x="1202" y="62532"/>
                  </a:lnTo>
                  <a:cubicBezTo>
                    <a:pt x="1002" y="62632"/>
                    <a:pt x="835" y="62765"/>
                    <a:pt x="701" y="62899"/>
                  </a:cubicBezTo>
                  <a:lnTo>
                    <a:pt x="535" y="63065"/>
                  </a:lnTo>
                  <a:cubicBezTo>
                    <a:pt x="334" y="63266"/>
                    <a:pt x="168" y="63499"/>
                    <a:pt x="1" y="63766"/>
                  </a:cubicBezTo>
                  <a:lnTo>
                    <a:pt x="2169" y="65000"/>
                  </a:lnTo>
                  <a:cubicBezTo>
                    <a:pt x="2269" y="64800"/>
                    <a:pt x="2403" y="64633"/>
                    <a:pt x="2569" y="64466"/>
                  </a:cubicBezTo>
                  <a:cubicBezTo>
                    <a:pt x="2703" y="64266"/>
                    <a:pt x="2870" y="64100"/>
                    <a:pt x="3036" y="63966"/>
                  </a:cubicBezTo>
                  <a:cubicBezTo>
                    <a:pt x="3136" y="63899"/>
                    <a:pt x="3237" y="63799"/>
                    <a:pt x="3370" y="63733"/>
                  </a:cubicBezTo>
                  <a:lnTo>
                    <a:pt x="19181" y="54659"/>
                  </a:lnTo>
                  <a:lnTo>
                    <a:pt x="111347" y="1455"/>
                  </a:lnTo>
                  <a:cubicBezTo>
                    <a:pt x="111555" y="1309"/>
                    <a:pt x="111788" y="1229"/>
                    <a:pt x="112031" y="1229"/>
                  </a:cubicBezTo>
                  <a:cubicBezTo>
                    <a:pt x="112179" y="1229"/>
                    <a:pt x="112330" y="1258"/>
                    <a:pt x="112481" y="1321"/>
                  </a:cubicBezTo>
                  <a:cubicBezTo>
                    <a:pt x="112114" y="1121"/>
                    <a:pt x="110713" y="287"/>
                    <a:pt x="110413" y="154"/>
                  </a:cubicBezTo>
                  <a:cubicBezTo>
                    <a:pt x="110238" y="52"/>
                    <a:pt x="110044" y="1"/>
                    <a:pt x="109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109;p75">
              <a:extLst>
                <a:ext uri="{FF2B5EF4-FFF2-40B4-BE49-F238E27FC236}">
                  <a16:creationId xmlns:a16="http://schemas.microsoft.com/office/drawing/2014/main" id="{395B33D0-D2A7-09B3-2296-2766606FE30E}"/>
                </a:ext>
              </a:extLst>
            </p:cNvPr>
            <p:cNvSpPr/>
            <p:nvPr/>
          </p:nvSpPr>
          <p:spPr>
            <a:xfrm>
              <a:off x="2014100" y="492800"/>
              <a:ext cx="2812050" cy="1625025"/>
            </a:xfrm>
            <a:custGeom>
              <a:avLst/>
              <a:gdLst/>
              <a:ahLst/>
              <a:cxnLst/>
              <a:rect l="l" t="t" r="r" b="b"/>
              <a:pathLst>
                <a:path w="112482" h="65001" extrusionOk="0">
                  <a:moveTo>
                    <a:pt x="109850" y="1"/>
                  </a:moveTo>
                  <a:cubicBezTo>
                    <a:pt x="109600" y="1"/>
                    <a:pt x="109352" y="85"/>
                    <a:pt x="109145" y="254"/>
                  </a:cubicBezTo>
                  <a:lnTo>
                    <a:pt x="16980" y="53425"/>
                  </a:lnTo>
                  <a:lnTo>
                    <a:pt x="1202" y="62532"/>
                  </a:lnTo>
                  <a:cubicBezTo>
                    <a:pt x="1002" y="62632"/>
                    <a:pt x="835" y="62765"/>
                    <a:pt x="701" y="62899"/>
                  </a:cubicBezTo>
                  <a:lnTo>
                    <a:pt x="535" y="63065"/>
                  </a:lnTo>
                  <a:cubicBezTo>
                    <a:pt x="334" y="63266"/>
                    <a:pt x="168" y="63499"/>
                    <a:pt x="1" y="63766"/>
                  </a:cubicBezTo>
                  <a:lnTo>
                    <a:pt x="2169" y="65000"/>
                  </a:lnTo>
                  <a:cubicBezTo>
                    <a:pt x="2269" y="64800"/>
                    <a:pt x="2403" y="64633"/>
                    <a:pt x="2569" y="64466"/>
                  </a:cubicBezTo>
                  <a:cubicBezTo>
                    <a:pt x="2703" y="64266"/>
                    <a:pt x="2870" y="64100"/>
                    <a:pt x="3036" y="63966"/>
                  </a:cubicBezTo>
                  <a:cubicBezTo>
                    <a:pt x="3136" y="63899"/>
                    <a:pt x="3237" y="63799"/>
                    <a:pt x="3370" y="63733"/>
                  </a:cubicBezTo>
                  <a:lnTo>
                    <a:pt x="19181" y="54659"/>
                  </a:lnTo>
                  <a:lnTo>
                    <a:pt x="111347" y="1455"/>
                  </a:lnTo>
                  <a:cubicBezTo>
                    <a:pt x="111555" y="1309"/>
                    <a:pt x="111788" y="1229"/>
                    <a:pt x="112031" y="1229"/>
                  </a:cubicBezTo>
                  <a:cubicBezTo>
                    <a:pt x="112179" y="1229"/>
                    <a:pt x="112330" y="1258"/>
                    <a:pt x="112481" y="1321"/>
                  </a:cubicBezTo>
                  <a:cubicBezTo>
                    <a:pt x="112114" y="1121"/>
                    <a:pt x="110713" y="287"/>
                    <a:pt x="110413" y="154"/>
                  </a:cubicBezTo>
                  <a:cubicBezTo>
                    <a:pt x="110238" y="52"/>
                    <a:pt x="110044" y="1"/>
                    <a:pt x="1098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110;p75">
              <a:extLst>
                <a:ext uri="{FF2B5EF4-FFF2-40B4-BE49-F238E27FC236}">
                  <a16:creationId xmlns:a16="http://schemas.microsoft.com/office/drawing/2014/main" id="{166F4642-1297-9F61-B1D6-E5C616EF56FA}"/>
                </a:ext>
              </a:extLst>
            </p:cNvPr>
            <p:cNvSpPr/>
            <p:nvPr/>
          </p:nvSpPr>
          <p:spPr>
            <a:xfrm>
              <a:off x="2000775" y="2086100"/>
              <a:ext cx="67575" cy="268550"/>
            </a:xfrm>
            <a:custGeom>
              <a:avLst/>
              <a:gdLst/>
              <a:ahLst/>
              <a:cxnLst/>
              <a:rect l="l" t="t" r="r" b="b"/>
              <a:pathLst>
                <a:path w="2703" h="10742" extrusionOk="0">
                  <a:moveTo>
                    <a:pt x="534" y="1"/>
                  </a:moveTo>
                  <a:cubicBezTo>
                    <a:pt x="200" y="534"/>
                    <a:pt x="34" y="1101"/>
                    <a:pt x="0" y="1735"/>
                  </a:cubicBezTo>
                  <a:lnTo>
                    <a:pt x="0" y="9474"/>
                  </a:lnTo>
                  <a:lnTo>
                    <a:pt x="2202" y="10742"/>
                  </a:lnTo>
                  <a:lnTo>
                    <a:pt x="2202" y="2969"/>
                  </a:lnTo>
                  <a:cubicBezTo>
                    <a:pt x="2202" y="2369"/>
                    <a:pt x="2402" y="1769"/>
                    <a:pt x="2702" y="1268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111;p75">
              <a:extLst>
                <a:ext uri="{FF2B5EF4-FFF2-40B4-BE49-F238E27FC236}">
                  <a16:creationId xmlns:a16="http://schemas.microsoft.com/office/drawing/2014/main" id="{2A89CD58-203D-EAC9-150C-31EBFCC6823B}"/>
                </a:ext>
              </a:extLst>
            </p:cNvPr>
            <p:cNvSpPr/>
            <p:nvPr/>
          </p:nvSpPr>
          <p:spPr>
            <a:xfrm>
              <a:off x="2000775" y="2086100"/>
              <a:ext cx="67575" cy="268550"/>
            </a:xfrm>
            <a:custGeom>
              <a:avLst/>
              <a:gdLst/>
              <a:ahLst/>
              <a:cxnLst/>
              <a:rect l="l" t="t" r="r" b="b"/>
              <a:pathLst>
                <a:path w="2703" h="10742" extrusionOk="0">
                  <a:moveTo>
                    <a:pt x="534" y="1"/>
                  </a:moveTo>
                  <a:cubicBezTo>
                    <a:pt x="200" y="534"/>
                    <a:pt x="34" y="1101"/>
                    <a:pt x="0" y="1735"/>
                  </a:cubicBezTo>
                  <a:lnTo>
                    <a:pt x="0" y="9474"/>
                  </a:lnTo>
                  <a:lnTo>
                    <a:pt x="2202" y="10742"/>
                  </a:lnTo>
                  <a:lnTo>
                    <a:pt x="2202" y="2969"/>
                  </a:lnTo>
                  <a:cubicBezTo>
                    <a:pt x="2202" y="2369"/>
                    <a:pt x="2402" y="1769"/>
                    <a:pt x="2702" y="1268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112;p75">
              <a:extLst>
                <a:ext uri="{FF2B5EF4-FFF2-40B4-BE49-F238E27FC236}">
                  <a16:creationId xmlns:a16="http://schemas.microsoft.com/office/drawing/2014/main" id="{F970EACA-31D8-F72B-9EBB-8E74CA5B7648}"/>
                </a:ext>
              </a:extLst>
            </p:cNvPr>
            <p:cNvSpPr/>
            <p:nvPr/>
          </p:nvSpPr>
          <p:spPr>
            <a:xfrm>
              <a:off x="3505175" y="979225"/>
              <a:ext cx="1181700" cy="1468225"/>
            </a:xfrm>
            <a:custGeom>
              <a:avLst/>
              <a:gdLst/>
              <a:ahLst/>
              <a:cxnLst/>
              <a:rect l="l" t="t" r="r" b="b"/>
              <a:pathLst>
                <a:path w="47268" h="58729" extrusionOk="0">
                  <a:moveTo>
                    <a:pt x="46695" y="0"/>
                  </a:moveTo>
                  <a:cubicBezTo>
                    <a:pt x="46556" y="0"/>
                    <a:pt x="46399" y="47"/>
                    <a:pt x="46233" y="144"/>
                  </a:cubicBezTo>
                  <a:lnTo>
                    <a:pt x="1035" y="26229"/>
                  </a:lnTo>
                  <a:cubicBezTo>
                    <a:pt x="434" y="26630"/>
                    <a:pt x="34" y="27297"/>
                    <a:pt x="0" y="28031"/>
                  </a:cubicBezTo>
                  <a:lnTo>
                    <a:pt x="0" y="57952"/>
                  </a:lnTo>
                  <a:cubicBezTo>
                    <a:pt x="0" y="58450"/>
                    <a:pt x="236" y="58729"/>
                    <a:pt x="576" y="58729"/>
                  </a:cubicBezTo>
                  <a:cubicBezTo>
                    <a:pt x="715" y="58729"/>
                    <a:pt x="870" y="58682"/>
                    <a:pt x="1035" y="58586"/>
                  </a:cubicBezTo>
                  <a:lnTo>
                    <a:pt x="46233" y="32500"/>
                  </a:lnTo>
                  <a:cubicBezTo>
                    <a:pt x="46834" y="32067"/>
                    <a:pt x="47234" y="31400"/>
                    <a:pt x="47268" y="30666"/>
                  </a:cubicBezTo>
                  <a:lnTo>
                    <a:pt x="47268" y="744"/>
                  </a:lnTo>
                  <a:cubicBezTo>
                    <a:pt x="47268" y="272"/>
                    <a:pt x="47033" y="0"/>
                    <a:pt x="466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113;p75">
              <a:extLst>
                <a:ext uri="{FF2B5EF4-FFF2-40B4-BE49-F238E27FC236}">
                  <a16:creationId xmlns:a16="http://schemas.microsoft.com/office/drawing/2014/main" id="{BF63E3B5-4227-75AE-191C-8B8AAC0CD229}"/>
                </a:ext>
              </a:extLst>
            </p:cNvPr>
            <p:cNvSpPr/>
            <p:nvPr/>
          </p:nvSpPr>
          <p:spPr>
            <a:xfrm>
              <a:off x="3588575" y="1675200"/>
              <a:ext cx="338600" cy="429900"/>
            </a:xfrm>
            <a:custGeom>
              <a:avLst/>
              <a:gdLst/>
              <a:ahLst/>
              <a:cxnLst/>
              <a:rect l="l" t="t" r="r" b="b"/>
              <a:pathLst>
                <a:path w="13544" h="17196" extrusionOk="0">
                  <a:moveTo>
                    <a:pt x="13316" y="0"/>
                  </a:moveTo>
                  <a:cubicBezTo>
                    <a:pt x="13257" y="0"/>
                    <a:pt x="13187" y="19"/>
                    <a:pt x="13110" y="58"/>
                  </a:cubicBezTo>
                  <a:lnTo>
                    <a:pt x="467" y="7330"/>
                  </a:lnTo>
                  <a:cubicBezTo>
                    <a:pt x="200" y="7530"/>
                    <a:pt x="34" y="7797"/>
                    <a:pt x="0" y="8131"/>
                  </a:cubicBezTo>
                  <a:lnTo>
                    <a:pt x="0" y="16870"/>
                  </a:lnTo>
                  <a:cubicBezTo>
                    <a:pt x="0" y="17083"/>
                    <a:pt x="101" y="17195"/>
                    <a:pt x="254" y="17195"/>
                  </a:cubicBezTo>
                  <a:cubicBezTo>
                    <a:pt x="317" y="17195"/>
                    <a:pt x="389" y="17176"/>
                    <a:pt x="467" y="17137"/>
                  </a:cubicBezTo>
                  <a:lnTo>
                    <a:pt x="13110" y="9832"/>
                  </a:lnTo>
                  <a:cubicBezTo>
                    <a:pt x="13376" y="9665"/>
                    <a:pt x="13543" y="9365"/>
                    <a:pt x="13543" y="9065"/>
                  </a:cubicBezTo>
                  <a:lnTo>
                    <a:pt x="13543" y="325"/>
                  </a:lnTo>
                  <a:cubicBezTo>
                    <a:pt x="13543" y="112"/>
                    <a:pt x="13460" y="0"/>
                    <a:pt x="1331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114;p75">
              <a:extLst>
                <a:ext uri="{FF2B5EF4-FFF2-40B4-BE49-F238E27FC236}">
                  <a16:creationId xmlns:a16="http://schemas.microsoft.com/office/drawing/2014/main" id="{739BCE44-B5A0-C39E-BC9D-1D91FF3449EF}"/>
                </a:ext>
              </a:extLst>
            </p:cNvPr>
            <p:cNvSpPr/>
            <p:nvPr/>
          </p:nvSpPr>
          <p:spPr>
            <a:xfrm>
              <a:off x="3604400" y="1714375"/>
              <a:ext cx="307750" cy="350900"/>
            </a:xfrm>
            <a:custGeom>
              <a:avLst/>
              <a:gdLst/>
              <a:ahLst/>
              <a:cxnLst/>
              <a:rect l="l" t="t" r="r" b="b"/>
              <a:pathLst>
                <a:path w="12310" h="14036" extrusionOk="0">
                  <a:moveTo>
                    <a:pt x="11009" y="526"/>
                  </a:moveTo>
                  <a:cubicBezTo>
                    <a:pt x="11133" y="835"/>
                    <a:pt x="11457" y="1030"/>
                    <a:pt x="11796" y="1030"/>
                  </a:cubicBezTo>
                  <a:cubicBezTo>
                    <a:pt x="11823" y="1030"/>
                    <a:pt x="11849" y="1029"/>
                    <a:pt x="11876" y="1026"/>
                  </a:cubicBezTo>
                  <a:lnTo>
                    <a:pt x="11876" y="6664"/>
                  </a:lnTo>
                  <a:cubicBezTo>
                    <a:pt x="11543" y="6931"/>
                    <a:pt x="11309" y="7331"/>
                    <a:pt x="11276" y="7731"/>
                  </a:cubicBezTo>
                  <a:lnTo>
                    <a:pt x="1302" y="13502"/>
                  </a:lnTo>
                  <a:cubicBezTo>
                    <a:pt x="1235" y="13335"/>
                    <a:pt x="1102" y="13202"/>
                    <a:pt x="935" y="13102"/>
                  </a:cubicBezTo>
                  <a:cubicBezTo>
                    <a:pt x="802" y="13035"/>
                    <a:pt x="668" y="13002"/>
                    <a:pt x="535" y="13002"/>
                  </a:cubicBezTo>
                  <a:lnTo>
                    <a:pt x="435" y="13002"/>
                  </a:lnTo>
                  <a:lnTo>
                    <a:pt x="435" y="7364"/>
                  </a:lnTo>
                  <a:cubicBezTo>
                    <a:pt x="768" y="7097"/>
                    <a:pt x="1002" y="6697"/>
                    <a:pt x="1035" y="6263"/>
                  </a:cubicBezTo>
                  <a:lnTo>
                    <a:pt x="11009" y="526"/>
                  </a:lnTo>
                  <a:close/>
                  <a:moveTo>
                    <a:pt x="11159" y="1"/>
                  </a:moveTo>
                  <a:cubicBezTo>
                    <a:pt x="11117" y="1"/>
                    <a:pt x="11076" y="9"/>
                    <a:pt x="11042" y="26"/>
                  </a:cubicBezTo>
                  <a:lnTo>
                    <a:pt x="735" y="5997"/>
                  </a:lnTo>
                  <a:cubicBezTo>
                    <a:pt x="668" y="6030"/>
                    <a:pt x="635" y="6097"/>
                    <a:pt x="635" y="6163"/>
                  </a:cubicBezTo>
                  <a:cubicBezTo>
                    <a:pt x="635" y="6530"/>
                    <a:pt x="435" y="6864"/>
                    <a:pt x="101" y="7064"/>
                  </a:cubicBezTo>
                  <a:cubicBezTo>
                    <a:pt x="34" y="7097"/>
                    <a:pt x="1" y="7164"/>
                    <a:pt x="1" y="7264"/>
                  </a:cubicBezTo>
                  <a:lnTo>
                    <a:pt x="1" y="13302"/>
                  </a:lnTo>
                  <a:cubicBezTo>
                    <a:pt x="1" y="13369"/>
                    <a:pt x="34" y="13435"/>
                    <a:pt x="101" y="13469"/>
                  </a:cubicBezTo>
                  <a:cubicBezTo>
                    <a:pt x="134" y="13485"/>
                    <a:pt x="168" y="13494"/>
                    <a:pt x="201" y="13494"/>
                  </a:cubicBezTo>
                  <a:cubicBezTo>
                    <a:pt x="234" y="13494"/>
                    <a:pt x="268" y="13485"/>
                    <a:pt x="301" y="13469"/>
                  </a:cubicBezTo>
                  <a:cubicBezTo>
                    <a:pt x="368" y="13435"/>
                    <a:pt x="443" y="13419"/>
                    <a:pt x="518" y="13419"/>
                  </a:cubicBezTo>
                  <a:cubicBezTo>
                    <a:pt x="593" y="13419"/>
                    <a:pt x="668" y="13435"/>
                    <a:pt x="735" y="13469"/>
                  </a:cubicBezTo>
                  <a:cubicBezTo>
                    <a:pt x="868" y="13535"/>
                    <a:pt x="935" y="13669"/>
                    <a:pt x="935" y="13836"/>
                  </a:cubicBezTo>
                  <a:cubicBezTo>
                    <a:pt x="935" y="13902"/>
                    <a:pt x="968" y="13969"/>
                    <a:pt x="1035" y="14002"/>
                  </a:cubicBezTo>
                  <a:cubicBezTo>
                    <a:pt x="1068" y="14036"/>
                    <a:pt x="1102" y="14036"/>
                    <a:pt x="1135" y="14036"/>
                  </a:cubicBezTo>
                  <a:cubicBezTo>
                    <a:pt x="1168" y="14036"/>
                    <a:pt x="1235" y="14036"/>
                    <a:pt x="1269" y="14002"/>
                  </a:cubicBezTo>
                  <a:lnTo>
                    <a:pt x="11576" y="8065"/>
                  </a:lnTo>
                  <a:cubicBezTo>
                    <a:pt x="11643" y="8031"/>
                    <a:pt x="11676" y="7965"/>
                    <a:pt x="11676" y="7865"/>
                  </a:cubicBezTo>
                  <a:cubicBezTo>
                    <a:pt x="11676" y="7498"/>
                    <a:pt x="11876" y="7164"/>
                    <a:pt x="12210" y="6964"/>
                  </a:cubicBezTo>
                  <a:cubicBezTo>
                    <a:pt x="12276" y="6931"/>
                    <a:pt x="12310" y="6864"/>
                    <a:pt x="12310" y="6797"/>
                  </a:cubicBezTo>
                  <a:lnTo>
                    <a:pt x="12310" y="759"/>
                  </a:lnTo>
                  <a:cubicBezTo>
                    <a:pt x="12310" y="659"/>
                    <a:pt x="12276" y="593"/>
                    <a:pt x="12210" y="559"/>
                  </a:cubicBezTo>
                  <a:cubicBezTo>
                    <a:pt x="12176" y="543"/>
                    <a:pt x="12135" y="534"/>
                    <a:pt x="12093" y="534"/>
                  </a:cubicBezTo>
                  <a:cubicBezTo>
                    <a:pt x="12051" y="534"/>
                    <a:pt x="12010" y="543"/>
                    <a:pt x="11976" y="559"/>
                  </a:cubicBezTo>
                  <a:cubicBezTo>
                    <a:pt x="11926" y="593"/>
                    <a:pt x="11859" y="609"/>
                    <a:pt x="11789" y="609"/>
                  </a:cubicBezTo>
                  <a:cubicBezTo>
                    <a:pt x="11718" y="609"/>
                    <a:pt x="11643" y="593"/>
                    <a:pt x="11576" y="559"/>
                  </a:cubicBezTo>
                  <a:cubicBezTo>
                    <a:pt x="11442" y="493"/>
                    <a:pt x="11376" y="359"/>
                    <a:pt x="11376" y="192"/>
                  </a:cubicBezTo>
                  <a:cubicBezTo>
                    <a:pt x="11376" y="126"/>
                    <a:pt x="11309" y="59"/>
                    <a:pt x="11276" y="26"/>
                  </a:cubicBezTo>
                  <a:cubicBezTo>
                    <a:pt x="11242" y="9"/>
                    <a:pt x="11201" y="1"/>
                    <a:pt x="1115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115;p75">
              <a:extLst>
                <a:ext uri="{FF2B5EF4-FFF2-40B4-BE49-F238E27FC236}">
                  <a16:creationId xmlns:a16="http://schemas.microsoft.com/office/drawing/2014/main" id="{7DBF346F-B2BC-DFA8-A291-644617DF554A}"/>
                </a:ext>
              </a:extLst>
            </p:cNvPr>
            <p:cNvSpPr/>
            <p:nvPr/>
          </p:nvSpPr>
          <p:spPr>
            <a:xfrm>
              <a:off x="3705325" y="1823400"/>
              <a:ext cx="108750" cy="131800"/>
            </a:xfrm>
            <a:custGeom>
              <a:avLst/>
              <a:gdLst/>
              <a:ahLst/>
              <a:cxnLst/>
              <a:rect l="l" t="t" r="r" b="b"/>
              <a:pathLst>
                <a:path w="4350" h="5272" extrusionOk="0">
                  <a:moveTo>
                    <a:pt x="2936" y="435"/>
                  </a:moveTo>
                  <a:cubicBezTo>
                    <a:pt x="3069" y="435"/>
                    <a:pt x="3202" y="468"/>
                    <a:pt x="3336" y="535"/>
                  </a:cubicBezTo>
                  <a:cubicBezTo>
                    <a:pt x="3636" y="802"/>
                    <a:pt x="3836" y="1169"/>
                    <a:pt x="3770" y="1569"/>
                  </a:cubicBezTo>
                  <a:cubicBezTo>
                    <a:pt x="3703" y="2803"/>
                    <a:pt x="3036" y="3937"/>
                    <a:pt x="2002" y="4638"/>
                  </a:cubicBezTo>
                  <a:cubicBezTo>
                    <a:pt x="1814" y="4816"/>
                    <a:pt x="1592" y="4894"/>
                    <a:pt x="1375" y="4894"/>
                  </a:cubicBezTo>
                  <a:cubicBezTo>
                    <a:pt x="821" y="4894"/>
                    <a:pt x="299" y="4384"/>
                    <a:pt x="467" y="3737"/>
                  </a:cubicBezTo>
                  <a:cubicBezTo>
                    <a:pt x="534" y="2503"/>
                    <a:pt x="1168" y="1369"/>
                    <a:pt x="2235" y="668"/>
                  </a:cubicBezTo>
                  <a:cubicBezTo>
                    <a:pt x="2435" y="535"/>
                    <a:pt x="2702" y="468"/>
                    <a:pt x="2936" y="435"/>
                  </a:cubicBezTo>
                  <a:close/>
                  <a:moveTo>
                    <a:pt x="2850" y="0"/>
                  </a:moveTo>
                  <a:cubicBezTo>
                    <a:pt x="2561" y="0"/>
                    <a:pt x="2264" y="93"/>
                    <a:pt x="2002" y="301"/>
                  </a:cubicBezTo>
                  <a:cubicBezTo>
                    <a:pt x="834" y="1068"/>
                    <a:pt x="134" y="2336"/>
                    <a:pt x="34" y="3737"/>
                  </a:cubicBezTo>
                  <a:cubicBezTo>
                    <a:pt x="0" y="4271"/>
                    <a:pt x="234" y="4805"/>
                    <a:pt x="701" y="5105"/>
                  </a:cubicBezTo>
                  <a:cubicBezTo>
                    <a:pt x="867" y="5205"/>
                    <a:pt x="1068" y="5272"/>
                    <a:pt x="1268" y="5272"/>
                  </a:cubicBezTo>
                  <a:cubicBezTo>
                    <a:pt x="1601" y="5272"/>
                    <a:pt x="1935" y="5138"/>
                    <a:pt x="2235" y="4971"/>
                  </a:cubicBezTo>
                  <a:cubicBezTo>
                    <a:pt x="3369" y="4204"/>
                    <a:pt x="4103" y="2936"/>
                    <a:pt x="4203" y="1569"/>
                  </a:cubicBezTo>
                  <a:cubicBezTo>
                    <a:pt x="4349" y="669"/>
                    <a:pt x="3627" y="0"/>
                    <a:pt x="285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116;p75">
              <a:extLst>
                <a:ext uri="{FF2B5EF4-FFF2-40B4-BE49-F238E27FC236}">
                  <a16:creationId xmlns:a16="http://schemas.microsoft.com/office/drawing/2014/main" id="{AAFF385B-DB2D-76D7-D523-872E1A1D01B4}"/>
                </a:ext>
              </a:extLst>
            </p:cNvPr>
            <p:cNvSpPr/>
            <p:nvPr/>
          </p:nvSpPr>
          <p:spPr>
            <a:xfrm>
              <a:off x="4113100" y="1499850"/>
              <a:ext cx="37550" cy="84050"/>
            </a:xfrm>
            <a:custGeom>
              <a:avLst/>
              <a:gdLst/>
              <a:ahLst/>
              <a:cxnLst/>
              <a:rect l="l" t="t" r="r" b="b"/>
              <a:pathLst>
                <a:path w="1502" h="3362" extrusionOk="0">
                  <a:moveTo>
                    <a:pt x="1435" y="0"/>
                  </a:moveTo>
                  <a:lnTo>
                    <a:pt x="68" y="768"/>
                  </a:lnTo>
                  <a:cubicBezTo>
                    <a:pt x="68" y="768"/>
                    <a:pt x="34" y="801"/>
                    <a:pt x="34" y="834"/>
                  </a:cubicBezTo>
                  <a:cubicBezTo>
                    <a:pt x="34" y="834"/>
                    <a:pt x="34" y="868"/>
                    <a:pt x="34" y="901"/>
                  </a:cubicBezTo>
                  <a:lnTo>
                    <a:pt x="34" y="1201"/>
                  </a:lnTo>
                  <a:cubicBezTo>
                    <a:pt x="1" y="1235"/>
                    <a:pt x="1" y="1268"/>
                    <a:pt x="34" y="1268"/>
                  </a:cubicBezTo>
                  <a:cubicBezTo>
                    <a:pt x="34" y="1285"/>
                    <a:pt x="43" y="1293"/>
                    <a:pt x="51" y="1293"/>
                  </a:cubicBezTo>
                  <a:cubicBezTo>
                    <a:pt x="59" y="1293"/>
                    <a:pt x="68" y="1285"/>
                    <a:pt x="68" y="1268"/>
                  </a:cubicBezTo>
                  <a:lnTo>
                    <a:pt x="568" y="1001"/>
                  </a:lnTo>
                  <a:lnTo>
                    <a:pt x="568" y="3269"/>
                  </a:lnTo>
                  <a:cubicBezTo>
                    <a:pt x="568" y="3303"/>
                    <a:pt x="568" y="3336"/>
                    <a:pt x="601" y="3336"/>
                  </a:cubicBezTo>
                  <a:cubicBezTo>
                    <a:pt x="601" y="3353"/>
                    <a:pt x="610" y="3361"/>
                    <a:pt x="618" y="3361"/>
                  </a:cubicBezTo>
                  <a:cubicBezTo>
                    <a:pt x="626" y="3361"/>
                    <a:pt x="635" y="3353"/>
                    <a:pt x="635" y="3336"/>
                  </a:cubicBezTo>
                  <a:lnTo>
                    <a:pt x="868" y="3236"/>
                  </a:lnTo>
                  <a:cubicBezTo>
                    <a:pt x="868" y="3203"/>
                    <a:pt x="901" y="3169"/>
                    <a:pt x="901" y="3169"/>
                  </a:cubicBezTo>
                  <a:cubicBezTo>
                    <a:pt x="935" y="3136"/>
                    <a:pt x="935" y="3103"/>
                    <a:pt x="935" y="3069"/>
                  </a:cubicBezTo>
                  <a:lnTo>
                    <a:pt x="935" y="768"/>
                  </a:lnTo>
                  <a:lnTo>
                    <a:pt x="1435" y="501"/>
                  </a:lnTo>
                  <a:cubicBezTo>
                    <a:pt x="1435" y="501"/>
                    <a:pt x="1469" y="467"/>
                    <a:pt x="1469" y="434"/>
                  </a:cubicBezTo>
                  <a:cubicBezTo>
                    <a:pt x="1469" y="401"/>
                    <a:pt x="1502" y="367"/>
                    <a:pt x="1502" y="334"/>
                  </a:cubicBezTo>
                  <a:lnTo>
                    <a:pt x="1502" y="67"/>
                  </a:lnTo>
                  <a:cubicBezTo>
                    <a:pt x="1502" y="34"/>
                    <a:pt x="1469" y="0"/>
                    <a:pt x="14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117;p75">
              <a:extLst>
                <a:ext uri="{FF2B5EF4-FFF2-40B4-BE49-F238E27FC236}">
                  <a16:creationId xmlns:a16="http://schemas.microsoft.com/office/drawing/2014/main" id="{F290B62C-8BFF-9236-CD6A-ACB4FC7CF752}"/>
                </a:ext>
              </a:extLst>
            </p:cNvPr>
            <p:cNvSpPr/>
            <p:nvPr/>
          </p:nvSpPr>
          <p:spPr>
            <a:xfrm>
              <a:off x="4148975" y="1504850"/>
              <a:ext cx="34200" cy="60900"/>
            </a:xfrm>
            <a:custGeom>
              <a:avLst/>
              <a:gdLst/>
              <a:ahLst/>
              <a:cxnLst/>
              <a:rect l="l" t="t" r="r" b="b"/>
              <a:pathLst>
                <a:path w="1368" h="2436" extrusionOk="0">
                  <a:moveTo>
                    <a:pt x="851" y="543"/>
                  </a:moveTo>
                  <a:cubicBezTo>
                    <a:pt x="867" y="543"/>
                    <a:pt x="884" y="551"/>
                    <a:pt x="901" y="568"/>
                  </a:cubicBezTo>
                  <a:cubicBezTo>
                    <a:pt x="934" y="568"/>
                    <a:pt x="968" y="601"/>
                    <a:pt x="968" y="634"/>
                  </a:cubicBezTo>
                  <a:cubicBezTo>
                    <a:pt x="1001" y="701"/>
                    <a:pt x="1001" y="768"/>
                    <a:pt x="1001" y="835"/>
                  </a:cubicBezTo>
                  <a:cubicBezTo>
                    <a:pt x="1001" y="868"/>
                    <a:pt x="1001" y="868"/>
                    <a:pt x="1001" y="901"/>
                  </a:cubicBezTo>
                  <a:lnTo>
                    <a:pt x="1001" y="1135"/>
                  </a:lnTo>
                  <a:lnTo>
                    <a:pt x="1001" y="1201"/>
                  </a:lnTo>
                  <a:cubicBezTo>
                    <a:pt x="1001" y="1368"/>
                    <a:pt x="968" y="1502"/>
                    <a:pt x="901" y="1635"/>
                  </a:cubicBezTo>
                  <a:cubicBezTo>
                    <a:pt x="867" y="1668"/>
                    <a:pt x="834" y="1702"/>
                    <a:pt x="801" y="1735"/>
                  </a:cubicBezTo>
                  <a:cubicBezTo>
                    <a:pt x="767" y="1769"/>
                    <a:pt x="734" y="1802"/>
                    <a:pt x="667" y="1835"/>
                  </a:cubicBezTo>
                  <a:cubicBezTo>
                    <a:pt x="634" y="1869"/>
                    <a:pt x="601" y="1869"/>
                    <a:pt x="567" y="1869"/>
                  </a:cubicBezTo>
                  <a:cubicBezTo>
                    <a:pt x="551" y="1885"/>
                    <a:pt x="534" y="1894"/>
                    <a:pt x="517" y="1894"/>
                  </a:cubicBezTo>
                  <a:cubicBezTo>
                    <a:pt x="501" y="1894"/>
                    <a:pt x="484" y="1885"/>
                    <a:pt x="467" y="1869"/>
                  </a:cubicBezTo>
                  <a:cubicBezTo>
                    <a:pt x="434" y="1869"/>
                    <a:pt x="400" y="1835"/>
                    <a:pt x="400" y="1802"/>
                  </a:cubicBezTo>
                  <a:cubicBezTo>
                    <a:pt x="367" y="1735"/>
                    <a:pt x="367" y="1668"/>
                    <a:pt x="367" y="1602"/>
                  </a:cubicBezTo>
                  <a:cubicBezTo>
                    <a:pt x="367" y="1568"/>
                    <a:pt x="367" y="1535"/>
                    <a:pt x="367" y="1535"/>
                  </a:cubicBezTo>
                  <a:lnTo>
                    <a:pt x="367" y="1302"/>
                  </a:lnTo>
                  <a:cubicBezTo>
                    <a:pt x="367" y="1268"/>
                    <a:pt x="367" y="1235"/>
                    <a:pt x="367" y="1235"/>
                  </a:cubicBezTo>
                  <a:cubicBezTo>
                    <a:pt x="367" y="1135"/>
                    <a:pt x="367" y="1068"/>
                    <a:pt x="400" y="1001"/>
                  </a:cubicBezTo>
                  <a:cubicBezTo>
                    <a:pt x="400" y="935"/>
                    <a:pt x="434" y="868"/>
                    <a:pt x="467" y="801"/>
                  </a:cubicBezTo>
                  <a:cubicBezTo>
                    <a:pt x="501" y="768"/>
                    <a:pt x="534" y="701"/>
                    <a:pt x="567" y="668"/>
                  </a:cubicBezTo>
                  <a:cubicBezTo>
                    <a:pt x="601" y="634"/>
                    <a:pt x="634" y="634"/>
                    <a:pt x="667" y="601"/>
                  </a:cubicBezTo>
                  <a:cubicBezTo>
                    <a:pt x="701" y="568"/>
                    <a:pt x="767" y="568"/>
                    <a:pt x="801" y="568"/>
                  </a:cubicBezTo>
                  <a:cubicBezTo>
                    <a:pt x="817" y="551"/>
                    <a:pt x="834" y="543"/>
                    <a:pt x="851" y="543"/>
                  </a:cubicBezTo>
                  <a:close/>
                  <a:moveTo>
                    <a:pt x="968" y="1"/>
                  </a:moveTo>
                  <a:cubicBezTo>
                    <a:pt x="867" y="1"/>
                    <a:pt x="767" y="34"/>
                    <a:pt x="667" y="101"/>
                  </a:cubicBezTo>
                  <a:cubicBezTo>
                    <a:pt x="567" y="134"/>
                    <a:pt x="501" y="234"/>
                    <a:pt x="400" y="301"/>
                  </a:cubicBezTo>
                  <a:cubicBezTo>
                    <a:pt x="334" y="401"/>
                    <a:pt x="267" y="501"/>
                    <a:pt x="200" y="634"/>
                  </a:cubicBezTo>
                  <a:cubicBezTo>
                    <a:pt x="100" y="868"/>
                    <a:pt x="0" y="1135"/>
                    <a:pt x="0" y="1402"/>
                  </a:cubicBezTo>
                  <a:cubicBezTo>
                    <a:pt x="0" y="1435"/>
                    <a:pt x="0" y="1468"/>
                    <a:pt x="0" y="1502"/>
                  </a:cubicBezTo>
                  <a:lnTo>
                    <a:pt x="0" y="1735"/>
                  </a:lnTo>
                  <a:cubicBezTo>
                    <a:pt x="0" y="1769"/>
                    <a:pt x="0" y="1769"/>
                    <a:pt x="0" y="1802"/>
                  </a:cubicBezTo>
                  <a:cubicBezTo>
                    <a:pt x="0" y="1935"/>
                    <a:pt x="34" y="2035"/>
                    <a:pt x="67" y="2135"/>
                  </a:cubicBezTo>
                  <a:cubicBezTo>
                    <a:pt x="100" y="2202"/>
                    <a:pt x="134" y="2302"/>
                    <a:pt x="200" y="2336"/>
                  </a:cubicBezTo>
                  <a:cubicBezTo>
                    <a:pt x="267" y="2402"/>
                    <a:pt x="334" y="2436"/>
                    <a:pt x="400" y="2436"/>
                  </a:cubicBezTo>
                  <a:cubicBezTo>
                    <a:pt x="501" y="2402"/>
                    <a:pt x="601" y="2402"/>
                    <a:pt x="667" y="2336"/>
                  </a:cubicBezTo>
                  <a:cubicBezTo>
                    <a:pt x="767" y="2269"/>
                    <a:pt x="867" y="2202"/>
                    <a:pt x="968" y="2102"/>
                  </a:cubicBezTo>
                  <a:cubicBezTo>
                    <a:pt x="1034" y="2002"/>
                    <a:pt x="1101" y="1902"/>
                    <a:pt x="1168" y="1802"/>
                  </a:cubicBezTo>
                  <a:cubicBezTo>
                    <a:pt x="1234" y="1668"/>
                    <a:pt x="1268" y="1535"/>
                    <a:pt x="1301" y="1435"/>
                  </a:cubicBezTo>
                  <a:cubicBezTo>
                    <a:pt x="1334" y="1302"/>
                    <a:pt x="1368" y="1168"/>
                    <a:pt x="1368" y="1035"/>
                  </a:cubicBezTo>
                  <a:cubicBezTo>
                    <a:pt x="1368" y="1001"/>
                    <a:pt x="1368" y="968"/>
                    <a:pt x="1368" y="935"/>
                  </a:cubicBezTo>
                  <a:lnTo>
                    <a:pt x="1368" y="701"/>
                  </a:lnTo>
                  <a:cubicBezTo>
                    <a:pt x="1368" y="668"/>
                    <a:pt x="1368" y="634"/>
                    <a:pt x="1368" y="601"/>
                  </a:cubicBezTo>
                  <a:cubicBezTo>
                    <a:pt x="1368" y="501"/>
                    <a:pt x="1334" y="401"/>
                    <a:pt x="1301" y="301"/>
                  </a:cubicBezTo>
                  <a:cubicBezTo>
                    <a:pt x="1268" y="201"/>
                    <a:pt x="1234" y="134"/>
                    <a:pt x="1168" y="67"/>
                  </a:cubicBezTo>
                  <a:cubicBezTo>
                    <a:pt x="1101" y="34"/>
                    <a:pt x="1034" y="1"/>
                    <a:pt x="9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118;p75">
              <a:extLst>
                <a:ext uri="{FF2B5EF4-FFF2-40B4-BE49-F238E27FC236}">
                  <a16:creationId xmlns:a16="http://schemas.microsoft.com/office/drawing/2014/main" id="{580D3F97-0F69-CF1D-7ADD-29516C2835D7}"/>
                </a:ext>
              </a:extLst>
            </p:cNvPr>
            <p:cNvSpPr/>
            <p:nvPr/>
          </p:nvSpPr>
          <p:spPr>
            <a:xfrm>
              <a:off x="4187325" y="1468150"/>
              <a:ext cx="26725" cy="72925"/>
            </a:xfrm>
            <a:custGeom>
              <a:avLst/>
              <a:gdLst/>
              <a:ahLst/>
              <a:cxnLst/>
              <a:rect l="l" t="t" r="r" b="b"/>
              <a:pathLst>
                <a:path w="1069" h="2917" extrusionOk="0">
                  <a:moveTo>
                    <a:pt x="534" y="1"/>
                  </a:moveTo>
                  <a:lnTo>
                    <a:pt x="334" y="134"/>
                  </a:lnTo>
                  <a:cubicBezTo>
                    <a:pt x="301" y="134"/>
                    <a:pt x="301" y="168"/>
                    <a:pt x="301" y="201"/>
                  </a:cubicBezTo>
                  <a:cubicBezTo>
                    <a:pt x="267" y="234"/>
                    <a:pt x="267" y="268"/>
                    <a:pt x="267" y="301"/>
                  </a:cubicBezTo>
                  <a:lnTo>
                    <a:pt x="267" y="968"/>
                  </a:lnTo>
                  <a:lnTo>
                    <a:pt x="101" y="1068"/>
                  </a:lnTo>
                  <a:cubicBezTo>
                    <a:pt x="67" y="1068"/>
                    <a:pt x="34" y="1102"/>
                    <a:pt x="34" y="1135"/>
                  </a:cubicBezTo>
                  <a:cubicBezTo>
                    <a:pt x="34" y="1168"/>
                    <a:pt x="1" y="1202"/>
                    <a:pt x="1" y="1235"/>
                  </a:cubicBezTo>
                  <a:lnTo>
                    <a:pt x="1" y="1502"/>
                  </a:lnTo>
                  <a:cubicBezTo>
                    <a:pt x="1" y="1535"/>
                    <a:pt x="34" y="1535"/>
                    <a:pt x="34" y="1569"/>
                  </a:cubicBezTo>
                  <a:lnTo>
                    <a:pt x="101" y="1569"/>
                  </a:lnTo>
                  <a:lnTo>
                    <a:pt x="267" y="1469"/>
                  </a:lnTo>
                  <a:lnTo>
                    <a:pt x="267" y="2369"/>
                  </a:lnTo>
                  <a:cubicBezTo>
                    <a:pt x="267" y="2636"/>
                    <a:pt x="301" y="2803"/>
                    <a:pt x="401" y="2870"/>
                  </a:cubicBezTo>
                  <a:cubicBezTo>
                    <a:pt x="446" y="2900"/>
                    <a:pt x="498" y="2916"/>
                    <a:pt x="556" y="2916"/>
                  </a:cubicBezTo>
                  <a:cubicBezTo>
                    <a:pt x="628" y="2916"/>
                    <a:pt x="709" y="2891"/>
                    <a:pt x="801" y="2836"/>
                  </a:cubicBezTo>
                  <a:lnTo>
                    <a:pt x="1001" y="2736"/>
                  </a:lnTo>
                  <a:cubicBezTo>
                    <a:pt x="1001" y="2703"/>
                    <a:pt x="1035" y="2703"/>
                    <a:pt x="1035" y="2669"/>
                  </a:cubicBezTo>
                  <a:cubicBezTo>
                    <a:pt x="1068" y="2636"/>
                    <a:pt x="1068" y="2603"/>
                    <a:pt x="1068" y="2569"/>
                  </a:cubicBezTo>
                  <a:lnTo>
                    <a:pt x="1068" y="2303"/>
                  </a:lnTo>
                  <a:cubicBezTo>
                    <a:pt x="1068" y="2269"/>
                    <a:pt x="1068" y="2236"/>
                    <a:pt x="1035" y="2236"/>
                  </a:cubicBezTo>
                  <a:cubicBezTo>
                    <a:pt x="1035" y="2219"/>
                    <a:pt x="1026" y="2211"/>
                    <a:pt x="1018" y="2211"/>
                  </a:cubicBezTo>
                  <a:cubicBezTo>
                    <a:pt x="1010" y="2211"/>
                    <a:pt x="1001" y="2219"/>
                    <a:pt x="1001" y="2236"/>
                  </a:cubicBezTo>
                  <a:lnTo>
                    <a:pt x="835" y="2336"/>
                  </a:lnTo>
                  <a:cubicBezTo>
                    <a:pt x="768" y="2336"/>
                    <a:pt x="731" y="2351"/>
                    <a:pt x="704" y="2351"/>
                  </a:cubicBezTo>
                  <a:cubicBezTo>
                    <a:pt x="690" y="2351"/>
                    <a:pt x="679" y="2347"/>
                    <a:pt x="668" y="2336"/>
                  </a:cubicBezTo>
                  <a:cubicBezTo>
                    <a:pt x="634" y="2269"/>
                    <a:pt x="601" y="2202"/>
                    <a:pt x="634" y="2136"/>
                  </a:cubicBezTo>
                  <a:lnTo>
                    <a:pt x="634" y="1268"/>
                  </a:lnTo>
                  <a:lnTo>
                    <a:pt x="968" y="1068"/>
                  </a:lnTo>
                  <a:cubicBezTo>
                    <a:pt x="1001" y="1035"/>
                    <a:pt x="1001" y="1002"/>
                    <a:pt x="1001" y="1002"/>
                  </a:cubicBezTo>
                  <a:cubicBezTo>
                    <a:pt x="1035" y="968"/>
                    <a:pt x="1035" y="935"/>
                    <a:pt x="1001" y="902"/>
                  </a:cubicBezTo>
                  <a:lnTo>
                    <a:pt x="1001" y="635"/>
                  </a:lnTo>
                  <a:cubicBezTo>
                    <a:pt x="1035" y="601"/>
                    <a:pt x="1035" y="568"/>
                    <a:pt x="1001" y="568"/>
                  </a:cubicBezTo>
                  <a:cubicBezTo>
                    <a:pt x="1001" y="551"/>
                    <a:pt x="993" y="543"/>
                    <a:pt x="985" y="543"/>
                  </a:cubicBezTo>
                  <a:cubicBezTo>
                    <a:pt x="976" y="543"/>
                    <a:pt x="968" y="551"/>
                    <a:pt x="968" y="568"/>
                  </a:cubicBezTo>
                  <a:lnTo>
                    <a:pt x="634" y="768"/>
                  </a:lnTo>
                  <a:lnTo>
                    <a:pt x="634" y="68"/>
                  </a:lnTo>
                  <a:cubicBezTo>
                    <a:pt x="634" y="68"/>
                    <a:pt x="601" y="34"/>
                    <a:pt x="60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119;p75">
              <a:extLst>
                <a:ext uri="{FF2B5EF4-FFF2-40B4-BE49-F238E27FC236}">
                  <a16:creationId xmlns:a16="http://schemas.microsoft.com/office/drawing/2014/main" id="{C9EBEC6F-91E4-2E35-AC89-AF785F7FFE3E}"/>
                </a:ext>
              </a:extLst>
            </p:cNvPr>
            <p:cNvSpPr/>
            <p:nvPr/>
          </p:nvSpPr>
          <p:spPr>
            <a:xfrm>
              <a:off x="4217350" y="1464825"/>
              <a:ext cx="32550" cy="63400"/>
            </a:xfrm>
            <a:custGeom>
              <a:avLst/>
              <a:gdLst/>
              <a:ahLst/>
              <a:cxnLst/>
              <a:rect l="l" t="t" r="r" b="b"/>
              <a:pathLst>
                <a:path w="1302" h="2536" extrusionOk="0">
                  <a:moveTo>
                    <a:pt x="934" y="1201"/>
                  </a:moveTo>
                  <a:lnTo>
                    <a:pt x="934" y="1235"/>
                  </a:lnTo>
                  <a:cubicBezTo>
                    <a:pt x="934" y="1301"/>
                    <a:pt x="934" y="1368"/>
                    <a:pt x="934" y="1435"/>
                  </a:cubicBezTo>
                  <a:cubicBezTo>
                    <a:pt x="901" y="1502"/>
                    <a:pt x="868" y="1568"/>
                    <a:pt x="834" y="1602"/>
                  </a:cubicBezTo>
                  <a:cubicBezTo>
                    <a:pt x="801" y="1668"/>
                    <a:pt x="768" y="1735"/>
                    <a:pt x="734" y="1802"/>
                  </a:cubicBezTo>
                  <a:cubicBezTo>
                    <a:pt x="668" y="1835"/>
                    <a:pt x="634" y="1902"/>
                    <a:pt x="568" y="1935"/>
                  </a:cubicBezTo>
                  <a:cubicBezTo>
                    <a:pt x="534" y="1969"/>
                    <a:pt x="467" y="1969"/>
                    <a:pt x="434" y="1969"/>
                  </a:cubicBezTo>
                  <a:cubicBezTo>
                    <a:pt x="401" y="1969"/>
                    <a:pt x="367" y="1935"/>
                    <a:pt x="367" y="1868"/>
                  </a:cubicBezTo>
                  <a:cubicBezTo>
                    <a:pt x="367" y="1802"/>
                    <a:pt x="401" y="1735"/>
                    <a:pt x="434" y="1702"/>
                  </a:cubicBezTo>
                  <a:cubicBezTo>
                    <a:pt x="467" y="1635"/>
                    <a:pt x="501" y="1568"/>
                    <a:pt x="568" y="1502"/>
                  </a:cubicBezTo>
                  <a:lnTo>
                    <a:pt x="934" y="1201"/>
                  </a:lnTo>
                  <a:close/>
                  <a:moveTo>
                    <a:pt x="934" y="0"/>
                  </a:moveTo>
                  <a:cubicBezTo>
                    <a:pt x="834" y="34"/>
                    <a:pt x="768" y="67"/>
                    <a:pt x="701" y="101"/>
                  </a:cubicBezTo>
                  <a:cubicBezTo>
                    <a:pt x="601" y="167"/>
                    <a:pt x="534" y="234"/>
                    <a:pt x="434" y="301"/>
                  </a:cubicBezTo>
                  <a:cubicBezTo>
                    <a:pt x="367" y="367"/>
                    <a:pt x="334" y="467"/>
                    <a:pt x="267" y="534"/>
                  </a:cubicBezTo>
                  <a:cubicBezTo>
                    <a:pt x="234" y="634"/>
                    <a:pt x="201" y="701"/>
                    <a:pt x="167" y="801"/>
                  </a:cubicBezTo>
                  <a:cubicBezTo>
                    <a:pt x="134" y="868"/>
                    <a:pt x="134" y="934"/>
                    <a:pt x="101" y="1001"/>
                  </a:cubicBezTo>
                  <a:cubicBezTo>
                    <a:pt x="101" y="1035"/>
                    <a:pt x="101" y="1068"/>
                    <a:pt x="134" y="1068"/>
                  </a:cubicBezTo>
                  <a:lnTo>
                    <a:pt x="167" y="1068"/>
                  </a:lnTo>
                  <a:lnTo>
                    <a:pt x="434" y="934"/>
                  </a:lnTo>
                  <a:cubicBezTo>
                    <a:pt x="434" y="934"/>
                    <a:pt x="467" y="901"/>
                    <a:pt x="467" y="901"/>
                  </a:cubicBezTo>
                  <a:cubicBezTo>
                    <a:pt x="501" y="868"/>
                    <a:pt x="501" y="868"/>
                    <a:pt x="501" y="834"/>
                  </a:cubicBezTo>
                  <a:cubicBezTo>
                    <a:pt x="534" y="768"/>
                    <a:pt x="568" y="734"/>
                    <a:pt x="601" y="701"/>
                  </a:cubicBezTo>
                  <a:cubicBezTo>
                    <a:pt x="601" y="668"/>
                    <a:pt x="634" y="634"/>
                    <a:pt x="701" y="601"/>
                  </a:cubicBezTo>
                  <a:cubicBezTo>
                    <a:pt x="734" y="568"/>
                    <a:pt x="801" y="568"/>
                    <a:pt x="868" y="568"/>
                  </a:cubicBezTo>
                  <a:cubicBezTo>
                    <a:pt x="934" y="601"/>
                    <a:pt x="934" y="668"/>
                    <a:pt x="934" y="768"/>
                  </a:cubicBezTo>
                  <a:lnTo>
                    <a:pt x="501" y="1168"/>
                  </a:lnTo>
                  <a:cubicBezTo>
                    <a:pt x="367" y="1268"/>
                    <a:pt x="234" y="1401"/>
                    <a:pt x="134" y="1568"/>
                  </a:cubicBezTo>
                  <a:cubicBezTo>
                    <a:pt x="67" y="1735"/>
                    <a:pt x="0" y="1902"/>
                    <a:pt x="34" y="2102"/>
                  </a:cubicBezTo>
                  <a:cubicBezTo>
                    <a:pt x="0" y="2169"/>
                    <a:pt x="34" y="2269"/>
                    <a:pt x="67" y="2335"/>
                  </a:cubicBezTo>
                  <a:cubicBezTo>
                    <a:pt x="67" y="2402"/>
                    <a:pt x="101" y="2436"/>
                    <a:pt x="134" y="2502"/>
                  </a:cubicBezTo>
                  <a:cubicBezTo>
                    <a:pt x="201" y="2536"/>
                    <a:pt x="234" y="2536"/>
                    <a:pt x="301" y="2536"/>
                  </a:cubicBezTo>
                  <a:cubicBezTo>
                    <a:pt x="367" y="2536"/>
                    <a:pt x="434" y="2502"/>
                    <a:pt x="501" y="2469"/>
                  </a:cubicBezTo>
                  <a:cubicBezTo>
                    <a:pt x="601" y="2402"/>
                    <a:pt x="701" y="2302"/>
                    <a:pt x="768" y="2235"/>
                  </a:cubicBezTo>
                  <a:cubicBezTo>
                    <a:pt x="834" y="2135"/>
                    <a:pt x="901" y="2035"/>
                    <a:pt x="934" y="1935"/>
                  </a:cubicBezTo>
                  <a:lnTo>
                    <a:pt x="934" y="2069"/>
                  </a:lnTo>
                  <a:cubicBezTo>
                    <a:pt x="934" y="2069"/>
                    <a:pt x="934" y="2102"/>
                    <a:pt x="968" y="2135"/>
                  </a:cubicBezTo>
                  <a:lnTo>
                    <a:pt x="1035" y="2135"/>
                  </a:lnTo>
                  <a:lnTo>
                    <a:pt x="1235" y="2002"/>
                  </a:lnTo>
                  <a:cubicBezTo>
                    <a:pt x="1235" y="2002"/>
                    <a:pt x="1268" y="1969"/>
                    <a:pt x="1268" y="1935"/>
                  </a:cubicBezTo>
                  <a:cubicBezTo>
                    <a:pt x="1301" y="1902"/>
                    <a:pt x="1301" y="1868"/>
                    <a:pt x="1301" y="1835"/>
                  </a:cubicBezTo>
                  <a:lnTo>
                    <a:pt x="1301" y="634"/>
                  </a:lnTo>
                  <a:cubicBezTo>
                    <a:pt x="1301" y="501"/>
                    <a:pt x="1301" y="401"/>
                    <a:pt x="1268" y="267"/>
                  </a:cubicBezTo>
                  <a:cubicBezTo>
                    <a:pt x="1235" y="201"/>
                    <a:pt x="1201" y="134"/>
                    <a:pt x="1135" y="67"/>
                  </a:cubicBezTo>
                  <a:cubicBezTo>
                    <a:pt x="1068" y="34"/>
                    <a:pt x="1001" y="0"/>
                    <a:pt x="9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120;p75">
              <a:extLst>
                <a:ext uri="{FF2B5EF4-FFF2-40B4-BE49-F238E27FC236}">
                  <a16:creationId xmlns:a16="http://schemas.microsoft.com/office/drawing/2014/main" id="{F1CA48CC-52F5-61E6-BB87-61C5818C9E1E}"/>
                </a:ext>
              </a:extLst>
            </p:cNvPr>
            <p:cNvSpPr/>
            <p:nvPr/>
          </p:nvSpPr>
          <p:spPr>
            <a:xfrm>
              <a:off x="4259050" y="1430625"/>
              <a:ext cx="8350" cy="77375"/>
            </a:xfrm>
            <a:custGeom>
              <a:avLst/>
              <a:gdLst/>
              <a:ahLst/>
              <a:cxnLst/>
              <a:rect l="l" t="t" r="r" b="b"/>
              <a:pathLst>
                <a:path w="334" h="3095" extrusionOk="0">
                  <a:moveTo>
                    <a:pt x="267" y="1"/>
                  </a:moveTo>
                  <a:lnTo>
                    <a:pt x="67" y="134"/>
                  </a:lnTo>
                  <a:cubicBezTo>
                    <a:pt x="34" y="134"/>
                    <a:pt x="34" y="168"/>
                    <a:pt x="0" y="168"/>
                  </a:cubicBezTo>
                  <a:cubicBezTo>
                    <a:pt x="0" y="201"/>
                    <a:pt x="0" y="234"/>
                    <a:pt x="0" y="268"/>
                  </a:cubicBezTo>
                  <a:lnTo>
                    <a:pt x="0" y="3003"/>
                  </a:lnTo>
                  <a:cubicBezTo>
                    <a:pt x="0" y="3036"/>
                    <a:pt x="0" y="3070"/>
                    <a:pt x="0" y="3070"/>
                  </a:cubicBezTo>
                  <a:cubicBezTo>
                    <a:pt x="17" y="3086"/>
                    <a:pt x="25" y="3095"/>
                    <a:pt x="34" y="3095"/>
                  </a:cubicBezTo>
                  <a:cubicBezTo>
                    <a:pt x="42" y="3095"/>
                    <a:pt x="50" y="3086"/>
                    <a:pt x="67" y="3070"/>
                  </a:cubicBezTo>
                  <a:lnTo>
                    <a:pt x="267" y="2970"/>
                  </a:lnTo>
                  <a:cubicBezTo>
                    <a:pt x="301" y="2936"/>
                    <a:pt x="301" y="2936"/>
                    <a:pt x="334" y="2903"/>
                  </a:cubicBezTo>
                  <a:cubicBezTo>
                    <a:pt x="334" y="2870"/>
                    <a:pt x="334" y="2836"/>
                    <a:pt x="334" y="2803"/>
                  </a:cubicBezTo>
                  <a:lnTo>
                    <a:pt x="334" y="68"/>
                  </a:lnTo>
                  <a:cubicBezTo>
                    <a:pt x="334" y="34"/>
                    <a:pt x="334" y="34"/>
                    <a:pt x="3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121;p75">
              <a:extLst>
                <a:ext uri="{FF2B5EF4-FFF2-40B4-BE49-F238E27FC236}">
                  <a16:creationId xmlns:a16="http://schemas.microsoft.com/office/drawing/2014/main" id="{2E64C74C-76FE-A440-175E-DC890EBEDC2E}"/>
                </a:ext>
              </a:extLst>
            </p:cNvPr>
            <p:cNvSpPr/>
            <p:nvPr/>
          </p:nvSpPr>
          <p:spPr>
            <a:xfrm>
              <a:off x="4292400" y="1423325"/>
              <a:ext cx="22550" cy="65700"/>
            </a:xfrm>
            <a:custGeom>
              <a:avLst/>
              <a:gdLst/>
              <a:ahLst/>
              <a:cxnLst/>
              <a:rect l="l" t="t" r="r" b="b"/>
              <a:pathLst>
                <a:path w="902" h="2628" extrusionOk="0">
                  <a:moveTo>
                    <a:pt x="855" y="1"/>
                  </a:moveTo>
                  <a:cubicBezTo>
                    <a:pt x="843" y="1"/>
                    <a:pt x="835" y="9"/>
                    <a:pt x="835" y="26"/>
                  </a:cubicBezTo>
                  <a:lnTo>
                    <a:pt x="701" y="93"/>
                  </a:lnTo>
                  <a:cubicBezTo>
                    <a:pt x="634" y="126"/>
                    <a:pt x="568" y="193"/>
                    <a:pt x="501" y="259"/>
                  </a:cubicBezTo>
                  <a:cubicBezTo>
                    <a:pt x="434" y="326"/>
                    <a:pt x="401" y="426"/>
                    <a:pt x="368" y="493"/>
                  </a:cubicBezTo>
                  <a:lnTo>
                    <a:pt x="368" y="393"/>
                  </a:lnTo>
                  <a:cubicBezTo>
                    <a:pt x="368" y="360"/>
                    <a:pt x="334" y="360"/>
                    <a:pt x="334" y="326"/>
                  </a:cubicBezTo>
                  <a:lnTo>
                    <a:pt x="267" y="326"/>
                  </a:lnTo>
                  <a:lnTo>
                    <a:pt x="67" y="460"/>
                  </a:lnTo>
                  <a:cubicBezTo>
                    <a:pt x="34" y="460"/>
                    <a:pt x="34" y="493"/>
                    <a:pt x="34" y="526"/>
                  </a:cubicBezTo>
                  <a:cubicBezTo>
                    <a:pt x="1" y="526"/>
                    <a:pt x="1" y="560"/>
                    <a:pt x="1" y="593"/>
                  </a:cubicBezTo>
                  <a:lnTo>
                    <a:pt x="1" y="2561"/>
                  </a:lnTo>
                  <a:cubicBezTo>
                    <a:pt x="1" y="2561"/>
                    <a:pt x="1" y="2594"/>
                    <a:pt x="34" y="2628"/>
                  </a:cubicBezTo>
                  <a:lnTo>
                    <a:pt x="67" y="2628"/>
                  </a:lnTo>
                  <a:lnTo>
                    <a:pt x="267" y="2494"/>
                  </a:lnTo>
                  <a:cubicBezTo>
                    <a:pt x="301" y="2494"/>
                    <a:pt x="334" y="2461"/>
                    <a:pt x="334" y="2428"/>
                  </a:cubicBezTo>
                  <a:cubicBezTo>
                    <a:pt x="334" y="2394"/>
                    <a:pt x="334" y="2361"/>
                    <a:pt x="368" y="2328"/>
                  </a:cubicBezTo>
                  <a:lnTo>
                    <a:pt x="368" y="1260"/>
                  </a:lnTo>
                  <a:cubicBezTo>
                    <a:pt x="334" y="1093"/>
                    <a:pt x="368" y="960"/>
                    <a:pt x="434" y="827"/>
                  </a:cubicBezTo>
                  <a:cubicBezTo>
                    <a:pt x="468" y="726"/>
                    <a:pt x="568" y="660"/>
                    <a:pt x="668" y="593"/>
                  </a:cubicBezTo>
                  <a:lnTo>
                    <a:pt x="835" y="493"/>
                  </a:lnTo>
                  <a:cubicBezTo>
                    <a:pt x="868" y="493"/>
                    <a:pt x="868" y="460"/>
                    <a:pt x="901" y="460"/>
                  </a:cubicBezTo>
                  <a:cubicBezTo>
                    <a:pt x="901" y="426"/>
                    <a:pt x="901" y="393"/>
                    <a:pt x="901" y="360"/>
                  </a:cubicBezTo>
                  <a:lnTo>
                    <a:pt x="901" y="93"/>
                  </a:lnTo>
                  <a:cubicBezTo>
                    <a:pt x="901" y="59"/>
                    <a:pt x="901" y="26"/>
                    <a:pt x="901" y="26"/>
                  </a:cubicBezTo>
                  <a:cubicBezTo>
                    <a:pt x="885" y="9"/>
                    <a:pt x="868" y="1"/>
                    <a:pt x="85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22;p75">
              <a:extLst>
                <a:ext uri="{FF2B5EF4-FFF2-40B4-BE49-F238E27FC236}">
                  <a16:creationId xmlns:a16="http://schemas.microsoft.com/office/drawing/2014/main" id="{D4EE7010-911E-7BB6-7612-2EE925186D08}"/>
                </a:ext>
              </a:extLst>
            </p:cNvPr>
            <p:cNvSpPr/>
            <p:nvPr/>
          </p:nvSpPr>
          <p:spPr>
            <a:xfrm>
              <a:off x="4318250" y="1408125"/>
              <a:ext cx="33375" cy="60050"/>
            </a:xfrm>
            <a:custGeom>
              <a:avLst/>
              <a:gdLst/>
              <a:ahLst/>
              <a:cxnLst/>
              <a:rect l="l" t="t" r="r" b="b"/>
              <a:pathLst>
                <a:path w="1335" h="2402" extrusionOk="0">
                  <a:moveTo>
                    <a:pt x="835" y="501"/>
                  </a:moveTo>
                  <a:cubicBezTo>
                    <a:pt x="868" y="501"/>
                    <a:pt x="901" y="534"/>
                    <a:pt x="901" y="567"/>
                  </a:cubicBezTo>
                  <a:cubicBezTo>
                    <a:pt x="935" y="567"/>
                    <a:pt x="968" y="601"/>
                    <a:pt x="968" y="634"/>
                  </a:cubicBezTo>
                  <a:cubicBezTo>
                    <a:pt x="968" y="701"/>
                    <a:pt x="968" y="734"/>
                    <a:pt x="968" y="767"/>
                  </a:cubicBezTo>
                  <a:lnTo>
                    <a:pt x="368" y="1134"/>
                  </a:lnTo>
                  <a:cubicBezTo>
                    <a:pt x="368" y="1068"/>
                    <a:pt x="368" y="1034"/>
                    <a:pt x="368" y="968"/>
                  </a:cubicBezTo>
                  <a:cubicBezTo>
                    <a:pt x="401" y="934"/>
                    <a:pt x="401" y="867"/>
                    <a:pt x="434" y="801"/>
                  </a:cubicBezTo>
                  <a:cubicBezTo>
                    <a:pt x="468" y="767"/>
                    <a:pt x="501" y="701"/>
                    <a:pt x="534" y="667"/>
                  </a:cubicBezTo>
                  <a:cubicBezTo>
                    <a:pt x="568" y="634"/>
                    <a:pt x="634" y="601"/>
                    <a:pt x="668" y="567"/>
                  </a:cubicBezTo>
                  <a:cubicBezTo>
                    <a:pt x="701" y="534"/>
                    <a:pt x="768" y="501"/>
                    <a:pt x="835" y="501"/>
                  </a:cubicBezTo>
                  <a:close/>
                  <a:moveTo>
                    <a:pt x="935" y="0"/>
                  </a:moveTo>
                  <a:cubicBezTo>
                    <a:pt x="835" y="0"/>
                    <a:pt x="735" y="34"/>
                    <a:pt x="668" y="67"/>
                  </a:cubicBezTo>
                  <a:cubicBezTo>
                    <a:pt x="568" y="134"/>
                    <a:pt x="468" y="234"/>
                    <a:pt x="401" y="334"/>
                  </a:cubicBezTo>
                  <a:cubicBezTo>
                    <a:pt x="301" y="434"/>
                    <a:pt x="234" y="567"/>
                    <a:pt x="201" y="701"/>
                  </a:cubicBezTo>
                  <a:cubicBezTo>
                    <a:pt x="134" y="834"/>
                    <a:pt x="67" y="968"/>
                    <a:pt x="67" y="1101"/>
                  </a:cubicBezTo>
                  <a:cubicBezTo>
                    <a:pt x="34" y="1268"/>
                    <a:pt x="1" y="1401"/>
                    <a:pt x="1" y="1568"/>
                  </a:cubicBezTo>
                  <a:cubicBezTo>
                    <a:pt x="1" y="1701"/>
                    <a:pt x="34" y="1868"/>
                    <a:pt x="67" y="2002"/>
                  </a:cubicBezTo>
                  <a:cubicBezTo>
                    <a:pt x="101" y="2102"/>
                    <a:pt x="134" y="2202"/>
                    <a:pt x="201" y="2268"/>
                  </a:cubicBezTo>
                  <a:cubicBezTo>
                    <a:pt x="268" y="2335"/>
                    <a:pt x="334" y="2369"/>
                    <a:pt x="401" y="2402"/>
                  </a:cubicBezTo>
                  <a:cubicBezTo>
                    <a:pt x="501" y="2402"/>
                    <a:pt x="601" y="2369"/>
                    <a:pt x="701" y="2302"/>
                  </a:cubicBezTo>
                  <a:cubicBezTo>
                    <a:pt x="801" y="2268"/>
                    <a:pt x="868" y="2168"/>
                    <a:pt x="968" y="2102"/>
                  </a:cubicBezTo>
                  <a:cubicBezTo>
                    <a:pt x="1035" y="2002"/>
                    <a:pt x="1101" y="1935"/>
                    <a:pt x="1135" y="1835"/>
                  </a:cubicBezTo>
                  <a:cubicBezTo>
                    <a:pt x="1202" y="1768"/>
                    <a:pt x="1235" y="1668"/>
                    <a:pt x="1268" y="1601"/>
                  </a:cubicBezTo>
                  <a:cubicBezTo>
                    <a:pt x="1302" y="1535"/>
                    <a:pt x="1302" y="1468"/>
                    <a:pt x="1302" y="1401"/>
                  </a:cubicBezTo>
                  <a:cubicBezTo>
                    <a:pt x="1302" y="1401"/>
                    <a:pt x="1302" y="1368"/>
                    <a:pt x="1302" y="1334"/>
                  </a:cubicBezTo>
                  <a:lnTo>
                    <a:pt x="1235" y="1334"/>
                  </a:lnTo>
                  <a:lnTo>
                    <a:pt x="1035" y="1468"/>
                  </a:lnTo>
                  <a:cubicBezTo>
                    <a:pt x="1001" y="1468"/>
                    <a:pt x="968" y="1501"/>
                    <a:pt x="968" y="1501"/>
                  </a:cubicBezTo>
                  <a:lnTo>
                    <a:pt x="901" y="1568"/>
                  </a:lnTo>
                  <a:cubicBezTo>
                    <a:pt x="901" y="1635"/>
                    <a:pt x="868" y="1668"/>
                    <a:pt x="835" y="1701"/>
                  </a:cubicBezTo>
                  <a:cubicBezTo>
                    <a:pt x="801" y="1735"/>
                    <a:pt x="735" y="1768"/>
                    <a:pt x="701" y="1801"/>
                  </a:cubicBezTo>
                  <a:cubicBezTo>
                    <a:pt x="668" y="1835"/>
                    <a:pt x="601" y="1835"/>
                    <a:pt x="568" y="1868"/>
                  </a:cubicBezTo>
                  <a:lnTo>
                    <a:pt x="468" y="1868"/>
                  </a:lnTo>
                  <a:cubicBezTo>
                    <a:pt x="434" y="1835"/>
                    <a:pt x="401" y="1801"/>
                    <a:pt x="401" y="1768"/>
                  </a:cubicBezTo>
                  <a:cubicBezTo>
                    <a:pt x="368" y="1735"/>
                    <a:pt x="368" y="1668"/>
                    <a:pt x="368" y="1601"/>
                  </a:cubicBezTo>
                  <a:lnTo>
                    <a:pt x="1268" y="1101"/>
                  </a:lnTo>
                  <a:cubicBezTo>
                    <a:pt x="1302" y="1068"/>
                    <a:pt x="1335" y="1068"/>
                    <a:pt x="1335" y="1034"/>
                  </a:cubicBezTo>
                  <a:cubicBezTo>
                    <a:pt x="1335" y="1001"/>
                    <a:pt x="1335" y="968"/>
                    <a:pt x="1335" y="934"/>
                  </a:cubicBezTo>
                  <a:lnTo>
                    <a:pt x="1335" y="767"/>
                  </a:lnTo>
                  <a:cubicBezTo>
                    <a:pt x="1335" y="634"/>
                    <a:pt x="1335" y="501"/>
                    <a:pt x="1302" y="367"/>
                  </a:cubicBezTo>
                  <a:cubicBezTo>
                    <a:pt x="1268" y="267"/>
                    <a:pt x="1202" y="200"/>
                    <a:pt x="1168" y="100"/>
                  </a:cubicBezTo>
                  <a:cubicBezTo>
                    <a:pt x="1101" y="67"/>
                    <a:pt x="1035" y="0"/>
                    <a:pt x="93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123;p75">
              <a:extLst>
                <a:ext uri="{FF2B5EF4-FFF2-40B4-BE49-F238E27FC236}">
                  <a16:creationId xmlns:a16="http://schemas.microsoft.com/office/drawing/2014/main" id="{AEED70F7-5599-0EB0-9C6D-4EB5E0582286}"/>
                </a:ext>
              </a:extLst>
            </p:cNvPr>
            <p:cNvSpPr/>
            <p:nvPr/>
          </p:nvSpPr>
          <p:spPr>
            <a:xfrm>
              <a:off x="4354950" y="1378925"/>
              <a:ext cx="36725" cy="65700"/>
            </a:xfrm>
            <a:custGeom>
              <a:avLst/>
              <a:gdLst/>
              <a:ahLst/>
              <a:cxnLst/>
              <a:rect l="l" t="t" r="r" b="b"/>
              <a:pathLst>
                <a:path w="1469" h="2628" extrusionOk="0">
                  <a:moveTo>
                    <a:pt x="1401" y="1"/>
                  </a:moveTo>
                  <a:lnTo>
                    <a:pt x="1201" y="134"/>
                  </a:lnTo>
                  <a:cubicBezTo>
                    <a:pt x="1168" y="134"/>
                    <a:pt x="1135" y="167"/>
                    <a:pt x="1135" y="201"/>
                  </a:cubicBezTo>
                  <a:cubicBezTo>
                    <a:pt x="1101" y="234"/>
                    <a:pt x="1101" y="268"/>
                    <a:pt x="1101" y="268"/>
                  </a:cubicBezTo>
                  <a:lnTo>
                    <a:pt x="734" y="1769"/>
                  </a:lnTo>
                  <a:lnTo>
                    <a:pt x="367" y="701"/>
                  </a:lnTo>
                  <a:cubicBezTo>
                    <a:pt x="367" y="668"/>
                    <a:pt x="367" y="668"/>
                    <a:pt x="334" y="634"/>
                  </a:cubicBezTo>
                  <a:lnTo>
                    <a:pt x="301" y="634"/>
                  </a:lnTo>
                  <a:lnTo>
                    <a:pt x="67" y="768"/>
                  </a:lnTo>
                  <a:cubicBezTo>
                    <a:pt x="67" y="768"/>
                    <a:pt x="34" y="801"/>
                    <a:pt x="34" y="835"/>
                  </a:cubicBezTo>
                  <a:cubicBezTo>
                    <a:pt x="0" y="868"/>
                    <a:pt x="0" y="901"/>
                    <a:pt x="0" y="935"/>
                  </a:cubicBezTo>
                  <a:lnTo>
                    <a:pt x="567" y="2569"/>
                  </a:lnTo>
                  <a:cubicBezTo>
                    <a:pt x="567" y="2569"/>
                    <a:pt x="567" y="2603"/>
                    <a:pt x="601" y="2603"/>
                  </a:cubicBezTo>
                  <a:cubicBezTo>
                    <a:pt x="601" y="2619"/>
                    <a:pt x="601" y="2628"/>
                    <a:pt x="605" y="2628"/>
                  </a:cubicBezTo>
                  <a:cubicBezTo>
                    <a:pt x="609" y="2628"/>
                    <a:pt x="618" y="2619"/>
                    <a:pt x="634" y="2603"/>
                  </a:cubicBezTo>
                  <a:lnTo>
                    <a:pt x="834" y="2502"/>
                  </a:lnTo>
                  <a:cubicBezTo>
                    <a:pt x="868" y="2502"/>
                    <a:pt x="868" y="2469"/>
                    <a:pt x="901" y="2436"/>
                  </a:cubicBezTo>
                  <a:cubicBezTo>
                    <a:pt x="901" y="2402"/>
                    <a:pt x="901" y="2369"/>
                    <a:pt x="934" y="2336"/>
                  </a:cubicBezTo>
                  <a:lnTo>
                    <a:pt x="1468" y="101"/>
                  </a:lnTo>
                  <a:cubicBezTo>
                    <a:pt x="1468" y="101"/>
                    <a:pt x="1468" y="101"/>
                    <a:pt x="1468" y="67"/>
                  </a:cubicBezTo>
                  <a:cubicBezTo>
                    <a:pt x="1468" y="67"/>
                    <a:pt x="1468" y="34"/>
                    <a:pt x="143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124;p75">
              <a:extLst>
                <a:ext uri="{FF2B5EF4-FFF2-40B4-BE49-F238E27FC236}">
                  <a16:creationId xmlns:a16="http://schemas.microsoft.com/office/drawing/2014/main" id="{D2306957-332F-A318-8ED4-573AE0376FD3}"/>
                </a:ext>
              </a:extLst>
            </p:cNvPr>
            <p:cNvSpPr/>
            <p:nvPr/>
          </p:nvSpPr>
          <p:spPr>
            <a:xfrm>
              <a:off x="4394150" y="1363925"/>
              <a:ext cx="33375" cy="60050"/>
            </a:xfrm>
            <a:custGeom>
              <a:avLst/>
              <a:gdLst/>
              <a:ahLst/>
              <a:cxnLst/>
              <a:rect l="l" t="t" r="r" b="b"/>
              <a:pathLst>
                <a:path w="1335" h="2402" extrusionOk="0">
                  <a:moveTo>
                    <a:pt x="801" y="534"/>
                  </a:moveTo>
                  <a:cubicBezTo>
                    <a:pt x="834" y="534"/>
                    <a:pt x="867" y="534"/>
                    <a:pt x="901" y="567"/>
                  </a:cubicBezTo>
                  <a:cubicBezTo>
                    <a:pt x="934" y="601"/>
                    <a:pt x="934" y="634"/>
                    <a:pt x="934" y="667"/>
                  </a:cubicBezTo>
                  <a:cubicBezTo>
                    <a:pt x="968" y="701"/>
                    <a:pt x="968" y="734"/>
                    <a:pt x="968" y="767"/>
                  </a:cubicBezTo>
                  <a:lnTo>
                    <a:pt x="367" y="1134"/>
                  </a:lnTo>
                  <a:cubicBezTo>
                    <a:pt x="367" y="1068"/>
                    <a:pt x="367" y="1034"/>
                    <a:pt x="367" y="968"/>
                  </a:cubicBezTo>
                  <a:cubicBezTo>
                    <a:pt x="400" y="934"/>
                    <a:pt x="400" y="868"/>
                    <a:pt x="434" y="834"/>
                  </a:cubicBezTo>
                  <a:cubicBezTo>
                    <a:pt x="467" y="767"/>
                    <a:pt x="501" y="734"/>
                    <a:pt x="534" y="667"/>
                  </a:cubicBezTo>
                  <a:cubicBezTo>
                    <a:pt x="567" y="634"/>
                    <a:pt x="601" y="601"/>
                    <a:pt x="667" y="567"/>
                  </a:cubicBezTo>
                  <a:lnTo>
                    <a:pt x="701" y="567"/>
                  </a:lnTo>
                  <a:cubicBezTo>
                    <a:pt x="734" y="534"/>
                    <a:pt x="767" y="534"/>
                    <a:pt x="801" y="534"/>
                  </a:cubicBezTo>
                  <a:close/>
                  <a:moveTo>
                    <a:pt x="934" y="0"/>
                  </a:moveTo>
                  <a:cubicBezTo>
                    <a:pt x="834" y="0"/>
                    <a:pt x="734" y="34"/>
                    <a:pt x="667" y="67"/>
                  </a:cubicBezTo>
                  <a:cubicBezTo>
                    <a:pt x="567" y="134"/>
                    <a:pt x="467" y="234"/>
                    <a:pt x="400" y="334"/>
                  </a:cubicBezTo>
                  <a:cubicBezTo>
                    <a:pt x="300" y="434"/>
                    <a:pt x="234" y="567"/>
                    <a:pt x="200" y="701"/>
                  </a:cubicBezTo>
                  <a:cubicBezTo>
                    <a:pt x="134" y="834"/>
                    <a:pt x="67" y="968"/>
                    <a:pt x="67" y="1101"/>
                  </a:cubicBezTo>
                  <a:cubicBezTo>
                    <a:pt x="34" y="1268"/>
                    <a:pt x="0" y="1435"/>
                    <a:pt x="0" y="1568"/>
                  </a:cubicBezTo>
                  <a:cubicBezTo>
                    <a:pt x="0" y="1735"/>
                    <a:pt x="34" y="1868"/>
                    <a:pt x="34" y="2002"/>
                  </a:cubicBezTo>
                  <a:cubicBezTo>
                    <a:pt x="67" y="2102"/>
                    <a:pt x="134" y="2202"/>
                    <a:pt x="167" y="2269"/>
                  </a:cubicBezTo>
                  <a:cubicBezTo>
                    <a:pt x="234" y="2335"/>
                    <a:pt x="300" y="2402"/>
                    <a:pt x="400" y="2402"/>
                  </a:cubicBezTo>
                  <a:cubicBezTo>
                    <a:pt x="501" y="2402"/>
                    <a:pt x="601" y="2369"/>
                    <a:pt x="667" y="2302"/>
                  </a:cubicBezTo>
                  <a:cubicBezTo>
                    <a:pt x="767" y="2269"/>
                    <a:pt x="867" y="2168"/>
                    <a:pt x="934" y="2102"/>
                  </a:cubicBezTo>
                  <a:cubicBezTo>
                    <a:pt x="1001" y="2002"/>
                    <a:pt x="1068" y="1935"/>
                    <a:pt x="1134" y="1835"/>
                  </a:cubicBezTo>
                  <a:cubicBezTo>
                    <a:pt x="1168" y="1768"/>
                    <a:pt x="1201" y="1668"/>
                    <a:pt x="1234" y="1601"/>
                  </a:cubicBezTo>
                  <a:cubicBezTo>
                    <a:pt x="1268" y="1535"/>
                    <a:pt x="1268" y="1468"/>
                    <a:pt x="1301" y="1401"/>
                  </a:cubicBezTo>
                  <a:cubicBezTo>
                    <a:pt x="1301" y="1401"/>
                    <a:pt x="1301" y="1368"/>
                    <a:pt x="1268" y="1335"/>
                  </a:cubicBezTo>
                  <a:lnTo>
                    <a:pt x="1201" y="1335"/>
                  </a:lnTo>
                  <a:lnTo>
                    <a:pt x="1001" y="1468"/>
                  </a:lnTo>
                  <a:cubicBezTo>
                    <a:pt x="968" y="1468"/>
                    <a:pt x="968" y="1501"/>
                    <a:pt x="934" y="1501"/>
                  </a:cubicBezTo>
                  <a:lnTo>
                    <a:pt x="901" y="1601"/>
                  </a:lnTo>
                  <a:cubicBezTo>
                    <a:pt x="867" y="1635"/>
                    <a:pt x="834" y="1668"/>
                    <a:pt x="801" y="1701"/>
                  </a:cubicBezTo>
                  <a:cubicBezTo>
                    <a:pt x="767" y="1768"/>
                    <a:pt x="734" y="1802"/>
                    <a:pt x="667" y="1835"/>
                  </a:cubicBezTo>
                  <a:cubicBezTo>
                    <a:pt x="634" y="1835"/>
                    <a:pt x="601" y="1868"/>
                    <a:pt x="567" y="1868"/>
                  </a:cubicBezTo>
                  <a:lnTo>
                    <a:pt x="467" y="1868"/>
                  </a:lnTo>
                  <a:cubicBezTo>
                    <a:pt x="434" y="1835"/>
                    <a:pt x="400" y="1802"/>
                    <a:pt x="400" y="1768"/>
                  </a:cubicBezTo>
                  <a:cubicBezTo>
                    <a:pt x="367" y="1735"/>
                    <a:pt x="367" y="1668"/>
                    <a:pt x="367" y="1635"/>
                  </a:cubicBezTo>
                  <a:lnTo>
                    <a:pt x="1268" y="1101"/>
                  </a:lnTo>
                  <a:cubicBezTo>
                    <a:pt x="1268" y="1101"/>
                    <a:pt x="1301" y="1068"/>
                    <a:pt x="1301" y="1034"/>
                  </a:cubicBezTo>
                  <a:cubicBezTo>
                    <a:pt x="1334" y="1001"/>
                    <a:pt x="1334" y="968"/>
                    <a:pt x="1334" y="934"/>
                  </a:cubicBezTo>
                  <a:lnTo>
                    <a:pt x="1334" y="767"/>
                  </a:lnTo>
                  <a:cubicBezTo>
                    <a:pt x="1334" y="634"/>
                    <a:pt x="1334" y="501"/>
                    <a:pt x="1301" y="367"/>
                  </a:cubicBezTo>
                  <a:cubicBezTo>
                    <a:pt x="1268" y="267"/>
                    <a:pt x="1201" y="200"/>
                    <a:pt x="1168" y="100"/>
                  </a:cubicBezTo>
                  <a:cubicBezTo>
                    <a:pt x="1101" y="67"/>
                    <a:pt x="1034" y="34"/>
                    <a:pt x="9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125;p75">
              <a:extLst>
                <a:ext uri="{FF2B5EF4-FFF2-40B4-BE49-F238E27FC236}">
                  <a16:creationId xmlns:a16="http://schemas.microsoft.com/office/drawing/2014/main" id="{47D5793B-B541-2B07-827E-087019154FF6}"/>
                </a:ext>
              </a:extLst>
            </p:cNvPr>
            <p:cNvSpPr/>
            <p:nvPr/>
          </p:nvSpPr>
          <p:spPr>
            <a:xfrm>
              <a:off x="4435000" y="1338900"/>
              <a:ext cx="33375" cy="68200"/>
            </a:xfrm>
            <a:custGeom>
              <a:avLst/>
              <a:gdLst/>
              <a:ahLst/>
              <a:cxnLst/>
              <a:rect l="l" t="t" r="r" b="b"/>
              <a:pathLst>
                <a:path w="1335" h="2728" extrusionOk="0">
                  <a:moveTo>
                    <a:pt x="1001" y="1"/>
                  </a:moveTo>
                  <a:cubicBezTo>
                    <a:pt x="901" y="1"/>
                    <a:pt x="835" y="34"/>
                    <a:pt x="735" y="67"/>
                  </a:cubicBezTo>
                  <a:cubicBezTo>
                    <a:pt x="634" y="134"/>
                    <a:pt x="568" y="201"/>
                    <a:pt x="501" y="267"/>
                  </a:cubicBezTo>
                  <a:cubicBezTo>
                    <a:pt x="434" y="367"/>
                    <a:pt x="401" y="468"/>
                    <a:pt x="334" y="568"/>
                  </a:cubicBezTo>
                  <a:lnTo>
                    <a:pt x="334" y="468"/>
                  </a:lnTo>
                  <a:cubicBezTo>
                    <a:pt x="334" y="434"/>
                    <a:pt x="334" y="401"/>
                    <a:pt x="334" y="401"/>
                  </a:cubicBezTo>
                  <a:cubicBezTo>
                    <a:pt x="318" y="384"/>
                    <a:pt x="309" y="376"/>
                    <a:pt x="301" y="376"/>
                  </a:cubicBezTo>
                  <a:cubicBezTo>
                    <a:pt x="293" y="376"/>
                    <a:pt x="284" y="384"/>
                    <a:pt x="268" y="401"/>
                  </a:cubicBezTo>
                  <a:lnTo>
                    <a:pt x="67" y="501"/>
                  </a:lnTo>
                  <a:cubicBezTo>
                    <a:pt x="34" y="534"/>
                    <a:pt x="34" y="534"/>
                    <a:pt x="1" y="568"/>
                  </a:cubicBezTo>
                  <a:cubicBezTo>
                    <a:pt x="1" y="601"/>
                    <a:pt x="1" y="634"/>
                    <a:pt x="1" y="668"/>
                  </a:cubicBezTo>
                  <a:lnTo>
                    <a:pt x="1" y="2636"/>
                  </a:lnTo>
                  <a:cubicBezTo>
                    <a:pt x="1" y="2669"/>
                    <a:pt x="1" y="2702"/>
                    <a:pt x="1" y="2702"/>
                  </a:cubicBezTo>
                  <a:cubicBezTo>
                    <a:pt x="17" y="2719"/>
                    <a:pt x="34" y="2727"/>
                    <a:pt x="47" y="2727"/>
                  </a:cubicBezTo>
                  <a:cubicBezTo>
                    <a:pt x="59" y="2727"/>
                    <a:pt x="67" y="2719"/>
                    <a:pt x="67" y="2702"/>
                  </a:cubicBezTo>
                  <a:lnTo>
                    <a:pt x="268" y="2602"/>
                  </a:lnTo>
                  <a:cubicBezTo>
                    <a:pt x="301" y="2569"/>
                    <a:pt x="301" y="2536"/>
                    <a:pt x="334" y="2536"/>
                  </a:cubicBezTo>
                  <a:cubicBezTo>
                    <a:pt x="334" y="2502"/>
                    <a:pt x="334" y="2469"/>
                    <a:pt x="334" y="2436"/>
                  </a:cubicBezTo>
                  <a:lnTo>
                    <a:pt x="334" y="1368"/>
                  </a:lnTo>
                  <a:cubicBezTo>
                    <a:pt x="334" y="1235"/>
                    <a:pt x="368" y="1068"/>
                    <a:pt x="434" y="935"/>
                  </a:cubicBezTo>
                  <a:cubicBezTo>
                    <a:pt x="468" y="801"/>
                    <a:pt x="568" y="701"/>
                    <a:pt x="668" y="634"/>
                  </a:cubicBezTo>
                  <a:cubicBezTo>
                    <a:pt x="718" y="601"/>
                    <a:pt x="760" y="584"/>
                    <a:pt x="797" y="584"/>
                  </a:cubicBezTo>
                  <a:cubicBezTo>
                    <a:pt x="835" y="584"/>
                    <a:pt x="868" y="601"/>
                    <a:pt x="901" y="634"/>
                  </a:cubicBezTo>
                  <a:cubicBezTo>
                    <a:pt x="935" y="768"/>
                    <a:pt x="968" y="868"/>
                    <a:pt x="968" y="1001"/>
                  </a:cubicBezTo>
                  <a:lnTo>
                    <a:pt x="968" y="2035"/>
                  </a:lnTo>
                  <a:cubicBezTo>
                    <a:pt x="968" y="2069"/>
                    <a:pt x="968" y="2102"/>
                    <a:pt x="1001" y="2102"/>
                  </a:cubicBezTo>
                  <a:cubicBezTo>
                    <a:pt x="1001" y="2119"/>
                    <a:pt x="1010" y="2127"/>
                    <a:pt x="1018" y="2127"/>
                  </a:cubicBezTo>
                  <a:cubicBezTo>
                    <a:pt x="1026" y="2127"/>
                    <a:pt x="1035" y="2119"/>
                    <a:pt x="1035" y="2102"/>
                  </a:cubicBezTo>
                  <a:lnTo>
                    <a:pt x="1235" y="2002"/>
                  </a:lnTo>
                  <a:cubicBezTo>
                    <a:pt x="1268" y="1969"/>
                    <a:pt x="1268" y="1969"/>
                    <a:pt x="1302" y="1935"/>
                  </a:cubicBezTo>
                  <a:cubicBezTo>
                    <a:pt x="1302" y="1902"/>
                    <a:pt x="1302" y="1869"/>
                    <a:pt x="1335" y="1835"/>
                  </a:cubicBezTo>
                  <a:lnTo>
                    <a:pt x="1335" y="734"/>
                  </a:lnTo>
                  <a:cubicBezTo>
                    <a:pt x="1302" y="601"/>
                    <a:pt x="1302" y="468"/>
                    <a:pt x="1302" y="367"/>
                  </a:cubicBezTo>
                  <a:cubicBezTo>
                    <a:pt x="1268" y="267"/>
                    <a:pt x="1235" y="201"/>
                    <a:pt x="1202" y="101"/>
                  </a:cubicBezTo>
                  <a:cubicBezTo>
                    <a:pt x="1168" y="34"/>
                    <a:pt x="1101" y="1"/>
                    <a:pt x="100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126;p75">
              <a:extLst>
                <a:ext uri="{FF2B5EF4-FFF2-40B4-BE49-F238E27FC236}">
                  <a16:creationId xmlns:a16="http://schemas.microsoft.com/office/drawing/2014/main" id="{279A433A-A94D-B2B3-C06F-BCCCEFFFACF3}"/>
                </a:ext>
              </a:extLst>
            </p:cNvPr>
            <p:cNvSpPr/>
            <p:nvPr/>
          </p:nvSpPr>
          <p:spPr>
            <a:xfrm>
              <a:off x="4476700" y="1310550"/>
              <a:ext cx="32550" cy="67075"/>
            </a:xfrm>
            <a:custGeom>
              <a:avLst/>
              <a:gdLst/>
              <a:ahLst/>
              <a:cxnLst/>
              <a:rect l="l" t="t" r="r" b="b"/>
              <a:pathLst>
                <a:path w="1302" h="2683" extrusionOk="0">
                  <a:moveTo>
                    <a:pt x="1235" y="0"/>
                  </a:moveTo>
                  <a:lnTo>
                    <a:pt x="1001" y="134"/>
                  </a:lnTo>
                  <a:cubicBezTo>
                    <a:pt x="1001" y="134"/>
                    <a:pt x="968" y="167"/>
                    <a:pt x="968" y="167"/>
                  </a:cubicBezTo>
                  <a:cubicBezTo>
                    <a:pt x="935" y="201"/>
                    <a:pt x="935" y="234"/>
                    <a:pt x="935" y="267"/>
                  </a:cubicBezTo>
                  <a:lnTo>
                    <a:pt x="935" y="1335"/>
                  </a:lnTo>
                  <a:cubicBezTo>
                    <a:pt x="935" y="1468"/>
                    <a:pt x="901" y="1635"/>
                    <a:pt x="868" y="1768"/>
                  </a:cubicBezTo>
                  <a:cubicBezTo>
                    <a:pt x="834" y="1902"/>
                    <a:pt x="734" y="2002"/>
                    <a:pt x="634" y="2069"/>
                  </a:cubicBezTo>
                  <a:cubicBezTo>
                    <a:pt x="584" y="2102"/>
                    <a:pt x="543" y="2119"/>
                    <a:pt x="509" y="2119"/>
                  </a:cubicBezTo>
                  <a:cubicBezTo>
                    <a:pt x="476" y="2119"/>
                    <a:pt x="451" y="2102"/>
                    <a:pt x="434" y="2069"/>
                  </a:cubicBezTo>
                  <a:cubicBezTo>
                    <a:pt x="367" y="1935"/>
                    <a:pt x="334" y="1802"/>
                    <a:pt x="334" y="1702"/>
                  </a:cubicBezTo>
                  <a:lnTo>
                    <a:pt x="334" y="634"/>
                  </a:lnTo>
                  <a:cubicBezTo>
                    <a:pt x="334" y="601"/>
                    <a:pt x="334" y="567"/>
                    <a:pt x="334" y="567"/>
                  </a:cubicBezTo>
                  <a:cubicBezTo>
                    <a:pt x="317" y="551"/>
                    <a:pt x="309" y="542"/>
                    <a:pt x="301" y="542"/>
                  </a:cubicBezTo>
                  <a:cubicBezTo>
                    <a:pt x="292" y="542"/>
                    <a:pt x="284" y="551"/>
                    <a:pt x="267" y="567"/>
                  </a:cubicBezTo>
                  <a:lnTo>
                    <a:pt x="67" y="701"/>
                  </a:lnTo>
                  <a:cubicBezTo>
                    <a:pt x="34" y="701"/>
                    <a:pt x="34" y="734"/>
                    <a:pt x="34" y="734"/>
                  </a:cubicBezTo>
                  <a:cubicBezTo>
                    <a:pt x="1" y="768"/>
                    <a:pt x="1" y="801"/>
                    <a:pt x="1" y="834"/>
                  </a:cubicBezTo>
                  <a:lnTo>
                    <a:pt x="1" y="1968"/>
                  </a:lnTo>
                  <a:cubicBezTo>
                    <a:pt x="1" y="2069"/>
                    <a:pt x="1" y="2202"/>
                    <a:pt x="34" y="2302"/>
                  </a:cubicBezTo>
                  <a:cubicBezTo>
                    <a:pt x="34" y="2402"/>
                    <a:pt x="67" y="2502"/>
                    <a:pt x="101" y="2569"/>
                  </a:cubicBezTo>
                  <a:cubicBezTo>
                    <a:pt x="167" y="2636"/>
                    <a:pt x="201" y="2669"/>
                    <a:pt x="301" y="2669"/>
                  </a:cubicBezTo>
                  <a:cubicBezTo>
                    <a:pt x="328" y="2678"/>
                    <a:pt x="352" y="2682"/>
                    <a:pt x="375" y="2682"/>
                  </a:cubicBezTo>
                  <a:cubicBezTo>
                    <a:pt x="439" y="2682"/>
                    <a:pt x="494" y="2651"/>
                    <a:pt x="568" y="2602"/>
                  </a:cubicBezTo>
                  <a:cubicBezTo>
                    <a:pt x="634" y="2536"/>
                    <a:pt x="734" y="2469"/>
                    <a:pt x="801" y="2402"/>
                  </a:cubicBezTo>
                  <a:cubicBezTo>
                    <a:pt x="834" y="2302"/>
                    <a:pt x="901" y="2235"/>
                    <a:pt x="935" y="2135"/>
                  </a:cubicBezTo>
                  <a:lnTo>
                    <a:pt x="935" y="2202"/>
                  </a:lnTo>
                  <a:cubicBezTo>
                    <a:pt x="935" y="2235"/>
                    <a:pt x="935" y="2269"/>
                    <a:pt x="968" y="2269"/>
                  </a:cubicBezTo>
                  <a:cubicBezTo>
                    <a:pt x="968" y="2285"/>
                    <a:pt x="976" y="2294"/>
                    <a:pt x="985" y="2294"/>
                  </a:cubicBezTo>
                  <a:cubicBezTo>
                    <a:pt x="993" y="2294"/>
                    <a:pt x="1001" y="2285"/>
                    <a:pt x="1001" y="2269"/>
                  </a:cubicBezTo>
                  <a:lnTo>
                    <a:pt x="1235" y="2169"/>
                  </a:lnTo>
                  <a:cubicBezTo>
                    <a:pt x="1235" y="2135"/>
                    <a:pt x="1268" y="2135"/>
                    <a:pt x="1268" y="2102"/>
                  </a:cubicBezTo>
                  <a:cubicBezTo>
                    <a:pt x="1268" y="2069"/>
                    <a:pt x="1301" y="2035"/>
                    <a:pt x="1301" y="2002"/>
                  </a:cubicBezTo>
                  <a:lnTo>
                    <a:pt x="1301" y="67"/>
                  </a:lnTo>
                  <a:cubicBezTo>
                    <a:pt x="1301" y="34"/>
                    <a:pt x="1268" y="0"/>
                    <a:pt x="12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127;p75">
              <a:extLst>
                <a:ext uri="{FF2B5EF4-FFF2-40B4-BE49-F238E27FC236}">
                  <a16:creationId xmlns:a16="http://schemas.microsoft.com/office/drawing/2014/main" id="{DE5F837E-CF48-2D77-4836-D892905F2F59}"/>
                </a:ext>
              </a:extLst>
            </p:cNvPr>
            <p:cNvSpPr/>
            <p:nvPr/>
          </p:nvSpPr>
          <p:spPr>
            <a:xfrm>
              <a:off x="4516725" y="1293550"/>
              <a:ext cx="33375" cy="59550"/>
            </a:xfrm>
            <a:custGeom>
              <a:avLst/>
              <a:gdLst/>
              <a:ahLst/>
              <a:cxnLst/>
              <a:rect l="l" t="t" r="r" b="b"/>
              <a:pathLst>
                <a:path w="1335" h="2382" extrusionOk="0">
                  <a:moveTo>
                    <a:pt x="801" y="514"/>
                  </a:moveTo>
                  <a:cubicBezTo>
                    <a:pt x="835" y="514"/>
                    <a:pt x="868" y="514"/>
                    <a:pt x="901" y="547"/>
                  </a:cubicBezTo>
                  <a:cubicBezTo>
                    <a:pt x="901" y="580"/>
                    <a:pt x="935" y="614"/>
                    <a:pt x="935" y="647"/>
                  </a:cubicBezTo>
                  <a:cubicBezTo>
                    <a:pt x="935" y="680"/>
                    <a:pt x="968" y="714"/>
                    <a:pt x="968" y="747"/>
                  </a:cubicBezTo>
                  <a:lnTo>
                    <a:pt x="334" y="1114"/>
                  </a:lnTo>
                  <a:cubicBezTo>
                    <a:pt x="334" y="1081"/>
                    <a:pt x="368" y="1014"/>
                    <a:pt x="368" y="981"/>
                  </a:cubicBezTo>
                  <a:cubicBezTo>
                    <a:pt x="368" y="914"/>
                    <a:pt x="401" y="847"/>
                    <a:pt x="434" y="814"/>
                  </a:cubicBezTo>
                  <a:cubicBezTo>
                    <a:pt x="468" y="747"/>
                    <a:pt x="501" y="714"/>
                    <a:pt x="534" y="680"/>
                  </a:cubicBezTo>
                  <a:cubicBezTo>
                    <a:pt x="568" y="614"/>
                    <a:pt x="601" y="580"/>
                    <a:pt x="668" y="547"/>
                  </a:cubicBezTo>
                  <a:cubicBezTo>
                    <a:pt x="701" y="514"/>
                    <a:pt x="735" y="514"/>
                    <a:pt x="801" y="514"/>
                  </a:cubicBezTo>
                  <a:close/>
                  <a:moveTo>
                    <a:pt x="855" y="0"/>
                  </a:moveTo>
                  <a:cubicBezTo>
                    <a:pt x="783" y="0"/>
                    <a:pt x="717" y="31"/>
                    <a:pt x="668" y="80"/>
                  </a:cubicBezTo>
                  <a:cubicBezTo>
                    <a:pt x="534" y="147"/>
                    <a:pt x="468" y="213"/>
                    <a:pt x="368" y="313"/>
                  </a:cubicBezTo>
                  <a:cubicBezTo>
                    <a:pt x="301" y="447"/>
                    <a:pt x="234" y="547"/>
                    <a:pt x="167" y="680"/>
                  </a:cubicBezTo>
                  <a:cubicBezTo>
                    <a:pt x="101" y="814"/>
                    <a:pt x="67" y="947"/>
                    <a:pt x="34" y="1114"/>
                  </a:cubicBezTo>
                  <a:cubicBezTo>
                    <a:pt x="1" y="1247"/>
                    <a:pt x="1" y="1414"/>
                    <a:pt x="1" y="1581"/>
                  </a:cubicBezTo>
                  <a:cubicBezTo>
                    <a:pt x="1" y="1714"/>
                    <a:pt x="1" y="1848"/>
                    <a:pt x="34" y="1981"/>
                  </a:cubicBezTo>
                  <a:cubicBezTo>
                    <a:pt x="67" y="2081"/>
                    <a:pt x="101" y="2181"/>
                    <a:pt x="167" y="2282"/>
                  </a:cubicBezTo>
                  <a:cubicBezTo>
                    <a:pt x="234" y="2348"/>
                    <a:pt x="301" y="2382"/>
                    <a:pt x="368" y="2382"/>
                  </a:cubicBezTo>
                  <a:cubicBezTo>
                    <a:pt x="468" y="2382"/>
                    <a:pt x="568" y="2348"/>
                    <a:pt x="668" y="2315"/>
                  </a:cubicBezTo>
                  <a:cubicBezTo>
                    <a:pt x="768" y="2248"/>
                    <a:pt x="835" y="2181"/>
                    <a:pt x="935" y="2081"/>
                  </a:cubicBezTo>
                  <a:cubicBezTo>
                    <a:pt x="1001" y="2015"/>
                    <a:pt x="1068" y="1915"/>
                    <a:pt x="1101" y="1815"/>
                  </a:cubicBezTo>
                  <a:cubicBezTo>
                    <a:pt x="1168" y="1748"/>
                    <a:pt x="1202" y="1681"/>
                    <a:pt x="1235" y="1581"/>
                  </a:cubicBezTo>
                  <a:cubicBezTo>
                    <a:pt x="1268" y="1514"/>
                    <a:pt x="1268" y="1481"/>
                    <a:pt x="1268" y="1414"/>
                  </a:cubicBezTo>
                  <a:cubicBezTo>
                    <a:pt x="1268" y="1381"/>
                    <a:pt x="1268" y="1348"/>
                    <a:pt x="1268" y="1348"/>
                  </a:cubicBezTo>
                  <a:cubicBezTo>
                    <a:pt x="1252" y="1331"/>
                    <a:pt x="1235" y="1323"/>
                    <a:pt x="1222" y="1323"/>
                  </a:cubicBezTo>
                  <a:cubicBezTo>
                    <a:pt x="1210" y="1323"/>
                    <a:pt x="1202" y="1331"/>
                    <a:pt x="1202" y="1348"/>
                  </a:cubicBezTo>
                  <a:lnTo>
                    <a:pt x="1001" y="1448"/>
                  </a:lnTo>
                  <a:cubicBezTo>
                    <a:pt x="968" y="1481"/>
                    <a:pt x="935" y="1481"/>
                    <a:pt x="935" y="1514"/>
                  </a:cubicBezTo>
                  <a:lnTo>
                    <a:pt x="901" y="1581"/>
                  </a:lnTo>
                  <a:cubicBezTo>
                    <a:pt x="868" y="1614"/>
                    <a:pt x="835" y="1681"/>
                    <a:pt x="801" y="1714"/>
                  </a:cubicBezTo>
                  <a:cubicBezTo>
                    <a:pt x="768" y="1748"/>
                    <a:pt x="701" y="1781"/>
                    <a:pt x="668" y="1815"/>
                  </a:cubicBezTo>
                  <a:cubicBezTo>
                    <a:pt x="634" y="1848"/>
                    <a:pt x="568" y="1848"/>
                    <a:pt x="534" y="1848"/>
                  </a:cubicBezTo>
                  <a:lnTo>
                    <a:pt x="434" y="1848"/>
                  </a:lnTo>
                  <a:cubicBezTo>
                    <a:pt x="401" y="1848"/>
                    <a:pt x="401" y="1815"/>
                    <a:pt x="368" y="1781"/>
                  </a:cubicBezTo>
                  <a:cubicBezTo>
                    <a:pt x="334" y="1714"/>
                    <a:pt x="334" y="1681"/>
                    <a:pt x="334" y="1614"/>
                  </a:cubicBezTo>
                  <a:lnTo>
                    <a:pt x="1235" y="1081"/>
                  </a:lnTo>
                  <a:cubicBezTo>
                    <a:pt x="1268" y="1081"/>
                    <a:pt x="1302" y="1047"/>
                    <a:pt x="1302" y="1014"/>
                  </a:cubicBezTo>
                  <a:cubicBezTo>
                    <a:pt x="1302" y="1014"/>
                    <a:pt x="1335" y="981"/>
                    <a:pt x="1335" y="947"/>
                  </a:cubicBezTo>
                  <a:lnTo>
                    <a:pt x="1335" y="747"/>
                  </a:lnTo>
                  <a:cubicBezTo>
                    <a:pt x="1335" y="614"/>
                    <a:pt x="1302" y="480"/>
                    <a:pt x="1268" y="380"/>
                  </a:cubicBezTo>
                  <a:cubicBezTo>
                    <a:pt x="1235" y="280"/>
                    <a:pt x="1202" y="180"/>
                    <a:pt x="1135" y="113"/>
                  </a:cubicBezTo>
                  <a:cubicBezTo>
                    <a:pt x="1068" y="47"/>
                    <a:pt x="1001" y="13"/>
                    <a:pt x="935" y="13"/>
                  </a:cubicBezTo>
                  <a:cubicBezTo>
                    <a:pt x="908" y="4"/>
                    <a:pt x="881" y="0"/>
                    <a:pt x="85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128;p75">
              <a:extLst>
                <a:ext uri="{FF2B5EF4-FFF2-40B4-BE49-F238E27FC236}">
                  <a16:creationId xmlns:a16="http://schemas.microsoft.com/office/drawing/2014/main" id="{C001E8C6-EC4B-9A9E-53F7-5FD98C4A7C99}"/>
                </a:ext>
              </a:extLst>
            </p:cNvPr>
            <p:cNvSpPr/>
            <p:nvPr/>
          </p:nvSpPr>
          <p:spPr>
            <a:xfrm>
              <a:off x="4372450" y="1760875"/>
              <a:ext cx="28400" cy="46725"/>
            </a:xfrm>
            <a:custGeom>
              <a:avLst/>
              <a:gdLst/>
              <a:ahLst/>
              <a:cxnLst/>
              <a:rect l="l" t="t" r="r" b="b"/>
              <a:pathLst>
                <a:path w="1136" h="1869" extrusionOk="0">
                  <a:moveTo>
                    <a:pt x="668" y="0"/>
                  </a:moveTo>
                  <a:lnTo>
                    <a:pt x="501" y="100"/>
                  </a:lnTo>
                  <a:cubicBezTo>
                    <a:pt x="468" y="100"/>
                    <a:pt x="468" y="134"/>
                    <a:pt x="468" y="134"/>
                  </a:cubicBezTo>
                  <a:cubicBezTo>
                    <a:pt x="435" y="167"/>
                    <a:pt x="435" y="200"/>
                    <a:pt x="468" y="234"/>
                  </a:cubicBezTo>
                  <a:lnTo>
                    <a:pt x="468" y="834"/>
                  </a:lnTo>
                  <a:lnTo>
                    <a:pt x="68" y="1034"/>
                  </a:lnTo>
                  <a:cubicBezTo>
                    <a:pt x="34" y="1068"/>
                    <a:pt x="34" y="1068"/>
                    <a:pt x="34" y="1101"/>
                  </a:cubicBezTo>
                  <a:cubicBezTo>
                    <a:pt x="1" y="1134"/>
                    <a:pt x="1" y="1134"/>
                    <a:pt x="34" y="1168"/>
                  </a:cubicBezTo>
                  <a:lnTo>
                    <a:pt x="34" y="1401"/>
                  </a:lnTo>
                  <a:lnTo>
                    <a:pt x="34" y="1435"/>
                  </a:lnTo>
                  <a:cubicBezTo>
                    <a:pt x="34" y="1451"/>
                    <a:pt x="43" y="1460"/>
                    <a:pt x="51" y="1460"/>
                  </a:cubicBezTo>
                  <a:cubicBezTo>
                    <a:pt x="59" y="1460"/>
                    <a:pt x="68" y="1451"/>
                    <a:pt x="68" y="1435"/>
                  </a:cubicBezTo>
                  <a:lnTo>
                    <a:pt x="468" y="1234"/>
                  </a:lnTo>
                  <a:lnTo>
                    <a:pt x="468" y="1835"/>
                  </a:lnTo>
                  <a:cubicBezTo>
                    <a:pt x="435" y="1835"/>
                    <a:pt x="435" y="1868"/>
                    <a:pt x="468" y="1868"/>
                  </a:cubicBezTo>
                  <a:lnTo>
                    <a:pt x="501" y="1868"/>
                  </a:lnTo>
                  <a:lnTo>
                    <a:pt x="668" y="1768"/>
                  </a:lnTo>
                  <a:cubicBezTo>
                    <a:pt x="668" y="1768"/>
                    <a:pt x="701" y="1735"/>
                    <a:pt x="701" y="1735"/>
                  </a:cubicBezTo>
                  <a:cubicBezTo>
                    <a:pt x="701" y="1701"/>
                    <a:pt x="701" y="1668"/>
                    <a:pt x="735" y="1668"/>
                  </a:cubicBezTo>
                  <a:lnTo>
                    <a:pt x="735" y="1034"/>
                  </a:lnTo>
                  <a:lnTo>
                    <a:pt x="1102" y="834"/>
                  </a:lnTo>
                  <a:cubicBezTo>
                    <a:pt x="1135" y="834"/>
                    <a:pt x="1135" y="801"/>
                    <a:pt x="1135" y="801"/>
                  </a:cubicBezTo>
                  <a:cubicBezTo>
                    <a:pt x="1135" y="767"/>
                    <a:pt x="1135" y="734"/>
                    <a:pt x="1135" y="701"/>
                  </a:cubicBezTo>
                  <a:lnTo>
                    <a:pt x="1135" y="501"/>
                  </a:lnTo>
                  <a:cubicBezTo>
                    <a:pt x="1135" y="467"/>
                    <a:pt x="1135" y="467"/>
                    <a:pt x="1135" y="434"/>
                  </a:cubicBezTo>
                  <a:lnTo>
                    <a:pt x="1102" y="434"/>
                  </a:lnTo>
                  <a:lnTo>
                    <a:pt x="735" y="667"/>
                  </a:lnTo>
                  <a:lnTo>
                    <a:pt x="735" y="67"/>
                  </a:lnTo>
                  <a:cubicBezTo>
                    <a:pt x="735" y="34"/>
                    <a:pt x="701" y="0"/>
                    <a:pt x="70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129;p75">
              <a:extLst>
                <a:ext uri="{FF2B5EF4-FFF2-40B4-BE49-F238E27FC236}">
                  <a16:creationId xmlns:a16="http://schemas.microsoft.com/office/drawing/2014/main" id="{4C17F19B-33A4-6365-FF77-84863D417400}"/>
                </a:ext>
              </a:extLst>
            </p:cNvPr>
            <p:cNvSpPr/>
            <p:nvPr/>
          </p:nvSpPr>
          <p:spPr>
            <a:xfrm>
              <a:off x="4402475" y="1727500"/>
              <a:ext cx="25875" cy="69250"/>
            </a:xfrm>
            <a:custGeom>
              <a:avLst/>
              <a:gdLst/>
              <a:ahLst/>
              <a:cxnLst/>
              <a:rect l="l" t="t" r="r" b="b"/>
              <a:pathLst>
                <a:path w="1035" h="2770" extrusionOk="0">
                  <a:moveTo>
                    <a:pt x="968" y="1"/>
                  </a:moveTo>
                  <a:lnTo>
                    <a:pt x="34" y="568"/>
                  </a:lnTo>
                  <a:cubicBezTo>
                    <a:pt x="1" y="568"/>
                    <a:pt x="1" y="601"/>
                    <a:pt x="1" y="601"/>
                  </a:cubicBezTo>
                  <a:cubicBezTo>
                    <a:pt x="1" y="635"/>
                    <a:pt x="1" y="668"/>
                    <a:pt x="1" y="668"/>
                  </a:cubicBezTo>
                  <a:lnTo>
                    <a:pt x="1" y="902"/>
                  </a:lnTo>
                  <a:cubicBezTo>
                    <a:pt x="1" y="935"/>
                    <a:pt x="1" y="968"/>
                    <a:pt x="1" y="968"/>
                  </a:cubicBezTo>
                  <a:lnTo>
                    <a:pt x="34" y="968"/>
                  </a:lnTo>
                  <a:lnTo>
                    <a:pt x="701" y="568"/>
                  </a:lnTo>
                  <a:lnTo>
                    <a:pt x="201" y="2670"/>
                  </a:lnTo>
                  <a:cubicBezTo>
                    <a:pt x="201" y="2670"/>
                    <a:pt x="201" y="2703"/>
                    <a:pt x="201" y="2703"/>
                  </a:cubicBezTo>
                  <a:cubicBezTo>
                    <a:pt x="201" y="2736"/>
                    <a:pt x="201" y="2736"/>
                    <a:pt x="201" y="2770"/>
                  </a:cubicBezTo>
                  <a:lnTo>
                    <a:pt x="268" y="2770"/>
                  </a:lnTo>
                  <a:lnTo>
                    <a:pt x="434" y="2670"/>
                  </a:lnTo>
                  <a:cubicBezTo>
                    <a:pt x="434" y="2636"/>
                    <a:pt x="468" y="2636"/>
                    <a:pt x="468" y="2603"/>
                  </a:cubicBezTo>
                  <a:lnTo>
                    <a:pt x="501" y="2536"/>
                  </a:lnTo>
                  <a:lnTo>
                    <a:pt x="1001" y="468"/>
                  </a:lnTo>
                  <a:cubicBezTo>
                    <a:pt x="1035" y="401"/>
                    <a:pt x="1035" y="368"/>
                    <a:pt x="1035" y="335"/>
                  </a:cubicBezTo>
                  <a:cubicBezTo>
                    <a:pt x="1035" y="335"/>
                    <a:pt x="1035" y="301"/>
                    <a:pt x="1035" y="268"/>
                  </a:cubicBezTo>
                  <a:lnTo>
                    <a:pt x="1035" y="68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130;p75">
              <a:extLst>
                <a:ext uri="{FF2B5EF4-FFF2-40B4-BE49-F238E27FC236}">
                  <a16:creationId xmlns:a16="http://schemas.microsoft.com/office/drawing/2014/main" id="{0BD75B52-BA52-B83D-D6B8-B4DD5DDC97C6}"/>
                </a:ext>
              </a:extLst>
            </p:cNvPr>
            <p:cNvSpPr/>
            <p:nvPr/>
          </p:nvSpPr>
          <p:spPr>
            <a:xfrm>
              <a:off x="4430000" y="1767550"/>
              <a:ext cx="7525" cy="15850"/>
            </a:xfrm>
            <a:custGeom>
              <a:avLst/>
              <a:gdLst/>
              <a:ahLst/>
              <a:cxnLst/>
              <a:rect l="l" t="t" r="r" b="b"/>
              <a:pathLst>
                <a:path w="301" h="634" extrusionOk="0">
                  <a:moveTo>
                    <a:pt x="234" y="0"/>
                  </a:moveTo>
                  <a:lnTo>
                    <a:pt x="34" y="134"/>
                  </a:lnTo>
                  <a:cubicBezTo>
                    <a:pt x="34" y="134"/>
                    <a:pt x="1" y="167"/>
                    <a:pt x="1" y="167"/>
                  </a:cubicBezTo>
                  <a:cubicBezTo>
                    <a:pt x="1" y="200"/>
                    <a:pt x="1" y="234"/>
                    <a:pt x="1" y="267"/>
                  </a:cubicBezTo>
                  <a:lnTo>
                    <a:pt x="1" y="567"/>
                  </a:lnTo>
                  <a:cubicBezTo>
                    <a:pt x="1" y="601"/>
                    <a:pt x="1" y="601"/>
                    <a:pt x="1" y="634"/>
                  </a:cubicBezTo>
                  <a:lnTo>
                    <a:pt x="34" y="634"/>
                  </a:lnTo>
                  <a:lnTo>
                    <a:pt x="234" y="500"/>
                  </a:lnTo>
                  <a:cubicBezTo>
                    <a:pt x="267" y="500"/>
                    <a:pt x="267" y="500"/>
                    <a:pt x="301" y="467"/>
                  </a:cubicBezTo>
                  <a:cubicBezTo>
                    <a:pt x="301" y="434"/>
                    <a:pt x="301" y="434"/>
                    <a:pt x="301" y="400"/>
                  </a:cubicBezTo>
                  <a:lnTo>
                    <a:pt x="301" y="67"/>
                  </a:lnTo>
                  <a:cubicBezTo>
                    <a:pt x="301" y="33"/>
                    <a:pt x="301" y="33"/>
                    <a:pt x="30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31;p75">
              <a:extLst>
                <a:ext uri="{FF2B5EF4-FFF2-40B4-BE49-F238E27FC236}">
                  <a16:creationId xmlns:a16="http://schemas.microsoft.com/office/drawing/2014/main" id="{8EE5E0DA-AB6D-CB78-EB96-DDEEE5350144}"/>
                </a:ext>
              </a:extLst>
            </p:cNvPr>
            <p:cNvSpPr/>
            <p:nvPr/>
          </p:nvSpPr>
          <p:spPr>
            <a:xfrm>
              <a:off x="4443350" y="1706675"/>
              <a:ext cx="29200" cy="64225"/>
            </a:xfrm>
            <a:custGeom>
              <a:avLst/>
              <a:gdLst/>
              <a:ahLst/>
              <a:cxnLst/>
              <a:rect l="l" t="t" r="r" b="b"/>
              <a:pathLst>
                <a:path w="1168" h="2569" extrusionOk="0">
                  <a:moveTo>
                    <a:pt x="697" y="450"/>
                  </a:moveTo>
                  <a:cubicBezTo>
                    <a:pt x="734" y="450"/>
                    <a:pt x="767" y="467"/>
                    <a:pt x="801" y="500"/>
                  </a:cubicBezTo>
                  <a:cubicBezTo>
                    <a:pt x="834" y="600"/>
                    <a:pt x="868" y="734"/>
                    <a:pt x="868" y="834"/>
                  </a:cubicBezTo>
                  <a:lnTo>
                    <a:pt x="868" y="1101"/>
                  </a:lnTo>
                  <a:lnTo>
                    <a:pt x="868" y="1401"/>
                  </a:lnTo>
                  <a:cubicBezTo>
                    <a:pt x="868" y="1534"/>
                    <a:pt x="834" y="1668"/>
                    <a:pt x="801" y="1801"/>
                  </a:cubicBezTo>
                  <a:cubicBezTo>
                    <a:pt x="734" y="1935"/>
                    <a:pt x="667" y="2001"/>
                    <a:pt x="567" y="2068"/>
                  </a:cubicBezTo>
                  <a:cubicBezTo>
                    <a:pt x="517" y="2102"/>
                    <a:pt x="476" y="2118"/>
                    <a:pt x="442" y="2118"/>
                  </a:cubicBezTo>
                  <a:cubicBezTo>
                    <a:pt x="409" y="2118"/>
                    <a:pt x="384" y="2102"/>
                    <a:pt x="367" y="2068"/>
                  </a:cubicBezTo>
                  <a:cubicBezTo>
                    <a:pt x="300" y="1968"/>
                    <a:pt x="267" y="1868"/>
                    <a:pt x="300" y="1735"/>
                  </a:cubicBezTo>
                  <a:cubicBezTo>
                    <a:pt x="267" y="1668"/>
                    <a:pt x="300" y="1568"/>
                    <a:pt x="300" y="1468"/>
                  </a:cubicBezTo>
                  <a:lnTo>
                    <a:pt x="300" y="1201"/>
                  </a:lnTo>
                  <a:cubicBezTo>
                    <a:pt x="300" y="1034"/>
                    <a:pt x="300" y="901"/>
                    <a:pt x="367" y="767"/>
                  </a:cubicBezTo>
                  <a:cubicBezTo>
                    <a:pt x="401" y="667"/>
                    <a:pt x="467" y="567"/>
                    <a:pt x="567" y="500"/>
                  </a:cubicBezTo>
                  <a:cubicBezTo>
                    <a:pt x="617" y="467"/>
                    <a:pt x="659" y="450"/>
                    <a:pt x="697" y="450"/>
                  </a:cubicBezTo>
                  <a:close/>
                  <a:moveTo>
                    <a:pt x="834" y="0"/>
                  </a:moveTo>
                  <a:cubicBezTo>
                    <a:pt x="734" y="0"/>
                    <a:pt x="667" y="33"/>
                    <a:pt x="567" y="100"/>
                  </a:cubicBezTo>
                  <a:cubicBezTo>
                    <a:pt x="467" y="133"/>
                    <a:pt x="367" y="234"/>
                    <a:pt x="300" y="300"/>
                  </a:cubicBezTo>
                  <a:cubicBezTo>
                    <a:pt x="234" y="400"/>
                    <a:pt x="167" y="500"/>
                    <a:pt x="134" y="600"/>
                  </a:cubicBezTo>
                  <a:cubicBezTo>
                    <a:pt x="67" y="734"/>
                    <a:pt x="34" y="834"/>
                    <a:pt x="34" y="967"/>
                  </a:cubicBezTo>
                  <a:cubicBezTo>
                    <a:pt x="0" y="1101"/>
                    <a:pt x="0" y="1234"/>
                    <a:pt x="0" y="1334"/>
                  </a:cubicBezTo>
                  <a:lnTo>
                    <a:pt x="0" y="1635"/>
                  </a:lnTo>
                  <a:lnTo>
                    <a:pt x="0" y="1935"/>
                  </a:lnTo>
                  <a:cubicBezTo>
                    <a:pt x="0" y="2035"/>
                    <a:pt x="0" y="2135"/>
                    <a:pt x="34" y="2268"/>
                  </a:cubicBezTo>
                  <a:cubicBezTo>
                    <a:pt x="34" y="2335"/>
                    <a:pt x="67" y="2435"/>
                    <a:pt x="134" y="2502"/>
                  </a:cubicBezTo>
                  <a:cubicBezTo>
                    <a:pt x="167" y="2535"/>
                    <a:pt x="234" y="2569"/>
                    <a:pt x="300" y="2569"/>
                  </a:cubicBezTo>
                  <a:cubicBezTo>
                    <a:pt x="401" y="2569"/>
                    <a:pt x="501" y="2535"/>
                    <a:pt x="567" y="2502"/>
                  </a:cubicBezTo>
                  <a:cubicBezTo>
                    <a:pt x="667" y="2435"/>
                    <a:pt x="767" y="2368"/>
                    <a:pt x="834" y="2268"/>
                  </a:cubicBezTo>
                  <a:cubicBezTo>
                    <a:pt x="901" y="2168"/>
                    <a:pt x="968" y="2068"/>
                    <a:pt x="1034" y="1968"/>
                  </a:cubicBezTo>
                  <a:cubicBezTo>
                    <a:pt x="1068" y="1868"/>
                    <a:pt x="1101" y="1735"/>
                    <a:pt x="1134" y="1635"/>
                  </a:cubicBezTo>
                  <a:cubicBezTo>
                    <a:pt x="1134" y="1501"/>
                    <a:pt x="1168" y="1368"/>
                    <a:pt x="1168" y="1268"/>
                  </a:cubicBezTo>
                  <a:lnTo>
                    <a:pt x="1168" y="1101"/>
                  </a:lnTo>
                  <a:lnTo>
                    <a:pt x="1168" y="801"/>
                  </a:lnTo>
                  <a:lnTo>
                    <a:pt x="1168" y="667"/>
                  </a:lnTo>
                  <a:cubicBezTo>
                    <a:pt x="1168" y="534"/>
                    <a:pt x="1134" y="434"/>
                    <a:pt x="1134" y="334"/>
                  </a:cubicBezTo>
                  <a:cubicBezTo>
                    <a:pt x="1101" y="234"/>
                    <a:pt x="1068" y="167"/>
                    <a:pt x="1034" y="100"/>
                  </a:cubicBezTo>
                  <a:cubicBezTo>
                    <a:pt x="968" y="33"/>
                    <a:pt x="901" y="0"/>
                    <a:pt x="83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32;p75">
              <a:extLst>
                <a:ext uri="{FF2B5EF4-FFF2-40B4-BE49-F238E27FC236}">
                  <a16:creationId xmlns:a16="http://schemas.microsoft.com/office/drawing/2014/main" id="{72A321A0-C20E-F3B1-8239-9FDA9148198C}"/>
                </a:ext>
              </a:extLst>
            </p:cNvPr>
            <p:cNvSpPr/>
            <p:nvPr/>
          </p:nvSpPr>
          <p:spPr>
            <a:xfrm>
              <a:off x="4477525" y="1683525"/>
              <a:ext cx="28400" cy="68200"/>
            </a:xfrm>
            <a:custGeom>
              <a:avLst/>
              <a:gdLst/>
              <a:ahLst/>
              <a:cxnLst/>
              <a:rect l="l" t="t" r="r" b="b"/>
              <a:pathLst>
                <a:path w="1136" h="2728" extrusionOk="0">
                  <a:moveTo>
                    <a:pt x="1018" y="0"/>
                  </a:moveTo>
                  <a:cubicBezTo>
                    <a:pt x="1010" y="0"/>
                    <a:pt x="1002" y="9"/>
                    <a:pt x="1002" y="25"/>
                  </a:cubicBezTo>
                  <a:lnTo>
                    <a:pt x="168" y="492"/>
                  </a:lnTo>
                  <a:cubicBezTo>
                    <a:pt x="134" y="492"/>
                    <a:pt x="134" y="526"/>
                    <a:pt x="134" y="526"/>
                  </a:cubicBezTo>
                  <a:cubicBezTo>
                    <a:pt x="134" y="559"/>
                    <a:pt x="134" y="592"/>
                    <a:pt x="134" y="592"/>
                  </a:cubicBezTo>
                  <a:lnTo>
                    <a:pt x="68" y="1760"/>
                  </a:lnTo>
                  <a:lnTo>
                    <a:pt x="68" y="1827"/>
                  </a:lnTo>
                  <a:lnTo>
                    <a:pt x="101" y="1827"/>
                  </a:lnTo>
                  <a:lnTo>
                    <a:pt x="301" y="1693"/>
                  </a:lnTo>
                  <a:lnTo>
                    <a:pt x="368" y="1660"/>
                  </a:lnTo>
                  <a:lnTo>
                    <a:pt x="401" y="1593"/>
                  </a:lnTo>
                  <a:cubicBezTo>
                    <a:pt x="401" y="1560"/>
                    <a:pt x="435" y="1560"/>
                    <a:pt x="468" y="1526"/>
                  </a:cubicBezTo>
                  <a:cubicBezTo>
                    <a:pt x="501" y="1493"/>
                    <a:pt x="535" y="1460"/>
                    <a:pt x="568" y="1460"/>
                  </a:cubicBezTo>
                  <a:cubicBezTo>
                    <a:pt x="601" y="1443"/>
                    <a:pt x="635" y="1435"/>
                    <a:pt x="668" y="1435"/>
                  </a:cubicBezTo>
                  <a:cubicBezTo>
                    <a:pt x="701" y="1435"/>
                    <a:pt x="735" y="1443"/>
                    <a:pt x="768" y="1460"/>
                  </a:cubicBezTo>
                  <a:cubicBezTo>
                    <a:pt x="801" y="1493"/>
                    <a:pt x="835" y="1593"/>
                    <a:pt x="835" y="1660"/>
                  </a:cubicBezTo>
                  <a:cubicBezTo>
                    <a:pt x="835" y="1760"/>
                    <a:pt x="801" y="1893"/>
                    <a:pt x="768" y="1993"/>
                  </a:cubicBezTo>
                  <a:cubicBezTo>
                    <a:pt x="701" y="2060"/>
                    <a:pt x="635" y="2160"/>
                    <a:pt x="568" y="2194"/>
                  </a:cubicBezTo>
                  <a:cubicBezTo>
                    <a:pt x="535" y="2227"/>
                    <a:pt x="501" y="2227"/>
                    <a:pt x="468" y="2260"/>
                  </a:cubicBezTo>
                  <a:cubicBezTo>
                    <a:pt x="401" y="2260"/>
                    <a:pt x="368" y="2260"/>
                    <a:pt x="334" y="2227"/>
                  </a:cubicBezTo>
                  <a:cubicBezTo>
                    <a:pt x="301" y="2194"/>
                    <a:pt x="268" y="2160"/>
                    <a:pt x="268" y="2127"/>
                  </a:cubicBezTo>
                  <a:cubicBezTo>
                    <a:pt x="268" y="2094"/>
                    <a:pt x="268" y="2094"/>
                    <a:pt x="268" y="2060"/>
                  </a:cubicBezTo>
                  <a:lnTo>
                    <a:pt x="201" y="2060"/>
                  </a:lnTo>
                  <a:lnTo>
                    <a:pt x="34" y="2194"/>
                  </a:lnTo>
                  <a:cubicBezTo>
                    <a:pt x="34" y="2194"/>
                    <a:pt x="1" y="2194"/>
                    <a:pt x="1" y="2227"/>
                  </a:cubicBezTo>
                  <a:cubicBezTo>
                    <a:pt x="1" y="2260"/>
                    <a:pt x="1" y="2260"/>
                    <a:pt x="1" y="2294"/>
                  </a:cubicBezTo>
                  <a:cubicBezTo>
                    <a:pt x="1" y="2360"/>
                    <a:pt x="1" y="2460"/>
                    <a:pt x="34" y="2527"/>
                  </a:cubicBezTo>
                  <a:cubicBezTo>
                    <a:pt x="68" y="2594"/>
                    <a:pt x="101" y="2627"/>
                    <a:pt x="134" y="2661"/>
                  </a:cubicBezTo>
                  <a:cubicBezTo>
                    <a:pt x="201" y="2694"/>
                    <a:pt x="268" y="2727"/>
                    <a:pt x="334" y="2727"/>
                  </a:cubicBezTo>
                  <a:cubicBezTo>
                    <a:pt x="401" y="2694"/>
                    <a:pt x="501" y="2661"/>
                    <a:pt x="568" y="2627"/>
                  </a:cubicBezTo>
                  <a:cubicBezTo>
                    <a:pt x="668" y="2561"/>
                    <a:pt x="735" y="2527"/>
                    <a:pt x="801" y="2460"/>
                  </a:cubicBezTo>
                  <a:cubicBezTo>
                    <a:pt x="868" y="2360"/>
                    <a:pt x="935" y="2294"/>
                    <a:pt x="968" y="2194"/>
                  </a:cubicBezTo>
                  <a:cubicBezTo>
                    <a:pt x="1035" y="2094"/>
                    <a:pt x="1068" y="1993"/>
                    <a:pt x="1102" y="1893"/>
                  </a:cubicBezTo>
                  <a:cubicBezTo>
                    <a:pt x="1135" y="1760"/>
                    <a:pt x="1135" y="1627"/>
                    <a:pt x="1135" y="1493"/>
                  </a:cubicBezTo>
                  <a:cubicBezTo>
                    <a:pt x="1135" y="1393"/>
                    <a:pt x="1135" y="1293"/>
                    <a:pt x="1102" y="1193"/>
                  </a:cubicBezTo>
                  <a:cubicBezTo>
                    <a:pt x="1068" y="1126"/>
                    <a:pt x="1035" y="1059"/>
                    <a:pt x="1002" y="1026"/>
                  </a:cubicBezTo>
                  <a:cubicBezTo>
                    <a:pt x="935" y="959"/>
                    <a:pt x="868" y="959"/>
                    <a:pt x="801" y="959"/>
                  </a:cubicBezTo>
                  <a:cubicBezTo>
                    <a:pt x="735" y="993"/>
                    <a:pt x="635" y="993"/>
                    <a:pt x="568" y="1059"/>
                  </a:cubicBezTo>
                  <a:lnTo>
                    <a:pt x="501" y="1126"/>
                  </a:lnTo>
                  <a:cubicBezTo>
                    <a:pt x="435" y="1126"/>
                    <a:pt x="401" y="1193"/>
                    <a:pt x="368" y="1226"/>
                  </a:cubicBezTo>
                  <a:lnTo>
                    <a:pt x="401" y="793"/>
                  </a:lnTo>
                  <a:lnTo>
                    <a:pt x="1002" y="426"/>
                  </a:lnTo>
                  <a:cubicBezTo>
                    <a:pt x="1035" y="426"/>
                    <a:pt x="1035" y="392"/>
                    <a:pt x="1035" y="392"/>
                  </a:cubicBezTo>
                  <a:cubicBezTo>
                    <a:pt x="1035" y="359"/>
                    <a:pt x="1035" y="326"/>
                    <a:pt x="1035" y="292"/>
                  </a:cubicBezTo>
                  <a:lnTo>
                    <a:pt x="1035" y="59"/>
                  </a:lnTo>
                  <a:cubicBezTo>
                    <a:pt x="1035" y="59"/>
                    <a:pt x="1035" y="25"/>
                    <a:pt x="1035" y="25"/>
                  </a:cubicBezTo>
                  <a:cubicBezTo>
                    <a:pt x="1035" y="9"/>
                    <a:pt x="1027" y="0"/>
                    <a:pt x="101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33;p75">
              <a:extLst>
                <a:ext uri="{FF2B5EF4-FFF2-40B4-BE49-F238E27FC236}">
                  <a16:creationId xmlns:a16="http://schemas.microsoft.com/office/drawing/2014/main" id="{097F194F-38EC-DE3D-D49C-7CE892A679B5}"/>
                </a:ext>
              </a:extLst>
            </p:cNvPr>
            <p:cNvSpPr/>
            <p:nvPr/>
          </p:nvSpPr>
          <p:spPr>
            <a:xfrm>
              <a:off x="4510900" y="1659125"/>
              <a:ext cx="39200" cy="75925"/>
            </a:xfrm>
            <a:custGeom>
              <a:avLst/>
              <a:gdLst/>
              <a:ahLst/>
              <a:cxnLst/>
              <a:rect l="l" t="t" r="r" b="b"/>
              <a:pathLst>
                <a:path w="1568" h="3037" extrusionOk="0">
                  <a:moveTo>
                    <a:pt x="375" y="876"/>
                  </a:moveTo>
                  <a:cubicBezTo>
                    <a:pt x="392" y="876"/>
                    <a:pt x="400" y="885"/>
                    <a:pt x="400" y="901"/>
                  </a:cubicBezTo>
                  <a:cubicBezTo>
                    <a:pt x="434" y="901"/>
                    <a:pt x="434" y="935"/>
                    <a:pt x="434" y="968"/>
                  </a:cubicBezTo>
                  <a:lnTo>
                    <a:pt x="434" y="1302"/>
                  </a:lnTo>
                  <a:cubicBezTo>
                    <a:pt x="434" y="1335"/>
                    <a:pt x="434" y="1368"/>
                    <a:pt x="400" y="1435"/>
                  </a:cubicBezTo>
                  <a:cubicBezTo>
                    <a:pt x="400" y="1468"/>
                    <a:pt x="367" y="1502"/>
                    <a:pt x="300" y="1502"/>
                  </a:cubicBezTo>
                  <a:cubicBezTo>
                    <a:pt x="284" y="1518"/>
                    <a:pt x="267" y="1527"/>
                    <a:pt x="255" y="1527"/>
                  </a:cubicBezTo>
                  <a:cubicBezTo>
                    <a:pt x="242" y="1527"/>
                    <a:pt x="234" y="1518"/>
                    <a:pt x="234" y="1502"/>
                  </a:cubicBezTo>
                  <a:cubicBezTo>
                    <a:pt x="200" y="1502"/>
                    <a:pt x="200" y="1468"/>
                    <a:pt x="200" y="1435"/>
                  </a:cubicBezTo>
                  <a:cubicBezTo>
                    <a:pt x="200" y="1402"/>
                    <a:pt x="200" y="1368"/>
                    <a:pt x="200" y="1368"/>
                  </a:cubicBezTo>
                  <a:lnTo>
                    <a:pt x="200" y="1168"/>
                  </a:lnTo>
                  <a:cubicBezTo>
                    <a:pt x="200" y="1168"/>
                    <a:pt x="200" y="1135"/>
                    <a:pt x="200" y="1101"/>
                  </a:cubicBezTo>
                  <a:cubicBezTo>
                    <a:pt x="200" y="1068"/>
                    <a:pt x="200" y="1035"/>
                    <a:pt x="234" y="968"/>
                  </a:cubicBezTo>
                  <a:cubicBezTo>
                    <a:pt x="234" y="935"/>
                    <a:pt x="267" y="901"/>
                    <a:pt x="300" y="901"/>
                  </a:cubicBezTo>
                  <a:cubicBezTo>
                    <a:pt x="334" y="885"/>
                    <a:pt x="359" y="876"/>
                    <a:pt x="375" y="876"/>
                  </a:cubicBezTo>
                  <a:close/>
                  <a:moveTo>
                    <a:pt x="467" y="568"/>
                  </a:moveTo>
                  <a:cubicBezTo>
                    <a:pt x="400" y="568"/>
                    <a:pt x="367" y="568"/>
                    <a:pt x="300" y="601"/>
                  </a:cubicBezTo>
                  <a:cubicBezTo>
                    <a:pt x="267" y="634"/>
                    <a:pt x="234" y="668"/>
                    <a:pt x="200" y="701"/>
                  </a:cubicBezTo>
                  <a:cubicBezTo>
                    <a:pt x="134" y="768"/>
                    <a:pt x="100" y="801"/>
                    <a:pt x="67" y="868"/>
                  </a:cubicBezTo>
                  <a:cubicBezTo>
                    <a:pt x="34" y="935"/>
                    <a:pt x="34" y="968"/>
                    <a:pt x="34" y="1035"/>
                  </a:cubicBezTo>
                  <a:cubicBezTo>
                    <a:pt x="0" y="1101"/>
                    <a:pt x="0" y="1135"/>
                    <a:pt x="0" y="1202"/>
                  </a:cubicBezTo>
                  <a:lnTo>
                    <a:pt x="0" y="1402"/>
                  </a:lnTo>
                  <a:lnTo>
                    <a:pt x="0" y="1568"/>
                  </a:lnTo>
                  <a:cubicBezTo>
                    <a:pt x="0" y="1635"/>
                    <a:pt x="0" y="1669"/>
                    <a:pt x="34" y="1702"/>
                  </a:cubicBezTo>
                  <a:cubicBezTo>
                    <a:pt x="34" y="1735"/>
                    <a:pt x="34" y="1769"/>
                    <a:pt x="67" y="1802"/>
                  </a:cubicBezTo>
                  <a:cubicBezTo>
                    <a:pt x="100" y="1835"/>
                    <a:pt x="134" y="1835"/>
                    <a:pt x="167" y="1835"/>
                  </a:cubicBezTo>
                  <a:cubicBezTo>
                    <a:pt x="234" y="1835"/>
                    <a:pt x="267" y="1835"/>
                    <a:pt x="300" y="1802"/>
                  </a:cubicBezTo>
                  <a:cubicBezTo>
                    <a:pt x="367" y="1769"/>
                    <a:pt x="400" y="1735"/>
                    <a:pt x="467" y="1702"/>
                  </a:cubicBezTo>
                  <a:cubicBezTo>
                    <a:pt x="501" y="1635"/>
                    <a:pt x="534" y="1602"/>
                    <a:pt x="567" y="1535"/>
                  </a:cubicBezTo>
                  <a:cubicBezTo>
                    <a:pt x="567" y="1468"/>
                    <a:pt x="601" y="1435"/>
                    <a:pt x="601" y="1368"/>
                  </a:cubicBezTo>
                  <a:cubicBezTo>
                    <a:pt x="634" y="1302"/>
                    <a:pt x="634" y="1268"/>
                    <a:pt x="634" y="1202"/>
                  </a:cubicBezTo>
                  <a:lnTo>
                    <a:pt x="634" y="1001"/>
                  </a:lnTo>
                  <a:lnTo>
                    <a:pt x="634" y="835"/>
                  </a:lnTo>
                  <a:cubicBezTo>
                    <a:pt x="634" y="768"/>
                    <a:pt x="634" y="735"/>
                    <a:pt x="601" y="701"/>
                  </a:cubicBezTo>
                  <a:cubicBezTo>
                    <a:pt x="601" y="668"/>
                    <a:pt x="567" y="634"/>
                    <a:pt x="567" y="601"/>
                  </a:cubicBezTo>
                  <a:cubicBezTo>
                    <a:pt x="534" y="568"/>
                    <a:pt x="501" y="568"/>
                    <a:pt x="467" y="568"/>
                  </a:cubicBezTo>
                  <a:close/>
                  <a:moveTo>
                    <a:pt x="1334" y="1502"/>
                  </a:moveTo>
                  <a:cubicBezTo>
                    <a:pt x="1368" y="1535"/>
                    <a:pt x="1368" y="1568"/>
                    <a:pt x="1368" y="1602"/>
                  </a:cubicBezTo>
                  <a:lnTo>
                    <a:pt x="1368" y="1902"/>
                  </a:lnTo>
                  <a:cubicBezTo>
                    <a:pt x="1368" y="1969"/>
                    <a:pt x="1368" y="2002"/>
                    <a:pt x="1334" y="2035"/>
                  </a:cubicBezTo>
                  <a:cubicBezTo>
                    <a:pt x="1334" y="2102"/>
                    <a:pt x="1301" y="2136"/>
                    <a:pt x="1268" y="2136"/>
                  </a:cubicBezTo>
                  <a:lnTo>
                    <a:pt x="1168" y="2136"/>
                  </a:lnTo>
                  <a:cubicBezTo>
                    <a:pt x="1168" y="2102"/>
                    <a:pt x="1134" y="2069"/>
                    <a:pt x="1168" y="2035"/>
                  </a:cubicBezTo>
                  <a:cubicBezTo>
                    <a:pt x="1134" y="2035"/>
                    <a:pt x="1134" y="2002"/>
                    <a:pt x="1168" y="2002"/>
                  </a:cubicBezTo>
                  <a:lnTo>
                    <a:pt x="1168" y="1802"/>
                  </a:lnTo>
                  <a:cubicBezTo>
                    <a:pt x="1134" y="1769"/>
                    <a:pt x="1134" y="1769"/>
                    <a:pt x="1168" y="1735"/>
                  </a:cubicBezTo>
                  <a:cubicBezTo>
                    <a:pt x="1168" y="1702"/>
                    <a:pt x="1168" y="1635"/>
                    <a:pt x="1168" y="1602"/>
                  </a:cubicBezTo>
                  <a:cubicBezTo>
                    <a:pt x="1201" y="1568"/>
                    <a:pt x="1234" y="1535"/>
                    <a:pt x="1268" y="1502"/>
                  </a:cubicBezTo>
                  <a:close/>
                  <a:moveTo>
                    <a:pt x="1401" y="1202"/>
                  </a:moveTo>
                  <a:cubicBezTo>
                    <a:pt x="1368" y="1202"/>
                    <a:pt x="1301" y="1202"/>
                    <a:pt x="1268" y="1235"/>
                  </a:cubicBezTo>
                  <a:cubicBezTo>
                    <a:pt x="1201" y="1268"/>
                    <a:pt x="1168" y="1302"/>
                    <a:pt x="1134" y="1335"/>
                  </a:cubicBezTo>
                  <a:cubicBezTo>
                    <a:pt x="1101" y="1402"/>
                    <a:pt x="1068" y="1435"/>
                    <a:pt x="1034" y="1502"/>
                  </a:cubicBezTo>
                  <a:cubicBezTo>
                    <a:pt x="1001" y="1568"/>
                    <a:pt x="968" y="1602"/>
                    <a:pt x="968" y="1669"/>
                  </a:cubicBezTo>
                  <a:cubicBezTo>
                    <a:pt x="968" y="1735"/>
                    <a:pt x="934" y="1769"/>
                    <a:pt x="934" y="1835"/>
                  </a:cubicBezTo>
                  <a:lnTo>
                    <a:pt x="934" y="2035"/>
                  </a:lnTo>
                  <a:lnTo>
                    <a:pt x="934" y="2202"/>
                  </a:lnTo>
                  <a:cubicBezTo>
                    <a:pt x="934" y="2269"/>
                    <a:pt x="968" y="2302"/>
                    <a:pt x="968" y="2336"/>
                  </a:cubicBezTo>
                  <a:cubicBezTo>
                    <a:pt x="968" y="2369"/>
                    <a:pt x="1001" y="2402"/>
                    <a:pt x="1034" y="2436"/>
                  </a:cubicBezTo>
                  <a:cubicBezTo>
                    <a:pt x="1068" y="2469"/>
                    <a:pt x="1101" y="2469"/>
                    <a:pt x="1134" y="2469"/>
                  </a:cubicBezTo>
                  <a:cubicBezTo>
                    <a:pt x="1168" y="2469"/>
                    <a:pt x="1234" y="2469"/>
                    <a:pt x="1268" y="2436"/>
                  </a:cubicBezTo>
                  <a:cubicBezTo>
                    <a:pt x="1301" y="2402"/>
                    <a:pt x="1368" y="2369"/>
                    <a:pt x="1401" y="2336"/>
                  </a:cubicBezTo>
                  <a:cubicBezTo>
                    <a:pt x="1435" y="2269"/>
                    <a:pt x="1468" y="2236"/>
                    <a:pt x="1501" y="2169"/>
                  </a:cubicBezTo>
                  <a:cubicBezTo>
                    <a:pt x="1535" y="2102"/>
                    <a:pt x="1535" y="2069"/>
                    <a:pt x="1568" y="2002"/>
                  </a:cubicBezTo>
                  <a:cubicBezTo>
                    <a:pt x="1568" y="1935"/>
                    <a:pt x="1568" y="1902"/>
                    <a:pt x="1568" y="1835"/>
                  </a:cubicBezTo>
                  <a:lnTo>
                    <a:pt x="1568" y="1635"/>
                  </a:lnTo>
                  <a:lnTo>
                    <a:pt x="1568" y="1468"/>
                  </a:lnTo>
                  <a:cubicBezTo>
                    <a:pt x="1568" y="1402"/>
                    <a:pt x="1568" y="1368"/>
                    <a:pt x="1568" y="1335"/>
                  </a:cubicBezTo>
                  <a:cubicBezTo>
                    <a:pt x="1535" y="1302"/>
                    <a:pt x="1535" y="1268"/>
                    <a:pt x="1501" y="1235"/>
                  </a:cubicBezTo>
                  <a:cubicBezTo>
                    <a:pt x="1468" y="1202"/>
                    <a:pt x="1435" y="1202"/>
                    <a:pt x="1401" y="1202"/>
                  </a:cubicBezTo>
                  <a:close/>
                  <a:moveTo>
                    <a:pt x="1401" y="1"/>
                  </a:moveTo>
                  <a:lnTo>
                    <a:pt x="1268" y="67"/>
                  </a:lnTo>
                  <a:cubicBezTo>
                    <a:pt x="1234" y="67"/>
                    <a:pt x="1234" y="101"/>
                    <a:pt x="1201" y="134"/>
                  </a:cubicBezTo>
                  <a:cubicBezTo>
                    <a:pt x="1201" y="134"/>
                    <a:pt x="1201" y="167"/>
                    <a:pt x="1168" y="167"/>
                  </a:cubicBezTo>
                  <a:lnTo>
                    <a:pt x="100" y="2969"/>
                  </a:lnTo>
                  <a:lnTo>
                    <a:pt x="100" y="3003"/>
                  </a:lnTo>
                  <a:cubicBezTo>
                    <a:pt x="100" y="3003"/>
                    <a:pt x="100" y="3003"/>
                    <a:pt x="100" y="3036"/>
                  </a:cubicBezTo>
                  <a:lnTo>
                    <a:pt x="167" y="3036"/>
                  </a:lnTo>
                  <a:lnTo>
                    <a:pt x="267" y="2969"/>
                  </a:lnTo>
                  <a:cubicBezTo>
                    <a:pt x="300" y="2936"/>
                    <a:pt x="300" y="2936"/>
                    <a:pt x="334" y="2903"/>
                  </a:cubicBezTo>
                  <a:cubicBezTo>
                    <a:pt x="334" y="2903"/>
                    <a:pt x="367" y="2869"/>
                    <a:pt x="367" y="2836"/>
                  </a:cubicBezTo>
                  <a:lnTo>
                    <a:pt x="1435" y="67"/>
                  </a:lnTo>
                  <a:lnTo>
                    <a:pt x="1435" y="34"/>
                  </a:lnTo>
                  <a:cubicBezTo>
                    <a:pt x="1435" y="34"/>
                    <a:pt x="1435" y="1"/>
                    <a:pt x="143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34;p75">
              <a:extLst>
                <a:ext uri="{FF2B5EF4-FFF2-40B4-BE49-F238E27FC236}">
                  <a16:creationId xmlns:a16="http://schemas.microsoft.com/office/drawing/2014/main" id="{DF0A0AA3-737D-C503-5FB3-37DD279CD827}"/>
                </a:ext>
              </a:extLst>
            </p:cNvPr>
            <p:cNvSpPr/>
            <p:nvPr/>
          </p:nvSpPr>
          <p:spPr>
            <a:xfrm>
              <a:off x="4065575" y="1664125"/>
              <a:ext cx="75075" cy="179125"/>
            </a:xfrm>
            <a:custGeom>
              <a:avLst/>
              <a:gdLst/>
              <a:ahLst/>
              <a:cxnLst/>
              <a:rect l="l" t="t" r="r" b="b"/>
              <a:pathLst>
                <a:path w="3003" h="7165" extrusionOk="0">
                  <a:moveTo>
                    <a:pt x="1768" y="1"/>
                  </a:moveTo>
                  <a:lnTo>
                    <a:pt x="1135" y="368"/>
                  </a:lnTo>
                  <a:cubicBezTo>
                    <a:pt x="1101" y="401"/>
                    <a:pt x="1068" y="434"/>
                    <a:pt x="1035" y="501"/>
                  </a:cubicBezTo>
                  <a:cubicBezTo>
                    <a:pt x="1001" y="535"/>
                    <a:pt x="1001" y="601"/>
                    <a:pt x="1001" y="668"/>
                  </a:cubicBezTo>
                  <a:lnTo>
                    <a:pt x="1001" y="1202"/>
                  </a:lnTo>
                  <a:cubicBezTo>
                    <a:pt x="868" y="1368"/>
                    <a:pt x="734" y="1502"/>
                    <a:pt x="601" y="1669"/>
                  </a:cubicBezTo>
                  <a:cubicBezTo>
                    <a:pt x="367" y="2002"/>
                    <a:pt x="234" y="2369"/>
                    <a:pt x="134" y="2736"/>
                  </a:cubicBezTo>
                  <a:cubicBezTo>
                    <a:pt x="101" y="2936"/>
                    <a:pt x="67" y="3103"/>
                    <a:pt x="67" y="3303"/>
                  </a:cubicBezTo>
                  <a:cubicBezTo>
                    <a:pt x="34" y="3603"/>
                    <a:pt x="134" y="3937"/>
                    <a:pt x="301" y="4204"/>
                  </a:cubicBezTo>
                  <a:cubicBezTo>
                    <a:pt x="426" y="4308"/>
                    <a:pt x="590" y="4360"/>
                    <a:pt x="753" y="4360"/>
                  </a:cubicBezTo>
                  <a:cubicBezTo>
                    <a:pt x="850" y="4360"/>
                    <a:pt x="947" y="4341"/>
                    <a:pt x="1035" y="4304"/>
                  </a:cubicBezTo>
                  <a:lnTo>
                    <a:pt x="1502" y="4204"/>
                  </a:lnTo>
                  <a:cubicBezTo>
                    <a:pt x="1602" y="4170"/>
                    <a:pt x="1702" y="4137"/>
                    <a:pt x="1835" y="4137"/>
                  </a:cubicBezTo>
                  <a:cubicBezTo>
                    <a:pt x="1902" y="4137"/>
                    <a:pt x="1969" y="4137"/>
                    <a:pt x="2002" y="4170"/>
                  </a:cubicBezTo>
                  <a:cubicBezTo>
                    <a:pt x="2069" y="4204"/>
                    <a:pt x="2069" y="4271"/>
                    <a:pt x="2069" y="4304"/>
                  </a:cubicBezTo>
                  <a:cubicBezTo>
                    <a:pt x="2069" y="4471"/>
                    <a:pt x="2002" y="4637"/>
                    <a:pt x="1902" y="4738"/>
                  </a:cubicBezTo>
                  <a:cubicBezTo>
                    <a:pt x="1768" y="4871"/>
                    <a:pt x="1635" y="4971"/>
                    <a:pt x="1502" y="5071"/>
                  </a:cubicBezTo>
                  <a:cubicBezTo>
                    <a:pt x="1401" y="5104"/>
                    <a:pt x="1335" y="5138"/>
                    <a:pt x="1235" y="5171"/>
                  </a:cubicBezTo>
                  <a:cubicBezTo>
                    <a:pt x="1168" y="5171"/>
                    <a:pt x="1135" y="5171"/>
                    <a:pt x="1068" y="5138"/>
                  </a:cubicBezTo>
                  <a:cubicBezTo>
                    <a:pt x="1035" y="5104"/>
                    <a:pt x="1001" y="5071"/>
                    <a:pt x="968" y="5071"/>
                  </a:cubicBezTo>
                  <a:cubicBezTo>
                    <a:pt x="934" y="5038"/>
                    <a:pt x="934" y="5004"/>
                    <a:pt x="901" y="5004"/>
                  </a:cubicBezTo>
                  <a:cubicBezTo>
                    <a:pt x="901" y="4971"/>
                    <a:pt x="868" y="4971"/>
                    <a:pt x="834" y="4971"/>
                  </a:cubicBezTo>
                  <a:cubicBezTo>
                    <a:pt x="801" y="4971"/>
                    <a:pt x="768" y="4971"/>
                    <a:pt x="734" y="5004"/>
                  </a:cubicBezTo>
                  <a:lnTo>
                    <a:pt x="101" y="5371"/>
                  </a:lnTo>
                  <a:cubicBezTo>
                    <a:pt x="67" y="5371"/>
                    <a:pt x="34" y="5405"/>
                    <a:pt x="34" y="5438"/>
                  </a:cubicBezTo>
                  <a:cubicBezTo>
                    <a:pt x="0" y="5505"/>
                    <a:pt x="0" y="5538"/>
                    <a:pt x="0" y="5571"/>
                  </a:cubicBezTo>
                  <a:cubicBezTo>
                    <a:pt x="0" y="5738"/>
                    <a:pt x="0" y="5872"/>
                    <a:pt x="67" y="6005"/>
                  </a:cubicBezTo>
                  <a:cubicBezTo>
                    <a:pt x="101" y="6105"/>
                    <a:pt x="167" y="6239"/>
                    <a:pt x="267" y="6305"/>
                  </a:cubicBezTo>
                  <a:cubicBezTo>
                    <a:pt x="367" y="6372"/>
                    <a:pt x="467" y="6439"/>
                    <a:pt x="601" y="6472"/>
                  </a:cubicBezTo>
                  <a:cubicBezTo>
                    <a:pt x="668" y="6489"/>
                    <a:pt x="734" y="6497"/>
                    <a:pt x="801" y="6497"/>
                  </a:cubicBezTo>
                  <a:cubicBezTo>
                    <a:pt x="868" y="6497"/>
                    <a:pt x="934" y="6489"/>
                    <a:pt x="1001" y="6472"/>
                  </a:cubicBezTo>
                  <a:lnTo>
                    <a:pt x="1001" y="7039"/>
                  </a:lnTo>
                  <a:cubicBezTo>
                    <a:pt x="1001" y="7073"/>
                    <a:pt x="1035" y="7106"/>
                    <a:pt x="1068" y="7139"/>
                  </a:cubicBezTo>
                  <a:cubicBezTo>
                    <a:pt x="1068" y="7156"/>
                    <a:pt x="1076" y="7164"/>
                    <a:pt x="1089" y="7164"/>
                  </a:cubicBezTo>
                  <a:cubicBezTo>
                    <a:pt x="1101" y="7164"/>
                    <a:pt x="1118" y="7156"/>
                    <a:pt x="1135" y="7139"/>
                  </a:cubicBezTo>
                  <a:lnTo>
                    <a:pt x="1768" y="6772"/>
                  </a:lnTo>
                  <a:cubicBezTo>
                    <a:pt x="1835" y="6739"/>
                    <a:pt x="1868" y="6706"/>
                    <a:pt x="1868" y="6672"/>
                  </a:cubicBezTo>
                  <a:cubicBezTo>
                    <a:pt x="1902" y="6606"/>
                    <a:pt x="1902" y="6539"/>
                    <a:pt x="1902" y="6505"/>
                  </a:cubicBezTo>
                  <a:lnTo>
                    <a:pt x="1902" y="5972"/>
                  </a:lnTo>
                  <a:cubicBezTo>
                    <a:pt x="2235" y="5705"/>
                    <a:pt x="2502" y="5371"/>
                    <a:pt x="2702" y="4971"/>
                  </a:cubicBezTo>
                  <a:cubicBezTo>
                    <a:pt x="2802" y="4804"/>
                    <a:pt x="2869" y="4604"/>
                    <a:pt x="2903" y="4404"/>
                  </a:cubicBezTo>
                  <a:cubicBezTo>
                    <a:pt x="2969" y="4170"/>
                    <a:pt x="3003" y="3970"/>
                    <a:pt x="3003" y="3770"/>
                  </a:cubicBezTo>
                  <a:cubicBezTo>
                    <a:pt x="3003" y="3570"/>
                    <a:pt x="2969" y="3370"/>
                    <a:pt x="2936" y="3203"/>
                  </a:cubicBezTo>
                  <a:cubicBezTo>
                    <a:pt x="2903" y="3070"/>
                    <a:pt x="2836" y="2936"/>
                    <a:pt x="2736" y="2870"/>
                  </a:cubicBezTo>
                  <a:cubicBezTo>
                    <a:pt x="2636" y="2769"/>
                    <a:pt x="2502" y="2736"/>
                    <a:pt x="2402" y="2736"/>
                  </a:cubicBezTo>
                  <a:cubicBezTo>
                    <a:pt x="2235" y="2736"/>
                    <a:pt x="2069" y="2736"/>
                    <a:pt x="1935" y="2803"/>
                  </a:cubicBezTo>
                  <a:lnTo>
                    <a:pt x="1468" y="2903"/>
                  </a:lnTo>
                  <a:cubicBezTo>
                    <a:pt x="1368" y="2936"/>
                    <a:pt x="1268" y="2936"/>
                    <a:pt x="1201" y="2970"/>
                  </a:cubicBezTo>
                  <a:cubicBezTo>
                    <a:pt x="1135" y="2970"/>
                    <a:pt x="1068" y="2936"/>
                    <a:pt x="1035" y="2903"/>
                  </a:cubicBezTo>
                  <a:cubicBezTo>
                    <a:pt x="1001" y="2870"/>
                    <a:pt x="968" y="2803"/>
                    <a:pt x="968" y="2736"/>
                  </a:cubicBezTo>
                  <a:cubicBezTo>
                    <a:pt x="968" y="2669"/>
                    <a:pt x="1001" y="2603"/>
                    <a:pt x="1035" y="2536"/>
                  </a:cubicBezTo>
                  <a:cubicBezTo>
                    <a:pt x="1035" y="2469"/>
                    <a:pt x="1101" y="2403"/>
                    <a:pt x="1135" y="2369"/>
                  </a:cubicBezTo>
                  <a:cubicBezTo>
                    <a:pt x="1168" y="2302"/>
                    <a:pt x="1235" y="2236"/>
                    <a:pt x="1268" y="2202"/>
                  </a:cubicBezTo>
                  <a:cubicBezTo>
                    <a:pt x="1335" y="2169"/>
                    <a:pt x="1401" y="2136"/>
                    <a:pt x="1468" y="2069"/>
                  </a:cubicBezTo>
                  <a:cubicBezTo>
                    <a:pt x="1535" y="2036"/>
                    <a:pt x="1602" y="2002"/>
                    <a:pt x="1668" y="2002"/>
                  </a:cubicBezTo>
                  <a:lnTo>
                    <a:pt x="1835" y="2002"/>
                  </a:lnTo>
                  <a:cubicBezTo>
                    <a:pt x="1868" y="2002"/>
                    <a:pt x="1868" y="2036"/>
                    <a:pt x="1902" y="2069"/>
                  </a:cubicBezTo>
                  <a:lnTo>
                    <a:pt x="1969" y="2102"/>
                  </a:lnTo>
                  <a:cubicBezTo>
                    <a:pt x="1969" y="2136"/>
                    <a:pt x="2002" y="2136"/>
                    <a:pt x="2035" y="2136"/>
                  </a:cubicBezTo>
                  <a:cubicBezTo>
                    <a:pt x="2069" y="2136"/>
                    <a:pt x="2135" y="2136"/>
                    <a:pt x="2169" y="2102"/>
                  </a:cubicBezTo>
                  <a:lnTo>
                    <a:pt x="2802" y="1735"/>
                  </a:lnTo>
                  <a:cubicBezTo>
                    <a:pt x="2836" y="1735"/>
                    <a:pt x="2836" y="1702"/>
                    <a:pt x="2869" y="1669"/>
                  </a:cubicBezTo>
                  <a:cubicBezTo>
                    <a:pt x="2869" y="1602"/>
                    <a:pt x="2903" y="1569"/>
                    <a:pt x="2903" y="1535"/>
                  </a:cubicBezTo>
                  <a:cubicBezTo>
                    <a:pt x="2903" y="1402"/>
                    <a:pt x="2869" y="1268"/>
                    <a:pt x="2802" y="1168"/>
                  </a:cubicBezTo>
                  <a:cubicBezTo>
                    <a:pt x="2769" y="1068"/>
                    <a:pt x="2702" y="968"/>
                    <a:pt x="2602" y="868"/>
                  </a:cubicBezTo>
                  <a:cubicBezTo>
                    <a:pt x="2536" y="801"/>
                    <a:pt x="2436" y="735"/>
                    <a:pt x="2302" y="701"/>
                  </a:cubicBezTo>
                  <a:cubicBezTo>
                    <a:pt x="2235" y="685"/>
                    <a:pt x="2169" y="676"/>
                    <a:pt x="2102" y="676"/>
                  </a:cubicBezTo>
                  <a:cubicBezTo>
                    <a:pt x="2035" y="676"/>
                    <a:pt x="1969" y="685"/>
                    <a:pt x="1902" y="701"/>
                  </a:cubicBezTo>
                  <a:lnTo>
                    <a:pt x="1902" y="134"/>
                  </a:lnTo>
                  <a:cubicBezTo>
                    <a:pt x="1902" y="101"/>
                    <a:pt x="1902" y="34"/>
                    <a:pt x="18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35;p75">
              <a:extLst>
                <a:ext uri="{FF2B5EF4-FFF2-40B4-BE49-F238E27FC236}">
                  <a16:creationId xmlns:a16="http://schemas.microsoft.com/office/drawing/2014/main" id="{B3BF0FF4-E4EC-CFC9-F2C7-2358C703A284}"/>
                </a:ext>
              </a:extLst>
            </p:cNvPr>
            <p:cNvSpPr/>
            <p:nvPr/>
          </p:nvSpPr>
          <p:spPr>
            <a:xfrm>
              <a:off x="4145625" y="1634325"/>
              <a:ext cx="51725" cy="141375"/>
            </a:xfrm>
            <a:custGeom>
              <a:avLst/>
              <a:gdLst/>
              <a:ahLst/>
              <a:cxnLst/>
              <a:rect l="l" t="t" r="r" b="b"/>
              <a:pathLst>
                <a:path w="2069" h="5655" extrusionOk="0">
                  <a:moveTo>
                    <a:pt x="1952" y="0"/>
                  </a:moveTo>
                  <a:cubicBezTo>
                    <a:pt x="1935" y="0"/>
                    <a:pt x="1919" y="9"/>
                    <a:pt x="1902" y="25"/>
                  </a:cubicBezTo>
                  <a:lnTo>
                    <a:pt x="1335" y="359"/>
                  </a:lnTo>
                  <a:cubicBezTo>
                    <a:pt x="1268" y="392"/>
                    <a:pt x="1235" y="459"/>
                    <a:pt x="1202" y="492"/>
                  </a:cubicBezTo>
                  <a:cubicBezTo>
                    <a:pt x="1168" y="559"/>
                    <a:pt x="1135" y="626"/>
                    <a:pt x="1102" y="659"/>
                  </a:cubicBezTo>
                  <a:lnTo>
                    <a:pt x="34" y="2494"/>
                  </a:lnTo>
                  <a:cubicBezTo>
                    <a:pt x="34" y="2560"/>
                    <a:pt x="1" y="2594"/>
                    <a:pt x="1" y="2661"/>
                  </a:cubicBezTo>
                  <a:cubicBezTo>
                    <a:pt x="1" y="2727"/>
                    <a:pt x="1" y="2761"/>
                    <a:pt x="34" y="2794"/>
                  </a:cubicBezTo>
                  <a:lnTo>
                    <a:pt x="368" y="3328"/>
                  </a:lnTo>
                  <a:cubicBezTo>
                    <a:pt x="384" y="3344"/>
                    <a:pt x="401" y="3353"/>
                    <a:pt x="418" y="3353"/>
                  </a:cubicBezTo>
                  <a:cubicBezTo>
                    <a:pt x="434" y="3353"/>
                    <a:pt x="451" y="3344"/>
                    <a:pt x="468" y="3328"/>
                  </a:cubicBezTo>
                  <a:cubicBezTo>
                    <a:pt x="501" y="3328"/>
                    <a:pt x="534" y="3294"/>
                    <a:pt x="568" y="3261"/>
                  </a:cubicBezTo>
                  <a:lnTo>
                    <a:pt x="1135" y="2227"/>
                  </a:lnTo>
                  <a:lnTo>
                    <a:pt x="1135" y="5529"/>
                  </a:lnTo>
                  <a:cubicBezTo>
                    <a:pt x="1135" y="5563"/>
                    <a:pt x="1168" y="5596"/>
                    <a:pt x="1202" y="5629"/>
                  </a:cubicBezTo>
                  <a:cubicBezTo>
                    <a:pt x="1202" y="5646"/>
                    <a:pt x="1210" y="5654"/>
                    <a:pt x="1222" y="5654"/>
                  </a:cubicBezTo>
                  <a:cubicBezTo>
                    <a:pt x="1235" y="5654"/>
                    <a:pt x="1252" y="5646"/>
                    <a:pt x="1268" y="5629"/>
                  </a:cubicBezTo>
                  <a:lnTo>
                    <a:pt x="1902" y="5262"/>
                  </a:lnTo>
                  <a:cubicBezTo>
                    <a:pt x="1969" y="5229"/>
                    <a:pt x="2002" y="5196"/>
                    <a:pt x="2002" y="5162"/>
                  </a:cubicBezTo>
                  <a:cubicBezTo>
                    <a:pt x="2036" y="5096"/>
                    <a:pt x="2036" y="5029"/>
                    <a:pt x="2036" y="4996"/>
                  </a:cubicBezTo>
                  <a:lnTo>
                    <a:pt x="2036" y="125"/>
                  </a:lnTo>
                  <a:cubicBezTo>
                    <a:pt x="2069" y="92"/>
                    <a:pt x="2036" y="59"/>
                    <a:pt x="2002" y="25"/>
                  </a:cubicBezTo>
                  <a:cubicBezTo>
                    <a:pt x="1986" y="9"/>
                    <a:pt x="1969" y="0"/>
                    <a:pt x="19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36;p75">
              <a:extLst>
                <a:ext uri="{FF2B5EF4-FFF2-40B4-BE49-F238E27FC236}">
                  <a16:creationId xmlns:a16="http://schemas.microsoft.com/office/drawing/2014/main" id="{C4B5A0E2-7987-7678-513C-DB2D64BF1A2F}"/>
                </a:ext>
              </a:extLst>
            </p:cNvPr>
            <p:cNvSpPr/>
            <p:nvPr/>
          </p:nvSpPr>
          <p:spPr>
            <a:xfrm>
              <a:off x="4208175" y="1590125"/>
              <a:ext cx="65075" cy="158875"/>
            </a:xfrm>
            <a:custGeom>
              <a:avLst/>
              <a:gdLst/>
              <a:ahLst/>
              <a:cxnLst/>
              <a:rect l="l" t="t" r="r" b="b"/>
              <a:pathLst>
                <a:path w="2603" h="6355" extrusionOk="0">
                  <a:moveTo>
                    <a:pt x="2502" y="0"/>
                  </a:moveTo>
                  <a:cubicBezTo>
                    <a:pt x="2486" y="0"/>
                    <a:pt x="2469" y="9"/>
                    <a:pt x="2469" y="25"/>
                  </a:cubicBezTo>
                  <a:lnTo>
                    <a:pt x="134" y="1393"/>
                  </a:lnTo>
                  <a:cubicBezTo>
                    <a:pt x="101" y="1393"/>
                    <a:pt x="67" y="1460"/>
                    <a:pt x="34" y="1493"/>
                  </a:cubicBezTo>
                  <a:cubicBezTo>
                    <a:pt x="1" y="1526"/>
                    <a:pt x="1" y="1593"/>
                    <a:pt x="1" y="1660"/>
                  </a:cubicBezTo>
                  <a:lnTo>
                    <a:pt x="1" y="2460"/>
                  </a:lnTo>
                  <a:cubicBezTo>
                    <a:pt x="1" y="2494"/>
                    <a:pt x="1" y="2527"/>
                    <a:pt x="34" y="2561"/>
                  </a:cubicBezTo>
                  <a:cubicBezTo>
                    <a:pt x="51" y="2577"/>
                    <a:pt x="67" y="2586"/>
                    <a:pt x="84" y="2586"/>
                  </a:cubicBezTo>
                  <a:cubicBezTo>
                    <a:pt x="101" y="2586"/>
                    <a:pt x="117" y="2577"/>
                    <a:pt x="134" y="2561"/>
                  </a:cubicBezTo>
                  <a:lnTo>
                    <a:pt x="1568" y="1727"/>
                  </a:lnTo>
                  <a:lnTo>
                    <a:pt x="534" y="6130"/>
                  </a:lnTo>
                  <a:cubicBezTo>
                    <a:pt x="534" y="6163"/>
                    <a:pt x="534" y="6196"/>
                    <a:pt x="534" y="6230"/>
                  </a:cubicBezTo>
                  <a:cubicBezTo>
                    <a:pt x="501" y="6263"/>
                    <a:pt x="534" y="6297"/>
                    <a:pt x="534" y="6330"/>
                  </a:cubicBezTo>
                  <a:cubicBezTo>
                    <a:pt x="551" y="6347"/>
                    <a:pt x="568" y="6355"/>
                    <a:pt x="584" y="6355"/>
                  </a:cubicBezTo>
                  <a:cubicBezTo>
                    <a:pt x="601" y="6355"/>
                    <a:pt x="618" y="6347"/>
                    <a:pt x="634" y="6330"/>
                  </a:cubicBezTo>
                  <a:lnTo>
                    <a:pt x="1301" y="5930"/>
                  </a:lnTo>
                  <a:cubicBezTo>
                    <a:pt x="1368" y="5930"/>
                    <a:pt x="1368" y="5863"/>
                    <a:pt x="1402" y="5830"/>
                  </a:cubicBezTo>
                  <a:cubicBezTo>
                    <a:pt x="1435" y="5796"/>
                    <a:pt x="1435" y="5729"/>
                    <a:pt x="1468" y="5696"/>
                  </a:cubicBezTo>
                  <a:lnTo>
                    <a:pt x="2502" y="1260"/>
                  </a:lnTo>
                  <a:cubicBezTo>
                    <a:pt x="2536" y="1126"/>
                    <a:pt x="2569" y="993"/>
                    <a:pt x="2602" y="859"/>
                  </a:cubicBezTo>
                  <a:lnTo>
                    <a:pt x="2602" y="159"/>
                  </a:lnTo>
                  <a:cubicBezTo>
                    <a:pt x="2602" y="92"/>
                    <a:pt x="2569" y="59"/>
                    <a:pt x="2536" y="25"/>
                  </a:cubicBezTo>
                  <a:cubicBezTo>
                    <a:pt x="2536" y="9"/>
                    <a:pt x="2519" y="0"/>
                    <a:pt x="25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37;p75">
              <a:extLst>
                <a:ext uri="{FF2B5EF4-FFF2-40B4-BE49-F238E27FC236}">
                  <a16:creationId xmlns:a16="http://schemas.microsoft.com/office/drawing/2014/main" id="{CF94C4C0-0593-1503-80AE-3862A05DD433}"/>
                </a:ext>
              </a:extLst>
            </p:cNvPr>
            <p:cNvSpPr/>
            <p:nvPr/>
          </p:nvSpPr>
          <p:spPr>
            <a:xfrm>
              <a:off x="4273225" y="1671025"/>
              <a:ext cx="26700" cy="61525"/>
            </a:xfrm>
            <a:custGeom>
              <a:avLst/>
              <a:gdLst/>
              <a:ahLst/>
              <a:cxnLst/>
              <a:rect l="l" t="t" r="r" b="b"/>
              <a:pathLst>
                <a:path w="1068" h="2461" extrusionOk="0">
                  <a:moveTo>
                    <a:pt x="1014" y="0"/>
                  </a:moveTo>
                  <a:cubicBezTo>
                    <a:pt x="1001" y="0"/>
                    <a:pt x="984" y="8"/>
                    <a:pt x="968" y="25"/>
                  </a:cubicBezTo>
                  <a:lnTo>
                    <a:pt x="367" y="359"/>
                  </a:lnTo>
                  <a:cubicBezTo>
                    <a:pt x="301" y="392"/>
                    <a:pt x="234" y="459"/>
                    <a:pt x="234" y="559"/>
                  </a:cubicBezTo>
                  <a:cubicBezTo>
                    <a:pt x="201" y="625"/>
                    <a:pt x="167" y="692"/>
                    <a:pt x="167" y="792"/>
                  </a:cubicBezTo>
                  <a:lnTo>
                    <a:pt x="0" y="2360"/>
                  </a:lnTo>
                  <a:cubicBezTo>
                    <a:pt x="0" y="2393"/>
                    <a:pt x="34" y="2427"/>
                    <a:pt x="34" y="2460"/>
                  </a:cubicBezTo>
                  <a:lnTo>
                    <a:pt x="134" y="2460"/>
                  </a:lnTo>
                  <a:lnTo>
                    <a:pt x="501" y="2260"/>
                  </a:lnTo>
                  <a:cubicBezTo>
                    <a:pt x="567" y="2193"/>
                    <a:pt x="601" y="2160"/>
                    <a:pt x="634" y="2093"/>
                  </a:cubicBezTo>
                  <a:cubicBezTo>
                    <a:pt x="668" y="2026"/>
                    <a:pt x="668" y="1960"/>
                    <a:pt x="701" y="1893"/>
                  </a:cubicBezTo>
                  <a:lnTo>
                    <a:pt x="1068" y="158"/>
                  </a:lnTo>
                  <a:cubicBezTo>
                    <a:pt x="1068" y="158"/>
                    <a:pt x="1068" y="125"/>
                    <a:pt x="1068" y="125"/>
                  </a:cubicBezTo>
                  <a:cubicBezTo>
                    <a:pt x="1068" y="92"/>
                    <a:pt x="1068" y="58"/>
                    <a:pt x="1034" y="25"/>
                  </a:cubicBezTo>
                  <a:cubicBezTo>
                    <a:pt x="1034" y="8"/>
                    <a:pt x="1026" y="0"/>
                    <a:pt x="10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38;p75">
              <a:extLst>
                <a:ext uri="{FF2B5EF4-FFF2-40B4-BE49-F238E27FC236}">
                  <a16:creationId xmlns:a16="http://schemas.microsoft.com/office/drawing/2014/main" id="{52842126-3351-A605-6556-A07A1E4CE21B}"/>
                </a:ext>
              </a:extLst>
            </p:cNvPr>
            <p:cNvSpPr/>
            <p:nvPr/>
          </p:nvSpPr>
          <p:spPr>
            <a:xfrm>
              <a:off x="4309075" y="1530925"/>
              <a:ext cx="70925" cy="155225"/>
            </a:xfrm>
            <a:custGeom>
              <a:avLst/>
              <a:gdLst/>
              <a:ahLst/>
              <a:cxnLst/>
              <a:rect l="l" t="t" r="r" b="b"/>
              <a:pathLst>
                <a:path w="2837" h="6209" extrusionOk="0">
                  <a:moveTo>
                    <a:pt x="2553" y="0"/>
                  </a:moveTo>
                  <a:cubicBezTo>
                    <a:pt x="2536" y="0"/>
                    <a:pt x="2519" y="8"/>
                    <a:pt x="2503" y="25"/>
                  </a:cubicBezTo>
                  <a:lnTo>
                    <a:pt x="434" y="1226"/>
                  </a:lnTo>
                  <a:cubicBezTo>
                    <a:pt x="401" y="1259"/>
                    <a:pt x="368" y="1293"/>
                    <a:pt x="334" y="1326"/>
                  </a:cubicBezTo>
                  <a:cubicBezTo>
                    <a:pt x="301" y="1393"/>
                    <a:pt x="301" y="1459"/>
                    <a:pt x="301" y="1493"/>
                  </a:cubicBezTo>
                  <a:lnTo>
                    <a:pt x="168" y="4261"/>
                  </a:lnTo>
                  <a:cubicBezTo>
                    <a:pt x="134" y="4328"/>
                    <a:pt x="168" y="4361"/>
                    <a:pt x="201" y="4395"/>
                  </a:cubicBezTo>
                  <a:cubicBezTo>
                    <a:pt x="201" y="4412"/>
                    <a:pt x="218" y="4420"/>
                    <a:pt x="234" y="4420"/>
                  </a:cubicBezTo>
                  <a:cubicBezTo>
                    <a:pt x="251" y="4420"/>
                    <a:pt x="268" y="4412"/>
                    <a:pt x="268" y="4395"/>
                  </a:cubicBezTo>
                  <a:lnTo>
                    <a:pt x="1035" y="3961"/>
                  </a:lnTo>
                  <a:cubicBezTo>
                    <a:pt x="1068" y="3961"/>
                    <a:pt x="1102" y="3928"/>
                    <a:pt x="1102" y="3894"/>
                  </a:cubicBezTo>
                  <a:lnTo>
                    <a:pt x="1202" y="3794"/>
                  </a:lnTo>
                  <a:lnTo>
                    <a:pt x="1335" y="3661"/>
                  </a:lnTo>
                  <a:cubicBezTo>
                    <a:pt x="1368" y="3628"/>
                    <a:pt x="1402" y="3561"/>
                    <a:pt x="1468" y="3561"/>
                  </a:cubicBezTo>
                  <a:cubicBezTo>
                    <a:pt x="1553" y="3497"/>
                    <a:pt x="1638" y="3474"/>
                    <a:pt x="1705" y="3474"/>
                  </a:cubicBezTo>
                  <a:cubicBezTo>
                    <a:pt x="1744" y="3474"/>
                    <a:pt x="1778" y="3482"/>
                    <a:pt x="1802" y="3494"/>
                  </a:cubicBezTo>
                  <a:cubicBezTo>
                    <a:pt x="1902" y="3594"/>
                    <a:pt x="1935" y="3728"/>
                    <a:pt x="1935" y="3861"/>
                  </a:cubicBezTo>
                  <a:cubicBezTo>
                    <a:pt x="1935" y="3961"/>
                    <a:pt x="1935" y="4061"/>
                    <a:pt x="1902" y="4161"/>
                  </a:cubicBezTo>
                  <a:cubicBezTo>
                    <a:pt x="1869" y="4261"/>
                    <a:pt x="1835" y="4328"/>
                    <a:pt x="1769" y="4428"/>
                  </a:cubicBezTo>
                  <a:cubicBezTo>
                    <a:pt x="1735" y="4495"/>
                    <a:pt x="1669" y="4562"/>
                    <a:pt x="1602" y="4628"/>
                  </a:cubicBezTo>
                  <a:cubicBezTo>
                    <a:pt x="1569" y="4695"/>
                    <a:pt x="1502" y="4762"/>
                    <a:pt x="1435" y="4795"/>
                  </a:cubicBezTo>
                  <a:cubicBezTo>
                    <a:pt x="1368" y="4828"/>
                    <a:pt x="1302" y="4862"/>
                    <a:pt x="1235" y="4862"/>
                  </a:cubicBezTo>
                  <a:cubicBezTo>
                    <a:pt x="1168" y="4862"/>
                    <a:pt x="1135" y="4862"/>
                    <a:pt x="1068" y="4828"/>
                  </a:cubicBezTo>
                  <a:cubicBezTo>
                    <a:pt x="1035" y="4828"/>
                    <a:pt x="1001" y="4795"/>
                    <a:pt x="968" y="4762"/>
                  </a:cubicBezTo>
                  <a:lnTo>
                    <a:pt x="901" y="4662"/>
                  </a:lnTo>
                  <a:cubicBezTo>
                    <a:pt x="901" y="4628"/>
                    <a:pt x="868" y="4628"/>
                    <a:pt x="835" y="4628"/>
                  </a:cubicBezTo>
                  <a:cubicBezTo>
                    <a:pt x="824" y="4617"/>
                    <a:pt x="812" y="4614"/>
                    <a:pt x="801" y="4614"/>
                  </a:cubicBezTo>
                  <a:cubicBezTo>
                    <a:pt x="779" y="4614"/>
                    <a:pt x="757" y="4628"/>
                    <a:pt x="735" y="4628"/>
                  </a:cubicBezTo>
                  <a:lnTo>
                    <a:pt x="101" y="4995"/>
                  </a:lnTo>
                  <a:cubicBezTo>
                    <a:pt x="67" y="5029"/>
                    <a:pt x="34" y="5062"/>
                    <a:pt x="34" y="5095"/>
                  </a:cubicBezTo>
                  <a:cubicBezTo>
                    <a:pt x="1" y="5129"/>
                    <a:pt x="1" y="5162"/>
                    <a:pt x="1" y="5229"/>
                  </a:cubicBezTo>
                  <a:cubicBezTo>
                    <a:pt x="1" y="5396"/>
                    <a:pt x="34" y="5596"/>
                    <a:pt x="101" y="5762"/>
                  </a:cubicBezTo>
                  <a:cubicBezTo>
                    <a:pt x="168" y="5896"/>
                    <a:pt x="268" y="6029"/>
                    <a:pt x="368" y="6096"/>
                  </a:cubicBezTo>
                  <a:cubicBezTo>
                    <a:pt x="468" y="6171"/>
                    <a:pt x="587" y="6209"/>
                    <a:pt x="710" y="6209"/>
                  </a:cubicBezTo>
                  <a:cubicBezTo>
                    <a:pt x="751" y="6209"/>
                    <a:pt x="793" y="6204"/>
                    <a:pt x="835" y="6196"/>
                  </a:cubicBezTo>
                  <a:cubicBezTo>
                    <a:pt x="1035" y="6196"/>
                    <a:pt x="1235" y="6096"/>
                    <a:pt x="1402" y="5996"/>
                  </a:cubicBezTo>
                  <a:cubicBezTo>
                    <a:pt x="1602" y="5863"/>
                    <a:pt x="1802" y="5729"/>
                    <a:pt x="1969" y="5562"/>
                  </a:cubicBezTo>
                  <a:cubicBezTo>
                    <a:pt x="2136" y="5362"/>
                    <a:pt x="2302" y="5162"/>
                    <a:pt x="2436" y="4929"/>
                  </a:cubicBezTo>
                  <a:cubicBezTo>
                    <a:pt x="2703" y="4462"/>
                    <a:pt x="2836" y="3894"/>
                    <a:pt x="2836" y="3327"/>
                  </a:cubicBezTo>
                  <a:cubicBezTo>
                    <a:pt x="2836" y="3094"/>
                    <a:pt x="2803" y="2860"/>
                    <a:pt x="2736" y="2627"/>
                  </a:cubicBezTo>
                  <a:cubicBezTo>
                    <a:pt x="2669" y="2460"/>
                    <a:pt x="2569" y="2327"/>
                    <a:pt x="2469" y="2227"/>
                  </a:cubicBezTo>
                  <a:cubicBezTo>
                    <a:pt x="2369" y="2152"/>
                    <a:pt x="2250" y="2114"/>
                    <a:pt x="2141" y="2114"/>
                  </a:cubicBezTo>
                  <a:cubicBezTo>
                    <a:pt x="2104" y="2114"/>
                    <a:pt x="2069" y="2118"/>
                    <a:pt x="2036" y="2127"/>
                  </a:cubicBezTo>
                  <a:cubicBezTo>
                    <a:pt x="1835" y="2127"/>
                    <a:pt x="1669" y="2193"/>
                    <a:pt x="1502" y="2293"/>
                  </a:cubicBezTo>
                  <a:cubicBezTo>
                    <a:pt x="1402" y="2360"/>
                    <a:pt x="1335" y="2427"/>
                    <a:pt x="1268" y="2493"/>
                  </a:cubicBezTo>
                  <a:cubicBezTo>
                    <a:pt x="1202" y="2560"/>
                    <a:pt x="1102" y="2660"/>
                    <a:pt x="1068" y="2727"/>
                  </a:cubicBezTo>
                  <a:lnTo>
                    <a:pt x="1102" y="2060"/>
                  </a:lnTo>
                  <a:lnTo>
                    <a:pt x="2503" y="1226"/>
                  </a:lnTo>
                  <a:cubicBezTo>
                    <a:pt x="2536" y="1193"/>
                    <a:pt x="2569" y="1159"/>
                    <a:pt x="2603" y="1092"/>
                  </a:cubicBezTo>
                  <a:cubicBezTo>
                    <a:pt x="2636" y="1059"/>
                    <a:pt x="2636" y="992"/>
                    <a:pt x="2636" y="926"/>
                  </a:cubicBezTo>
                  <a:lnTo>
                    <a:pt x="2636" y="125"/>
                  </a:lnTo>
                  <a:cubicBezTo>
                    <a:pt x="2636" y="92"/>
                    <a:pt x="2636" y="58"/>
                    <a:pt x="2603" y="25"/>
                  </a:cubicBezTo>
                  <a:cubicBezTo>
                    <a:pt x="2586" y="8"/>
                    <a:pt x="2569" y="0"/>
                    <a:pt x="2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39;p75">
              <a:extLst>
                <a:ext uri="{FF2B5EF4-FFF2-40B4-BE49-F238E27FC236}">
                  <a16:creationId xmlns:a16="http://schemas.microsoft.com/office/drawing/2014/main" id="{27B19A11-5198-021A-FE15-A23DD9F73128}"/>
                </a:ext>
              </a:extLst>
            </p:cNvPr>
            <p:cNvSpPr/>
            <p:nvPr/>
          </p:nvSpPr>
          <p:spPr>
            <a:xfrm>
              <a:off x="4391650" y="1493175"/>
              <a:ext cx="70075" cy="145125"/>
            </a:xfrm>
            <a:custGeom>
              <a:avLst/>
              <a:gdLst/>
              <a:ahLst/>
              <a:cxnLst/>
              <a:rect l="l" t="t" r="r" b="b"/>
              <a:pathLst>
                <a:path w="2803" h="5805" extrusionOk="0">
                  <a:moveTo>
                    <a:pt x="1561" y="1355"/>
                  </a:moveTo>
                  <a:cubicBezTo>
                    <a:pt x="1583" y="1355"/>
                    <a:pt x="1608" y="1359"/>
                    <a:pt x="1635" y="1368"/>
                  </a:cubicBezTo>
                  <a:cubicBezTo>
                    <a:pt x="1701" y="1368"/>
                    <a:pt x="1768" y="1402"/>
                    <a:pt x="1801" y="1435"/>
                  </a:cubicBezTo>
                  <a:cubicBezTo>
                    <a:pt x="1835" y="1502"/>
                    <a:pt x="1868" y="1602"/>
                    <a:pt x="1868" y="1668"/>
                  </a:cubicBezTo>
                  <a:cubicBezTo>
                    <a:pt x="1901" y="1769"/>
                    <a:pt x="1901" y="1902"/>
                    <a:pt x="1901" y="2002"/>
                  </a:cubicBezTo>
                  <a:lnTo>
                    <a:pt x="1901" y="3236"/>
                  </a:lnTo>
                  <a:cubicBezTo>
                    <a:pt x="1901" y="3370"/>
                    <a:pt x="1901" y="3503"/>
                    <a:pt x="1901" y="3603"/>
                  </a:cubicBezTo>
                  <a:cubicBezTo>
                    <a:pt x="1868" y="3737"/>
                    <a:pt x="1835" y="3837"/>
                    <a:pt x="1801" y="3937"/>
                  </a:cubicBezTo>
                  <a:cubicBezTo>
                    <a:pt x="1768" y="4037"/>
                    <a:pt x="1701" y="4137"/>
                    <a:pt x="1635" y="4204"/>
                  </a:cubicBezTo>
                  <a:cubicBezTo>
                    <a:pt x="1568" y="4304"/>
                    <a:pt x="1501" y="4370"/>
                    <a:pt x="1401" y="4437"/>
                  </a:cubicBezTo>
                  <a:cubicBezTo>
                    <a:pt x="1334" y="4470"/>
                    <a:pt x="1234" y="4504"/>
                    <a:pt x="1168" y="4504"/>
                  </a:cubicBezTo>
                  <a:cubicBezTo>
                    <a:pt x="1101" y="4470"/>
                    <a:pt x="1034" y="4437"/>
                    <a:pt x="1001" y="4404"/>
                  </a:cubicBezTo>
                  <a:cubicBezTo>
                    <a:pt x="934" y="4337"/>
                    <a:pt x="901" y="4270"/>
                    <a:pt x="901" y="4170"/>
                  </a:cubicBezTo>
                  <a:cubicBezTo>
                    <a:pt x="901" y="4070"/>
                    <a:pt x="867" y="3970"/>
                    <a:pt x="867" y="3837"/>
                  </a:cubicBezTo>
                  <a:lnTo>
                    <a:pt x="867" y="2602"/>
                  </a:lnTo>
                  <a:cubicBezTo>
                    <a:pt x="867" y="2469"/>
                    <a:pt x="901" y="2369"/>
                    <a:pt x="901" y="2236"/>
                  </a:cubicBezTo>
                  <a:cubicBezTo>
                    <a:pt x="934" y="2135"/>
                    <a:pt x="967" y="2002"/>
                    <a:pt x="1001" y="1902"/>
                  </a:cubicBezTo>
                  <a:cubicBezTo>
                    <a:pt x="1034" y="1802"/>
                    <a:pt x="1101" y="1702"/>
                    <a:pt x="1168" y="1635"/>
                  </a:cubicBezTo>
                  <a:cubicBezTo>
                    <a:pt x="1201" y="1535"/>
                    <a:pt x="1301" y="1468"/>
                    <a:pt x="1401" y="1435"/>
                  </a:cubicBezTo>
                  <a:cubicBezTo>
                    <a:pt x="1450" y="1386"/>
                    <a:pt x="1499" y="1355"/>
                    <a:pt x="1561" y="1355"/>
                  </a:cubicBezTo>
                  <a:close/>
                  <a:moveTo>
                    <a:pt x="2035" y="1"/>
                  </a:moveTo>
                  <a:cubicBezTo>
                    <a:pt x="1801" y="34"/>
                    <a:pt x="1568" y="101"/>
                    <a:pt x="1401" y="201"/>
                  </a:cubicBezTo>
                  <a:cubicBezTo>
                    <a:pt x="1168" y="368"/>
                    <a:pt x="934" y="534"/>
                    <a:pt x="767" y="734"/>
                  </a:cubicBezTo>
                  <a:cubicBezTo>
                    <a:pt x="601" y="968"/>
                    <a:pt x="467" y="1201"/>
                    <a:pt x="334" y="1435"/>
                  </a:cubicBezTo>
                  <a:cubicBezTo>
                    <a:pt x="234" y="1702"/>
                    <a:pt x="134" y="1969"/>
                    <a:pt x="100" y="2236"/>
                  </a:cubicBezTo>
                  <a:cubicBezTo>
                    <a:pt x="33" y="2502"/>
                    <a:pt x="0" y="2803"/>
                    <a:pt x="0" y="3069"/>
                  </a:cubicBezTo>
                  <a:lnTo>
                    <a:pt x="0" y="3737"/>
                  </a:lnTo>
                  <a:lnTo>
                    <a:pt x="0" y="4404"/>
                  </a:lnTo>
                  <a:cubicBezTo>
                    <a:pt x="0" y="4637"/>
                    <a:pt x="33" y="4904"/>
                    <a:pt x="100" y="5138"/>
                  </a:cubicBezTo>
                  <a:cubicBezTo>
                    <a:pt x="134" y="5304"/>
                    <a:pt x="234" y="5471"/>
                    <a:pt x="334" y="5605"/>
                  </a:cubicBezTo>
                  <a:cubicBezTo>
                    <a:pt x="467" y="5738"/>
                    <a:pt x="601" y="5805"/>
                    <a:pt x="767" y="5805"/>
                  </a:cubicBezTo>
                  <a:cubicBezTo>
                    <a:pt x="1001" y="5805"/>
                    <a:pt x="1201" y="5738"/>
                    <a:pt x="1401" y="5605"/>
                  </a:cubicBezTo>
                  <a:cubicBezTo>
                    <a:pt x="1635" y="5471"/>
                    <a:pt x="1835" y="5304"/>
                    <a:pt x="2035" y="5071"/>
                  </a:cubicBezTo>
                  <a:cubicBezTo>
                    <a:pt x="2202" y="4871"/>
                    <a:pt x="2335" y="4637"/>
                    <a:pt x="2435" y="4404"/>
                  </a:cubicBezTo>
                  <a:cubicBezTo>
                    <a:pt x="2569" y="4137"/>
                    <a:pt x="2635" y="3870"/>
                    <a:pt x="2702" y="3603"/>
                  </a:cubicBezTo>
                  <a:cubicBezTo>
                    <a:pt x="2769" y="3336"/>
                    <a:pt x="2802" y="3036"/>
                    <a:pt x="2802" y="2769"/>
                  </a:cubicBezTo>
                  <a:lnTo>
                    <a:pt x="2802" y="2102"/>
                  </a:lnTo>
                  <a:lnTo>
                    <a:pt x="2802" y="1435"/>
                  </a:lnTo>
                  <a:cubicBezTo>
                    <a:pt x="2802" y="1168"/>
                    <a:pt x="2769" y="935"/>
                    <a:pt x="2702" y="701"/>
                  </a:cubicBezTo>
                  <a:cubicBezTo>
                    <a:pt x="2669" y="534"/>
                    <a:pt x="2569" y="334"/>
                    <a:pt x="2435" y="201"/>
                  </a:cubicBezTo>
                  <a:cubicBezTo>
                    <a:pt x="2335" y="101"/>
                    <a:pt x="2168" y="34"/>
                    <a:pt x="203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40;p75">
              <a:extLst>
                <a:ext uri="{FF2B5EF4-FFF2-40B4-BE49-F238E27FC236}">
                  <a16:creationId xmlns:a16="http://schemas.microsoft.com/office/drawing/2014/main" id="{11AA3CA4-D597-2061-55EE-A5940FC1D870}"/>
                </a:ext>
              </a:extLst>
            </p:cNvPr>
            <p:cNvSpPr/>
            <p:nvPr/>
          </p:nvSpPr>
          <p:spPr>
            <a:xfrm>
              <a:off x="4475025" y="1444800"/>
              <a:ext cx="70925" cy="145150"/>
            </a:xfrm>
            <a:custGeom>
              <a:avLst/>
              <a:gdLst/>
              <a:ahLst/>
              <a:cxnLst/>
              <a:rect l="l" t="t" r="r" b="b"/>
              <a:pathLst>
                <a:path w="2837" h="5806" extrusionOk="0">
                  <a:moveTo>
                    <a:pt x="1669" y="1335"/>
                  </a:moveTo>
                  <a:cubicBezTo>
                    <a:pt x="1735" y="1369"/>
                    <a:pt x="1769" y="1402"/>
                    <a:pt x="1802" y="1435"/>
                  </a:cubicBezTo>
                  <a:cubicBezTo>
                    <a:pt x="1869" y="1502"/>
                    <a:pt x="1869" y="1569"/>
                    <a:pt x="1902" y="1669"/>
                  </a:cubicBezTo>
                  <a:cubicBezTo>
                    <a:pt x="1902" y="1769"/>
                    <a:pt x="1936" y="1869"/>
                    <a:pt x="1936" y="2002"/>
                  </a:cubicBezTo>
                  <a:lnTo>
                    <a:pt x="1936" y="3237"/>
                  </a:lnTo>
                  <a:cubicBezTo>
                    <a:pt x="1936" y="3370"/>
                    <a:pt x="1936" y="3470"/>
                    <a:pt x="1902" y="3603"/>
                  </a:cubicBezTo>
                  <a:cubicBezTo>
                    <a:pt x="1902" y="3704"/>
                    <a:pt x="1869" y="3837"/>
                    <a:pt x="1802" y="3937"/>
                  </a:cubicBezTo>
                  <a:cubicBezTo>
                    <a:pt x="1769" y="4037"/>
                    <a:pt x="1735" y="4137"/>
                    <a:pt x="1669" y="4204"/>
                  </a:cubicBezTo>
                  <a:cubicBezTo>
                    <a:pt x="1602" y="4304"/>
                    <a:pt x="1502" y="4371"/>
                    <a:pt x="1402" y="4404"/>
                  </a:cubicBezTo>
                  <a:cubicBezTo>
                    <a:pt x="1335" y="4471"/>
                    <a:pt x="1268" y="4504"/>
                    <a:pt x="1168" y="4504"/>
                  </a:cubicBezTo>
                  <a:cubicBezTo>
                    <a:pt x="1102" y="4471"/>
                    <a:pt x="1035" y="4437"/>
                    <a:pt x="1002" y="4404"/>
                  </a:cubicBezTo>
                  <a:cubicBezTo>
                    <a:pt x="968" y="4337"/>
                    <a:pt x="935" y="4237"/>
                    <a:pt x="935" y="4171"/>
                  </a:cubicBezTo>
                  <a:cubicBezTo>
                    <a:pt x="901" y="4070"/>
                    <a:pt x="901" y="3970"/>
                    <a:pt x="901" y="3837"/>
                  </a:cubicBezTo>
                  <a:lnTo>
                    <a:pt x="901" y="2603"/>
                  </a:lnTo>
                  <a:cubicBezTo>
                    <a:pt x="901" y="2469"/>
                    <a:pt x="901" y="2336"/>
                    <a:pt x="935" y="2236"/>
                  </a:cubicBezTo>
                  <a:cubicBezTo>
                    <a:pt x="935" y="2102"/>
                    <a:pt x="968" y="2002"/>
                    <a:pt x="1002" y="1902"/>
                  </a:cubicBezTo>
                  <a:cubicBezTo>
                    <a:pt x="1068" y="1802"/>
                    <a:pt x="1102" y="1702"/>
                    <a:pt x="1168" y="1635"/>
                  </a:cubicBezTo>
                  <a:cubicBezTo>
                    <a:pt x="1235" y="1535"/>
                    <a:pt x="1335" y="1469"/>
                    <a:pt x="1402" y="1435"/>
                  </a:cubicBezTo>
                  <a:cubicBezTo>
                    <a:pt x="1502" y="1369"/>
                    <a:pt x="1569" y="1335"/>
                    <a:pt x="1669" y="1335"/>
                  </a:cubicBezTo>
                  <a:close/>
                  <a:moveTo>
                    <a:pt x="2036" y="1"/>
                  </a:moveTo>
                  <a:cubicBezTo>
                    <a:pt x="1835" y="34"/>
                    <a:pt x="1602" y="101"/>
                    <a:pt x="1402" y="201"/>
                  </a:cubicBezTo>
                  <a:cubicBezTo>
                    <a:pt x="1168" y="334"/>
                    <a:pt x="968" y="535"/>
                    <a:pt x="801" y="735"/>
                  </a:cubicBezTo>
                  <a:cubicBezTo>
                    <a:pt x="601" y="935"/>
                    <a:pt x="468" y="1168"/>
                    <a:pt x="334" y="1435"/>
                  </a:cubicBezTo>
                  <a:cubicBezTo>
                    <a:pt x="234" y="1702"/>
                    <a:pt x="134" y="1969"/>
                    <a:pt x="101" y="2236"/>
                  </a:cubicBezTo>
                  <a:cubicBezTo>
                    <a:pt x="34" y="2503"/>
                    <a:pt x="1" y="2770"/>
                    <a:pt x="1" y="3070"/>
                  </a:cubicBezTo>
                  <a:lnTo>
                    <a:pt x="1" y="3737"/>
                  </a:lnTo>
                  <a:lnTo>
                    <a:pt x="1" y="4404"/>
                  </a:lnTo>
                  <a:cubicBezTo>
                    <a:pt x="1" y="4638"/>
                    <a:pt x="34" y="4871"/>
                    <a:pt x="101" y="5138"/>
                  </a:cubicBezTo>
                  <a:cubicBezTo>
                    <a:pt x="134" y="5305"/>
                    <a:pt x="234" y="5471"/>
                    <a:pt x="334" y="5605"/>
                  </a:cubicBezTo>
                  <a:cubicBezTo>
                    <a:pt x="468" y="5738"/>
                    <a:pt x="635" y="5805"/>
                    <a:pt x="801" y="5805"/>
                  </a:cubicBezTo>
                  <a:cubicBezTo>
                    <a:pt x="1002" y="5805"/>
                    <a:pt x="1235" y="5738"/>
                    <a:pt x="1402" y="5605"/>
                  </a:cubicBezTo>
                  <a:cubicBezTo>
                    <a:pt x="1669" y="5471"/>
                    <a:pt x="1869" y="5305"/>
                    <a:pt x="2036" y="5105"/>
                  </a:cubicBezTo>
                  <a:cubicBezTo>
                    <a:pt x="2202" y="4871"/>
                    <a:pt x="2369" y="4638"/>
                    <a:pt x="2469" y="4404"/>
                  </a:cubicBezTo>
                  <a:cubicBezTo>
                    <a:pt x="2569" y="4137"/>
                    <a:pt x="2669" y="3870"/>
                    <a:pt x="2736" y="3603"/>
                  </a:cubicBezTo>
                  <a:cubicBezTo>
                    <a:pt x="2769" y="3337"/>
                    <a:pt x="2803" y="3036"/>
                    <a:pt x="2836" y="2770"/>
                  </a:cubicBezTo>
                  <a:lnTo>
                    <a:pt x="2836" y="2102"/>
                  </a:lnTo>
                  <a:lnTo>
                    <a:pt x="2836" y="1435"/>
                  </a:lnTo>
                  <a:cubicBezTo>
                    <a:pt x="2803" y="1168"/>
                    <a:pt x="2769" y="935"/>
                    <a:pt x="2736" y="701"/>
                  </a:cubicBezTo>
                  <a:cubicBezTo>
                    <a:pt x="2669" y="535"/>
                    <a:pt x="2603" y="334"/>
                    <a:pt x="2469" y="201"/>
                  </a:cubicBezTo>
                  <a:cubicBezTo>
                    <a:pt x="2336" y="101"/>
                    <a:pt x="2202" y="34"/>
                    <a:pt x="20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41;p75">
              <a:extLst>
                <a:ext uri="{FF2B5EF4-FFF2-40B4-BE49-F238E27FC236}">
                  <a16:creationId xmlns:a16="http://schemas.microsoft.com/office/drawing/2014/main" id="{8BAB797D-610F-ED18-543F-4ECD927C4EA3}"/>
                </a:ext>
              </a:extLst>
            </p:cNvPr>
            <p:cNvSpPr/>
            <p:nvPr/>
          </p:nvSpPr>
          <p:spPr>
            <a:xfrm>
              <a:off x="4315750" y="1785050"/>
              <a:ext cx="42550" cy="60900"/>
            </a:xfrm>
            <a:custGeom>
              <a:avLst/>
              <a:gdLst/>
              <a:ahLst/>
              <a:cxnLst/>
              <a:rect l="l" t="t" r="r" b="b"/>
              <a:pathLst>
                <a:path w="1702" h="2436" extrusionOk="0">
                  <a:moveTo>
                    <a:pt x="868" y="1"/>
                  </a:moveTo>
                  <a:lnTo>
                    <a:pt x="1" y="2436"/>
                  </a:lnTo>
                  <a:lnTo>
                    <a:pt x="1" y="2436"/>
                  </a:lnTo>
                  <a:lnTo>
                    <a:pt x="1702" y="14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42;p75">
              <a:extLst>
                <a:ext uri="{FF2B5EF4-FFF2-40B4-BE49-F238E27FC236}">
                  <a16:creationId xmlns:a16="http://schemas.microsoft.com/office/drawing/2014/main" id="{9F387A6E-3D01-8754-BAEC-65BED8B5BDBC}"/>
                </a:ext>
              </a:extLst>
            </p:cNvPr>
            <p:cNvSpPr/>
            <p:nvPr/>
          </p:nvSpPr>
          <p:spPr>
            <a:xfrm>
              <a:off x="2191725" y="1730600"/>
              <a:ext cx="1194225" cy="1474925"/>
            </a:xfrm>
            <a:custGeom>
              <a:avLst/>
              <a:gdLst/>
              <a:ahLst/>
              <a:cxnLst/>
              <a:rect l="l" t="t" r="r" b="b"/>
              <a:pathLst>
                <a:path w="47769" h="58997" extrusionOk="0">
                  <a:moveTo>
                    <a:pt x="47196" y="0"/>
                  </a:moveTo>
                  <a:cubicBezTo>
                    <a:pt x="47057" y="0"/>
                    <a:pt x="46900" y="46"/>
                    <a:pt x="46734" y="144"/>
                  </a:cubicBezTo>
                  <a:lnTo>
                    <a:pt x="1035" y="26496"/>
                  </a:lnTo>
                  <a:cubicBezTo>
                    <a:pt x="435" y="26896"/>
                    <a:pt x="34" y="27563"/>
                    <a:pt x="1" y="28331"/>
                  </a:cubicBezTo>
                  <a:lnTo>
                    <a:pt x="1" y="58252"/>
                  </a:lnTo>
                  <a:cubicBezTo>
                    <a:pt x="1" y="58724"/>
                    <a:pt x="235" y="58996"/>
                    <a:pt x="573" y="58996"/>
                  </a:cubicBezTo>
                  <a:cubicBezTo>
                    <a:pt x="712" y="58996"/>
                    <a:pt x="869" y="58950"/>
                    <a:pt x="1035" y="58853"/>
                  </a:cubicBezTo>
                  <a:lnTo>
                    <a:pt x="46734" y="32500"/>
                  </a:lnTo>
                  <a:cubicBezTo>
                    <a:pt x="47335" y="32100"/>
                    <a:pt x="47735" y="31400"/>
                    <a:pt x="47768" y="30666"/>
                  </a:cubicBezTo>
                  <a:lnTo>
                    <a:pt x="47768" y="744"/>
                  </a:lnTo>
                  <a:cubicBezTo>
                    <a:pt x="47768" y="272"/>
                    <a:pt x="47534" y="0"/>
                    <a:pt x="4719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43;p75">
              <a:extLst>
                <a:ext uri="{FF2B5EF4-FFF2-40B4-BE49-F238E27FC236}">
                  <a16:creationId xmlns:a16="http://schemas.microsoft.com/office/drawing/2014/main" id="{CCCDCC7D-274F-2A99-F1DD-3653D5B8E245}"/>
                </a:ext>
              </a:extLst>
            </p:cNvPr>
            <p:cNvSpPr/>
            <p:nvPr/>
          </p:nvSpPr>
          <p:spPr>
            <a:xfrm>
              <a:off x="2318500" y="2379875"/>
              <a:ext cx="381125" cy="507775"/>
            </a:xfrm>
            <a:custGeom>
              <a:avLst/>
              <a:gdLst/>
              <a:ahLst/>
              <a:cxnLst/>
              <a:rect l="l" t="t" r="r" b="b"/>
              <a:pathLst>
                <a:path w="15245" h="20311" extrusionOk="0">
                  <a:moveTo>
                    <a:pt x="14960" y="1"/>
                  </a:moveTo>
                  <a:cubicBezTo>
                    <a:pt x="14894" y="1"/>
                    <a:pt x="14820" y="20"/>
                    <a:pt x="14744" y="58"/>
                  </a:cubicBezTo>
                  <a:lnTo>
                    <a:pt x="501" y="8297"/>
                  </a:lnTo>
                  <a:cubicBezTo>
                    <a:pt x="200" y="8464"/>
                    <a:pt x="34" y="8798"/>
                    <a:pt x="0" y="9165"/>
                  </a:cubicBezTo>
                  <a:lnTo>
                    <a:pt x="0" y="19939"/>
                  </a:lnTo>
                  <a:cubicBezTo>
                    <a:pt x="0" y="20175"/>
                    <a:pt x="117" y="20311"/>
                    <a:pt x="280" y="20311"/>
                  </a:cubicBezTo>
                  <a:cubicBezTo>
                    <a:pt x="348" y="20311"/>
                    <a:pt x="423" y="20288"/>
                    <a:pt x="501" y="20239"/>
                  </a:cubicBezTo>
                  <a:lnTo>
                    <a:pt x="14744" y="12000"/>
                  </a:lnTo>
                  <a:cubicBezTo>
                    <a:pt x="15044" y="11800"/>
                    <a:pt x="15211" y="11500"/>
                    <a:pt x="15244" y="11133"/>
                  </a:cubicBezTo>
                  <a:lnTo>
                    <a:pt x="15244" y="358"/>
                  </a:lnTo>
                  <a:cubicBezTo>
                    <a:pt x="15244" y="120"/>
                    <a:pt x="15125" y="1"/>
                    <a:pt x="1496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44;p75">
              <a:extLst>
                <a:ext uri="{FF2B5EF4-FFF2-40B4-BE49-F238E27FC236}">
                  <a16:creationId xmlns:a16="http://schemas.microsoft.com/office/drawing/2014/main" id="{5749C0B4-9439-EC30-3C9D-10252445BF58}"/>
                </a:ext>
              </a:extLst>
            </p:cNvPr>
            <p:cNvSpPr/>
            <p:nvPr/>
          </p:nvSpPr>
          <p:spPr>
            <a:xfrm>
              <a:off x="2318500" y="2417175"/>
              <a:ext cx="381125" cy="306900"/>
            </a:xfrm>
            <a:custGeom>
              <a:avLst/>
              <a:gdLst/>
              <a:ahLst/>
              <a:cxnLst/>
              <a:rect l="l" t="t" r="r" b="b"/>
              <a:pathLst>
                <a:path w="15245" h="12276" extrusionOk="0">
                  <a:moveTo>
                    <a:pt x="15244" y="0"/>
                  </a:moveTo>
                  <a:lnTo>
                    <a:pt x="0" y="8807"/>
                  </a:lnTo>
                  <a:lnTo>
                    <a:pt x="0" y="12276"/>
                  </a:lnTo>
                  <a:lnTo>
                    <a:pt x="15244" y="3470"/>
                  </a:lnTo>
                  <a:lnTo>
                    <a:pt x="1524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4145;p75">
              <a:extLst>
                <a:ext uri="{FF2B5EF4-FFF2-40B4-BE49-F238E27FC236}">
                  <a16:creationId xmlns:a16="http://schemas.microsoft.com/office/drawing/2014/main" id="{8D73601B-8029-02ED-44F8-E6CFA52E01C0}"/>
                </a:ext>
              </a:extLst>
            </p:cNvPr>
            <p:cNvSpPr/>
            <p:nvPr/>
          </p:nvSpPr>
          <p:spPr>
            <a:xfrm>
              <a:off x="2628725" y="2612000"/>
              <a:ext cx="45050" cy="66900"/>
            </a:xfrm>
            <a:custGeom>
              <a:avLst/>
              <a:gdLst/>
              <a:ahLst/>
              <a:cxnLst/>
              <a:rect l="l" t="t" r="r" b="b"/>
              <a:pathLst>
                <a:path w="1802" h="2676" extrusionOk="0">
                  <a:moveTo>
                    <a:pt x="1703" y="0"/>
                  </a:moveTo>
                  <a:cubicBezTo>
                    <a:pt x="1683" y="0"/>
                    <a:pt x="1660" y="5"/>
                    <a:pt x="1635" y="13"/>
                  </a:cubicBezTo>
                  <a:lnTo>
                    <a:pt x="167" y="880"/>
                  </a:lnTo>
                  <a:cubicBezTo>
                    <a:pt x="67" y="947"/>
                    <a:pt x="0" y="1047"/>
                    <a:pt x="0" y="1147"/>
                  </a:cubicBezTo>
                  <a:lnTo>
                    <a:pt x="0" y="2548"/>
                  </a:lnTo>
                  <a:cubicBezTo>
                    <a:pt x="0" y="2620"/>
                    <a:pt x="35" y="2675"/>
                    <a:pt x="92" y="2675"/>
                  </a:cubicBezTo>
                  <a:cubicBezTo>
                    <a:pt x="114" y="2675"/>
                    <a:pt x="139" y="2667"/>
                    <a:pt x="167" y="2648"/>
                  </a:cubicBezTo>
                  <a:lnTo>
                    <a:pt x="1635" y="1781"/>
                  </a:lnTo>
                  <a:cubicBezTo>
                    <a:pt x="1735" y="1748"/>
                    <a:pt x="1801" y="1614"/>
                    <a:pt x="1801" y="1514"/>
                  </a:cubicBezTo>
                  <a:lnTo>
                    <a:pt x="1801" y="113"/>
                  </a:lnTo>
                  <a:cubicBezTo>
                    <a:pt x="1801" y="38"/>
                    <a:pt x="1764" y="0"/>
                    <a:pt x="17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4146;p75">
              <a:extLst>
                <a:ext uri="{FF2B5EF4-FFF2-40B4-BE49-F238E27FC236}">
                  <a16:creationId xmlns:a16="http://schemas.microsoft.com/office/drawing/2014/main" id="{803B2C93-EF2E-E191-6A34-D38B672BBF03}"/>
                </a:ext>
              </a:extLst>
            </p:cNvPr>
            <p:cNvSpPr/>
            <p:nvPr/>
          </p:nvSpPr>
          <p:spPr>
            <a:xfrm>
              <a:off x="2620375" y="2618150"/>
              <a:ext cx="61725" cy="37550"/>
            </a:xfrm>
            <a:custGeom>
              <a:avLst/>
              <a:gdLst/>
              <a:ahLst/>
              <a:cxnLst/>
              <a:rect l="l" t="t" r="r" b="b"/>
              <a:pathLst>
                <a:path w="2469" h="1502" extrusionOk="0">
                  <a:moveTo>
                    <a:pt x="2469" y="0"/>
                  </a:moveTo>
                  <a:lnTo>
                    <a:pt x="34" y="1401"/>
                  </a:lnTo>
                  <a:lnTo>
                    <a:pt x="1" y="1502"/>
                  </a:lnTo>
                  <a:lnTo>
                    <a:pt x="2436" y="101"/>
                  </a:lnTo>
                  <a:lnTo>
                    <a:pt x="2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4147;p75">
              <a:extLst>
                <a:ext uri="{FF2B5EF4-FFF2-40B4-BE49-F238E27FC236}">
                  <a16:creationId xmlns:a16="http://schemas.microsoft.com/office/drawing/2014/main" id="{3A87BF66-12AE-3447-4FD5-819802CAE50E}"/>
                </a:ext>
              </a:extLst>
            </p:cNvPr>
            <p:cNvSpPr/>
            <p:nvPr/>
          </p:nvSpPr>
          <p:spPr>
            <a:xfrm>
              <a:off x="2657075" y="2631500"/>
              <a:ext cx="2525" cy="20025"/>
            </a:xfrm>
            <a:custGeom>
              <a:avLst/>
              <a:gdLst/>
              <a:ahLst/>
              <a:cxnLst/>
              <a:rect l="l" t="t" r="r" b="b"/>
              <a:pathLst>
                <a:path w="101" h="801" extrusionOk="0">
                  <a:moveTo>
                    <a:pt x="100" y="0"/>
                  </a:moveTo>
                  <a:lnTo>
                    <a:pt x="0" y="100"/>
                  </a:lnTo>
                  <a:lnTo>
                    <a:pt x="0" y="801"/>
                  </a:lnTo>
                  <a:lnTo>
                    <a:pt x="100" y="734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4148;p75">
              <a:extLst>
                <a:ext uri="{FF2B5EF4-FFF2-40B4-BE49-F238E27FC236}">
                  <a16:creationId xmlns:a16="http://schemas.microsoft.com/office/drawing/2014/main" id="{0DC73D2A-D817-2975-0F00-3ABF82B48E32}"/>
                </a:ext>
              </a:extLst>
            </p:cNvPr>
            <p:cNvSpPr/>
            <p:nvPr/>
          </p:nvSpPr>
          <p:spPr>
            <a:xfrm>
              <a:off x="2643725" y="2639825"/>
              <a:ext cx="1700" cy="20050"/>
            </a:xfrm>
            <a:custGeom>
              <a:avLst/>
              <a:gdLst/>
              <a:ahLst/>
              <a:cxnLst/>
              <a:rect l="l" t="t" r="r" b="b"/>
              <a:pathLst>
                <a:path w="68" h="802" extrusionOk="0">
                  <a:moveTo>
                    <a:pt x="67" y="1"/>
                  </a:moveTo>
                  <a:lnTo>
                    <a:pt x="1" y="101"/>
                  </a:lnTo>
                  <a:lnTo>
                    <a:pt x="1" y="801"/>
                  </a:lnTo>
                  <a:lnTo>
                    <a:pt x="67" y="735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4149;p75">
              <a:extLst>
                <a:ext uri="{FF2B5EF4-FFF2-40B4-BE49-F238E27FC236}">
                  <a16:creationId xmlns:a16="http://schemas.microsoft.com/office/drawing/2014/main" id="{2C9C187E-AE39-8E52-E8CA-561CE7653FE9}"/>
                </a:ext>
              </a:extLst>
            </p:cNvPr>
            <p:cNvSpPr/>
            <p:nvPr/>
          </p:nvSpPr>
          <p:spPr>
            <a:xfrm>
              <a:off x="2620375" y="2635650"/>
              <a:ext cx="61725" cy="38400"/>
            </a:xfrm>
            <a:custGeom>
              <a:avLst/>
              <a:gdLst/>
              <a:ahLst/>
              <a:cxnLst/>
              <a:rect l="l" t="t" r="r" b="b"/>
              <a:pathLst>
                <a:path w="2469" h="1536" extrusionOk="0">
                  <a:moveTo>
                    <a:pt x="2469" y="1"/>
                  </a:moveTo>
                  <a:lnTo>
                    <a:pt x="34" y="1402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436" y="134"/>
                  </a:lnTo>
                  <a:lnTo>
                    <a:pt x="24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4150;p75">
              <a:extLst>
                <a:ext uri="{FF2B5EF4-FFF2-40B4-BE49-F238E27FC236}">
                  <a16:creationId xmlns:a16="http://schemas.microsoft.com/office/drawing/2014/main" id="{FF732822-44E9-2D03-B075-9DEA625EBB5B}"/>
                </a:ext>
              </a:extLst>
            </p:cNvPr>
            <p:cNvSpPr/>
            <p:nvPr/>
          </p:nvSpPr>
          <p:spPr>
            <a:xfrm>
              <a:off x="2354350" y="2573825"/>
              <a:ext cx="122625" cy="93825"/>
            </a:xfrm>
            <a:custGeom>
              <a:avLst/>
              <a:gdLst/>
              <a:ahLst/>
              <a:cxnLst/>
              <a:rect l="l" t="t" r="r" b="b"/>
              <a:pathLst>
                <a:path w="4905" h="3753" extrusionOk="0">
                  <a:moveTo>
                    <a:pt x="4671" y="0"/>
                  </a:moveTo>
                  <a:cubicBezTo>
                    <a:pt x="4621" y="0"/>
                    <a:pt x="4565" y="13"/>
                    <a:pt x="4504" y="39"/>
                  </a:cubicBezTo>
                  <a:lnTo>
                    <a:pt x="401" y="2407"/>
                  </a:lnTo>
                  <a:cubicBezTo>
                    <a:pt x="167" y="2574"/>
                    <a:pt x="34" y="2841"/>
                    <a:pt x="1" y="3108"/>
                  </a:cubicBezTo>
                  <a:lnTo>
                    <a:pt x="1" y="3475"/>
                  </a:lnTo>
                  <a:cubicBezTo>
                    <a:pt x="1" y="3664"/>
                    <a:pt x="101" y="3752"/>
                    <a:pt x="231" y="3752"/>
                  </a:cubicBezTo>
                  <a:cubicBezTo>
                    <a:pt x="284" y="3752"/>
                    <a:pt x="343" y="3737"/>
                    <a:pt x="401" y="3708"/>
                  </a:cubicBezTo>
                  <a:lnTo>
                    <a:pt x="4504" y="1340"/>
                  </a:lnTo>
                  <a:cubicBezTo>
                    <a:pt x="4737" y="1173"/>
                    <a:pt x="4871" y="940"/>
                    <a:pt x="4904" y="639"/>
                  </a:cubicBezTo>
                  <a:lnTo>
                    <a:pt x="4904" y="272"/>
                  </a:lnTo>
                  <a:cubicBezTo>
                    <a:pt x="4904" y="100"/>
                    <a:pt x="4813" y="0"/>
                    <a:pt x="467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4151;p75">
              <a:extLst>
                <a:ext uri="{FF2B5EF4-FFF2-40B4-BE49-F238E27FC236}">
                  <a16:creationId xmlns:a16="http://schemas.microsoft.com/office/drawing/2014/main" id="{9914EDED-E87D-132E-343E-7F98AA053394}"/>
                </a:ext>
              </a:extLst>
            </p:cNvPr>
            <p:cNvSpPr/>
            <p:nvPr/>
          </p:nvSpPr>
          <p:spPr>
            <a:xfrm>
              <a:off x="2350175" y="2729600"/>
              <a:ext cx="7550" cy="24350"/>
            </a:xfrm>
            <a:custGeom>
              <a:avLst/>
              <a:gdLst/>
              <a:ahLst/>
              <a:cxnLst/>
              <a:rect l="l" t="t" r="r" b="b"/>
              <a:pathLst>
                <a:path w="302" h="974" extrusionOk="0">
                  <a:moveTo>
                    <a:pt x="214" y="0"/>
                  </a:moveTo>
                  <a:cubicBezTo>
                    <a:pt x="199" y="0"/>
                    <a:pt x="183" y="4"/>
                    <a:pt x="168" y="12"/>
                  </a:cubicBezTo>
                  <a:lnTo>
                    <a:pt x="134" y="12"/>
                  </a:lnTo>
                  <a:cubicBezTo>
                    <a:pt x="34" y="79"/>
                    <a:pt x="1" y="179"/>
                    <a:pt x="1" y="279"/>
                  </a:cubicBezTo>
                  <a:lnTo>
                    <a:pt x="1" y="846"/>
                  </a:lnTo>
                  <a:cubicBezTo>
                    <a:pt x="1" y="918"/>
                    <a:pt x="35" y="973"/>
                    <a:pt x="80" y="973"/>
                  </a:cubicBezTo>
                  <a:cubicBezTo>
                    <a:pt x="97" y="973"/>
                    <a:pt x="116" y="965"/>
                    <a:pt x="134" y="946"/>
                  </a:cubicBezTo>
                  <a:lnTo>
                    <a:pt x="168" y="946"/>
                  </a:lnTo>
                  <a:cubicBezTo>
                    <a:pt x="234" y="913"/>
                    <a:pt x="301" y="780"/>
                    <a:pt x="301" y="679"/>
                  </a:cubicBezTo>
                  <a:lnTo>
                    <a:pt x="301" y="146"/>
                  </a:lnTo>
                  <a:cubicBezTo>
                    <a:pt x="301" y="44"/>
                    <a:pt x="262" y="0"/>
                    <a:pt x="2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4152;p75">
              <a:extLst>
                <a:ext uri="{FF2B5EF4-FFF2-40B4-BE49-F238E27FC236}">
                  <a16:creationId xmlns:a16="http://schemas.microsoft.com/office/drawing/2014/main" id="{0356FCD4-1845-66A5-F25D-1D5DDDDC1322}"/>
                </a:ext>
              </a:extLst>
            </p:cNvPr>
            <p:cNvSpPr/>
            <p:nvPr/>
          </p:nvSpPr>
          <p:spPr>
            <a:xfrm>
              <a:off x="2368525" y="2719225"/>
              <a:ext cx="7525" cy="24350"/>
            </a:xfrm>
            <a:custGeom>
              <a:avLst/>
              <a:gdLst/>
              <a:ahLst/>
              <a:cxnLst/>
              <a:rect l="l" t="t" r="r" b="b"/>
              <a:pathLst>
                <a:path w="301" h="974" extrusionOk="0">
                  <a:moveTo>
                    <a:pt x="222" y="0"/>
                  </a:moveTo>
                  <a:cubicBezTo>
                    <a:pt x="205" y="0"/>
                    <a:pt x="186" y="8"/>
                    <a:pt x="167" y="27"/>
                  </a:cubicBezTo>
                  <a:lnTo>
                    <a:pt x="134" y="27"/>
                  </a:lnTo>
                  <a:cubicBezTo>
                    <a:pt x="67" y="94"/>
                    <a:pt x="1" y="194"/>
                    <a:pt x="1" y="294"/>
                  </a:cubicBezTo>
                  <a:lnTo>
                    <a:pt x="1" y="861"/>
                  </a:lnTo>
                  <a:cubicBezTo>
                    <a:pt x="1" y="936"/>
                    <a:pt x="38" y="974"/>
                    <a:pt x="99" y="974"/>
                  </a:cubicBezTo>
                  <a:cubicBezTo>
                    <a:pt x="119" y="974"/>
                    <a:pt x="142" y="969"/>
                    <a:pt x="167" y="961"/>
                  </a:cubicBezTo>
                  <a:cubicBezTo>
                    <a:pt x="234" y="894"/>
                    <a:pt x="301" y="794"/>
                    <a:pt x="301" y="694"/>
                  </a:cubicBezTo>
                  <a:lnTo>
                    <a:pt x="301" y="127"/>
                  </a:lnTo>
                  <a:cubicBezTo>
                    <a:pt x="301" y="55"/>
                    <a:pt x="266" y="0"/>
                    <a:pt x="2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4153;p75">
              <a:extLst>
                <a:ext uri="{FF2B5EF4-FFF2-40B4-BE49-F238E27FC236}">
                  <a16:creationId xmlns:a16="http://schemas.microsoft.com/office/drawing/2014/main" id="{1A9F2D2B-F6D1-3A89-AAA9-C4A3FE8C8599}"/>
                </a:ext>
              </a:extLst>
            </p:cNvPr>
            <p:cNvSpPr/>
            <p:nvPr/>
          </p:nvSpPr>
          <p:spPr>
            <a:xfrm>
              <a:off x="2386875" y="2708375"/>
              <a:ext cx="7525" cy="24350"/>
            </a:xfrm>
            <a:custGeom>
              <a:avLst/>
              <a:gdLst/>
              <a:ahLst/>
              <a:cxnLst/>
              <a:rect l="l" t="t" r="r" b="b"/>
              <a:pathLst>
                <a:path w="301" h="974" extrusionOk="0">
                  <a:moveTo>
                    <a:pt x="222" y="1"/>
                  </a:moveTo>
                  <a:cubicBezTo>
                    <a:pt x="205" y="1"/>
                    <a:pt x="186" y="9"/>
                    <a:pt x="167" y="27"/>
                  </a:cubicBezTo>
                  <a:lnTo>
                    <a:pt x="134" y="27"/>
                  </a:lnTo>
                  <a:cubicBezTo>
                    <a:pt x="67" y="94"/>
                    <a:pt x="1" y="194"/>
                    <a:pt x="34" y="294"/>
                  </a:cubicBezTo>
                  <a:lnTo>
                    <a:pt x="34" y="861"/>
                  </a:lnTo>
                  <a:cubicBezTo>
                    <a:pt x="34" y="936"/>
                    <a:pt x="71" y="974"/>
                    <a:pt x="118" y="974"/>
                  </a:cubicBezTo>
                  <a:cubicBezTo>
                    <a:pt x="134" y="974"/>
                    <a:pt x="151" y="970"/>
                    <a:pt x="167" y="961"/>
                  </a:cubicBezTo>
                  <a:cubicBezTo>
                    <a:pt x="267" y="895"/>
                    <a:pt x="301" y="795"/>
                    <a:pt x="301" y="661"/>
                  </a:cubicBezTo>
                  <a:lnTo>
                    <a:pt x="301" y="127"/>
                  </a:lnTo>
                  <a:cubicBezTo>
                    <a:pt x="301" y="55"/>
                    <a:pt x="266" y="1"/>
                    <a:pt x="2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4154;p75">
              <a:extLst>
                <a:ext uri="{FF2B5EF4-FFF2-40B4-BE49-F238E27FC236}">
                  <a16:creationId xmlns:a16="http://schemas.microsoft.com/office/drawing/2014/main" id="{9794C9BF-4966-B49D-EBF4-A610E6FAF8CD}"/>
                </a:ext>
              </a:extLst>
            </p:cNvPr>
            <p:cNvSpPr/>
            <p:nvPr/>
          </p:nvSpPr>
          <p:spPr>
            <a:xfrm>
              <a:off x="2406050" y="2697900"/>
              <a:ext cx="6700" cy="24350"/>
            </a:xfrm>
            <a:custGeom>
              <a:avLst/>
              <a:gdLst/>
              <a:ahLst/>
              <a:cxnLst/>
              <a:rect l="l" t="t" r="r" b="b"/>
              <a:pathLst>
                <a:path w="268" h="974" extrusionOk="0">
                  <a:moveTo>
                    <a:pt x="197" y="0"/>
                  </a:moveTo>
                  <a:cubicBezTo>
                    <a:pt x="180" y="0"/>
                    <a:pt x="159" y="4"/>
                    <a:pt x="134" y="13"/>
                  </a:cubicBezTo>
                  <a:lnTo>
                    <a:pt x="101" y="13"/>
                  </a:lnTo>
                  <a:cubicBezTo>
                    <a:pt x="34" y="79"/>
                    <a:pt x="1" y="180"/>
                    <a:pt x="1" y="280"/>
                  </a:cubicBezTo>
                  <a:lnTo>
                    <a:pt x="1" y="847"/>
                  </a:lnTo>
                  <a:cubicBezTo>
                    <a:pt x="1" y="919"/>
                    <a:pt x="35" y="974"/>
                    <a:pt x="80" y="974"/>
                  </a:cubicBezTo>
                  <a:cubicBezTo>
                    <a:pt x="97" y="974"/>
                    <a:pt x="116" y="965"/>
                    <a:pt x="134" y="947"/>
                  </a:cubicBezTo>
                  <a:cubicBezTo>
                    <a:pt x="234" y="880"/>
                    <a:pt x="268" y="780"/>
                    <a:pt x="268" y="680"/>
                  </a:cubicBezTo>
                  <a:lnTo>
                    <a:pt x="268" y="113"/>
                  </a:lnTo>
                  <a:cubicBezTo>
                    <a:pt x="268" y="38"/>
                    <a:pt x="249" y="0"/>
                    <a:pt x="19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4155;p75">
              <a:extLst>
                <a:ext uri="{FF2B5EF4-FFF2-40B4-BE49-F238E27FC236}">
                  <a16:creationId xmlns:a16="http://schemas.microsoft.com/office/drawing/2014/main" id="{49445504-A2FC-E6D0-D47A-A57B13C44F5D}"/>
                </a:ext>
              </a:extLst>
            </p:cNvPr>
            <p:cNvSpPr/>
            <p:nvPr/>
          </p:nvSpPr>
          <p:spPr>
            <a:xfrm>
              <a:off x="2436075" y="2680025"/>
              <a:ext cx="8375" cy="24350"/>
            </a:xfrm>
            <a:custGeom>
              <a:avLst/>
              <a:gdLst/>
              <a:ahLst/>
              <a:cxnLst/>
              <a:rect l="l" t="t" r="r" b="b"/>
              <a:pathLst>
                <a:path w="335" h="974" extrusionOk="0">
                  <a:moveTo>
                    <a:pt x="243" y="0"/>
                  </a:moveTo>
                  <a:cubicBezTo>
                    <a:pt x="221" y="0"/>
                    <a:pt x="195" y="9"/>
                    <a:pt x="167" y="27"/>
                  </a:cubicBezTo>
                  <a:cubicBezTo>
                    <a:pt x="67" y="61"/>
                    <a:pt x="1" y="194"/>
                    <a:pt x="1" y="294"/>
                  </a:cubicBezTo>
                  <a:lnTo>
                    <a:pt x="1" y="861"/>
                  </a:lnTo>
                  <a:cubicBezTo>
                    <a:pt x="1" y="936"/>
                    <a:pt x="38" y="974"/>
                    <a:pt x="99" y="974"/>
                  </a:cubicBezTo>
                  <a:cubicBezTo>
                    <a:pt x="119" y="974"/>
                    <a:pt x="142" y="970"/>
                    <a:pt x="167" y="961"/>
                  </a:cubicBezTo>
                  <a:cubicBezTo>
                    <a:pt x="267" y="895"/>
                    <a:pt x="334" y="794"/>
                    <a:pt x="334" y="661"/>
                  </a:cubicBezTo>
                  <a:lnTo>
                    <a:pt x="334" y="127"/>
                  </a:lnTo>
                  <a:cubicBezTo>
                    <a:pt x="334" y="55"/>
                    <a:pt x="300" y="0"/>
                    <a:pt x="24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4156;p75">
              <a:extLst>
                <a:ext uri="{FF2B5EF4-FFF2-40B4-BE49-F238E27FC236}">
                  <a16:creationId xmlns:a16="http://schemas.microsoft.com/office/drawing/2014/main" id="{D23A334B-52C8-CBEA-5A44-7AB5077C5A8C}"/>
                </a:ext>
              </a:extLst>
            </p:cNvPr>
            <p:cNvSpPr/>
            <p:nvPr/>
          </p:nvSpPr>
          <p:spPr>
            <a:xfrm>
              <a:off x="2455250" y="2669175"/>
              <a:ext cx="7550" cy="24375"/>
            </a:xfrm>
            <a:custGeom>
              <a:avLst/>
              <a:gdLst/>
              <a:ahLst/>
              <a:cxnLst/>
              <a:rect l="l" t="t" r="r" b="b"/>
              <a:pathLst>
                <a:path w="302" h="975" extrusionOk="0">
                  <a:moveTo>
                    <a:pt x="210" y="1"/>
                  </a:moveTo>
                  <a:cubicBezTo>
                    <a:pt x="188" y="1"/>
                    <a:pt x="162" y="9"/>
                    <a:pt x="134" y="28"/>
                  </a:cubicBezTo>
                  <a:cubicBezTo>
                    <a:pt x="34" y="94"/>
                    <a:pt x="1" y="194"/>
                    <a:pt x="1" y="294"/>
                  </a:cubicBezTo>
                  <a:lnTo>
                    <a:pt x="1" y="862"/>
                  </a:lnTo>
                  <a:cubicBezTo>
                    <a:pt x="1" y="937"/>
                    <a:pt x="38" y="974"/>
                    <a:pt x="85" y="974"/>
                  </a:cubicBezTo>
                  <a:cubicBezTo>
                    <a:pt x="101" y="974"/>
                    <a:pt x="118" y="970"/>
                    <a:pt x="134" y="962"/>
                  </a:cubicBezTo>
                  <a:cubicBezTo>
                    <a:pt x="234" y="895"/>
                    <a:pt x="301" y="795"/>
                    <a:pt x="301" y="661"/>
                  </a:cubicBezTo>
                  <a:lnTo>
                    <a:pt x="301" y="128"/>
                  </a:lnTo>
                  <a:cubicBezTo>
                    <a:pt x="301" y="56"/>
                    <a:pt x="266" y="1"/>
                    <a:pt x="21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4157;p75">
              <a:extLst>
                <a:ext uri="{FF2B5EF4-FFF2-40B4-BE49-F238E27FC236}">
                  <a16:creationId xmlns:a16="http://schemas.microsoft.com/office/drawing/2014/main" id="{3C1FAD1E-D027-C385-1CA0-9433E0E223FA}"/>
                </a:ext>
              </a:extLst>
            </p:cNvPr>
            <p:cNvSpPr/>
            <p:nvPr/>
          </p:nvSpPr>
          <p:spPr>
            <a:xfrm>
              <a:off x="2473600" y="2658700"/>
              <a:ext cx="7525" cy="24350"/>
            </a:xfrm>
            <a:custGeom>
              <a:avLst/>
              <a:gdLst/>
              <a:ahLst/>
              <a:cxnLst/>
              <a:rect l="l" t="t" r="r" b="b"/>
              <a:pathLst>
                <a:path w="301" h="974" extrusionOk="0">
                  <a:moveTo>
                    <a:pt x="216" y="0"/>
                  </a:moveTo>
                  <a:cubicBezTo>
                    <a:pt x="201" y="0"/>
                    <a:pt x="184" y="5"/>
                    <a:pt x="167" y="13"/>
                  </a:cubicBezTo>
                  <a:lnTo>
                    <a:pt x="134" y="13"/>
                  </a:lnTo>
                  <a:cubicBezTo>
                    <a:pt x="34" y="80"/>
                    <a:pt x="1" y="180"/>
                    <a:pt x="1" y="280"/>
                  </a:cubicBezTo>
                  <a:lnTo>
                    <a:pt x="1" y="847"/>
                  </a:lnTo>
                  <a:cubicBezTo>
                    <a:pt x="1" y="919"/>
                    <a:pt x="35" y="974"/>
                    <a:pt x="92" y="974"/>
                  </a:cubicBezTo>
                  <a:cubicBezTo>
                    <a:pt x="114" y="974"/>
                    <a:pt x="140" y="966"/>
                    <a:pt x="167" y="947"/>
                  </a:cubicBezTo>
                  <a:cubicBezTo>
                    <a:pt x="234" y="880"/>
                    <a:pt x="301" y="780"/>
                    <a:pt x="301" y="680"/>
                  </a:cubicBezTo>
                  <a:lnTo>
                    <a:pt x="301" y="113"/>
                  </a:lnTo>
                  <a:cubicBezTo>
                    <a:pt x="301" y="38"/>
                    <a:pt x="263" y="0"/>
                    <a:pt x="21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4158;p75">
              <a:extLst>
                <a:ext uri="{FF2B5EF4-FFF2-40B4-BE49-F238E27FC236}">
                  <a16:creationId xmlns:a16="http://schemas.microsoft.com/office/drawing/2014/main" id="{B36BCF12-96FA-3FE6-AE05-3E0989B7EB77}"/>
                </a:ext>
              </a:extLst>
            </p:cNvPr>
            <p:cNvSpPr/>
            <p:nvPr/>
          </p:nvSpPr>
          <p:spPr>
            <a:xfrm>
              <a:off x="2491950" y="2647875"/>
              <a:ext cx="7525" cy="24800"/>
            </a:xfrm>
            <a:custGeom>
              <a:avLst/>
              <a:gdLst/>
              <a:ahLst/>
              <a:cxnLst/>
              <a:rect l="l" t="t" r="r" b="b"/>
              <a:pathLst>
                <a:path w="301" h="992" extrusionOk="0">
                  <a:moveTo>
                    <a:pt x="214" y="0"/>
                  </a:moveTo>
                  <a:cubicBezTo>
                    <a:pt x="199" y="0"/>
                    <a:pt x="183" y="4"/>
                    <a:pt x="167" y="12"/>
                  </a:cubicBezTo>
                  <a:lnTo>
                    <a:pt x="134" y="12"/>
                  </a:lnTo>
                  <a:cubicBezTo>
                    <a:pt x="34" y="79"/>
                    <a:pt x="1" y="179"/>
                    <a:pt x="1" y="313"/>
                  </a:cubicBezTo>
                  <a:lnTo>
                    <a:pt x="1" y="846"/>
                  </a:lnTo>
                  <a:cubicBezTo>
                    <a:pt x="1" y="948"/>
                    <a:pt x="39" y="992"/>
                    <a:pt x="88" y="992"/>
                  </a:cubicBezTo>
                  <a:cubicBezTo>
                    <a:pt x="102" y="992"/>
                    <a:pt x="118" y="988"/>
                    <a:pt x="134" y="980"/>
                  </a:cubicBezTo>
                  <a:lnTo>
                    <a:pt x="167" y="980"/>
                  </a:lnTo>
                  <a:cubicBezTo>
                    <a:pt x="234" y="913"/>
                    <a:pt x="301" y="780"/>
                    <a:pt x="301" y="679"/>
                  </a:cubicBezTo>
                  <a:lnTo>
                    <a:pt x="301" y="146"/>
                  </a:lnTo>
                  <a:cubicBezTo>
                    <a:pt x="301" y="44"/>
                    <a:pt x="262" y="0"/>
                    <a:pt x="2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4159;p75">
              <a:extLst>
                <a:ext uri="{FF2B5EF4-FFF2-40B4-BE49-F238E27FC236}">
                  <a16:creationId xmlns:a16="http://schemas.microsoft.com/office/drawing/2014/main" id="{219747B3-BCD7-A149-2D8B-E6C0AFBBCA3B}"/>
                </a:ext>
              </a:extLst>
            </p:cNvPr>
            <p:cNvSpPr/>
            <p:nvPr/>
          </p:nvSpPr>
          <p:spPr>
            <a:xfrm>
              <a:off x="2523650" y="2629975"/>
              <a:ext cx="6675" cy="23525"/>
            </a:xfrm>
            <a:custGeom>
              <a:avLst/>
              <a:gdLst/>
              <a:ahLst/>
              <a:cxnLst/>
              <a:rect l="l" t="t" r="r" b="b"/>
              <a:pathLst>
                <a:path w="267" h="941" extrusionOk="0">
                  <a:moveTo>
                    <a:pt x="188" y="1"/>
                  </a:moveTo>
                  <a:cubicBezTo>
                    <a:pt x="171" y="1"/>
                    <a:pt x="152" y="9"/>
                    <a:pt x="134" y="28"/>
                  </a:cubicBezTo>
                  <a:lnTo>
                    <a:pt x="100" y="28"/>
                  </a:lnTo>
                  <a:cubicBezTo>
                    <a:pt x="33" y="61"/>
                    <a:pt x="0" y="161"/>
                    <a:pt x="0" y="261"/>
                  </a:cubicBezTo>
                  <a:lnTo>
                    <a:pt x="0" y="828"/>
                  </a:lnTo>
                  <a:cubicBezTo>
                    <a:pt x="0" y="903"/>
                    <a:pt x="19" y="941"/>
                    <a:pt x="70" y="941"/>
                  </a:cubicBezTo>
                  <a:cubicBezTo>
                    <a:pt x="88" y="941"/>
                    <a:pt x="109" y="937"/>
                    <a:pt x="134" y="928"/>
                  </a:cubicBezTo>
                  <a:cubicBezTo>
                    <a:pt x="234" y="862"/>
                    <a:pt x="267" y="762"/>
                    <a:pt x="267" y="662"/>
                  </a:cubicBezTo>
                  <a:lnTo>
                    <a:pt x="267" y="128"/>
                  </a:lnTo>
                  <a:cubicBezTo>
                    <a:pt x="267" y="56"/>
                    <a:pt x="232" y="1"/>
                    <a:pt x="18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4160;p75">
              <a:extLst>
                <a:ext uri="{FF2B5EF4-FFF2-40B4-BE49-F238E27FC236}">
                  <a16:creationId xmlns:a16="http://schemas.microsoft.com/office/drawing/2014/main" id="{529EA2AC-052D-B18D-A63F-91AF144B2511}"/>
                </a:ext>
              </a:extLst>
            </p:cNvPr>
            <p:cNvSpPr/>
            <p:nvPr/>
          </p:nvSpPr>
          <p:spPr>
            <a:xfrm>
              <a:off x="2541150" y="2619500"/>
              <a:ext cx="7525" cy="23525"/>
            </a:xfrm>
            <a:custGeom>
              <a:avLst/>
              <a:gdLst/>
              <a:ahLst/>
              <a:cxnLst/>
              <a:rect l="l" t="t" r="r" b="b"/>
              <a:pathLst>
                <a:path w="301" h="941" extrusionOk="0">
                  <a:moveTo>
                    <a:pt x="216" y="1"/>
                  </a:moveTo>
                  <a:cubicBezTo>
                    <a:pt x="201" y="1"/>
                    <a:pt x="184" y="5"/>
                    <a:pt x="167" y="13"/>
                  </a:cubicBezTo>
                  <a:lnTo>
                    <a:pt x="134" y="13"/>
                  </a:lnTo>
                  <a:cubicBezTo>
                    <a:pt x="67" y="80"/>
                    <a:pt x="1" y="147"/>
                    <a:pt x="1" y="280"/>
                  </a:cubicBezTo>
                  <a:lnTo>
                    <a:pt x="1" y="814"/>
                  </a:lnTo>
                  <a:cubicBezTo>
                    <a:pt x="1" y="886"/>
                    <a:pt x="35" y="941"/>
                    <a:pt x="80" y="941"/>
                  </a:cubicBezTo>
                  <a:cubicBezTo>
                    <a:pt x="97" y="941"/>
                    <a:pt x="115" y="932"/>
                    <a:pt x="134" y="914"/>
                  </a:cubicBezTo>
                  <a:lnTo>
                    <a:pt x="167" y="914"/>
                  </a:lnTo>
                  <a:cubicBezTo>
                    <a:pt x="267" y="847"/>
                    <a:pt x="301" y="747"/>
                    <a:pt x="301" y="647"/>
                  </a:cubicBezTo>
                  <a:lnTo>
                    <a:pt x="301" y="113"/>
                  </a:lnTo>
                  <a:cubicBezTo>
                    <a:pt x="301" y="38"/>
                    <a:pt x="263" y="1"/>
                    <a:pt x="21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4161;p75">
              <a:extLst>
                <a:ext uri="{FF2B5EF4-FFF2-40B4-BE49-F238E27FC236}">
                  <a16:creationId xmlns:a16="http://schemas.microsoft.com/office/drawing/2014/main" id="{4DAE3671-4679-ED32-D664-361219DD6BB4}"/>
                </a:ext>
              </a:extLst>
            </p:cNvPr>
            <p:cNvSpPr/>
            <p:nvPr/>
          </p:nvSpPr>
          <p:spPr>
            <a:xfrm>
              <a:off x="2559500" y="2608675"/>
              <a:ext cx="8375" cy="24000"/>
            </a:xfrm>
            <a:custGeom>
              <a:avLst/>
              <a:gdLst/>
              <a:ahLst/>
              <a:cxnLst/>
              <a:rect l="l" t="t" r="r" b="b"/>
              <a:pathLst>
                <a:path w="335" h="960" extrusionOk="0">
                  <a:moveTo>
                    <a:pt x="232" y="1"/>
                  </a:moveTo>
                  <a:cubicBezTo>
                    <a:pt x="213" y="1"/>
                    <a:pt x="191" y="5"/>
                    <a:pt x="167" y="13"/>
                  </a:cubicBezTo>
                  <a:cubicBezTo>
                    <a:pt x="67" y="79"/>
                    <a:pt x="0" y="179"/>
                    <a:pt x="0" y="279"/>
                  </a:cubicBezTo>
                  <a:lnTo>
                    <a:pt x="0" y="846"/>
                  </a:lnTo>
                  <a:cubicBezTo>
                    <a:pt x="0" y="922"/>
                    <a:pt x="38" y="959"/>
                    <a:pt x="99" y="959"/>
                  </a:cubicBezTo>
                  <a:cubicBezTo>
                    <a:pt x="119" y="959"/>
                    <a:pt x="142" y="955"/>
                    <a:pt x="167" y="947"/>
                  </a:cubicBezTo>
                  <a:cubicBezTo>
                    <a:pt x="267" y="880"/>
                    <a:pt x="301" y="780"/>
                    <a:pt x="334" y="680"/>
                  </a:cubicBezTo>
                  <a:lnTo>
                    <a:pt x="334" y="146"/>
                  </a:lnTo>
                  <a:cubicBezTo>
                    <a:pt x="334" y="44"/>
                    <a:pt x="295" y="1"/>
                    <a:pt x="23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4162;p75">
              <a:extLst>
                <a:ext uri="{FF2B5EF4-FFF2-40B4-BE49-F238E27FC236}">
                  <a16:creationId xmlns:a16="http://schemas.microsoft.com/office/drawing/2014/main" id="{45571F1C-6325-A240-9454-3C85BC7014E6}"/>
                </a:ext>
              </a:extLst>
            </p:cNvPr>
            <p:cNvSpPr/>
            <p:nvPr/>
          </p:nvSpPr>
          <p:spPr>
            <a:xfrm>
              <a:off x="2577850" y="2598300"/>
              <a:ext cx="8350" cy="23875"/>
            </a:xfrm>
            <a:custGeom>
              <a:avLst/>
              <a:gdLst/>
              <a:ahLst/>
              <a:cxnLst/>
              <a:rect l="l" t="t" r="r" b="b"/>
              <a:pathLst>
                <a:path w="334" h="955" extrusionOk="0">
                  <a:moveTo>
                    <a:pt x="242" y="0"/>
                  </a:moveTo>
                  <a:cubicBezTo>
                    <a:pt x="220" y="0"/>
                    <a:pt x="195" y="9"/>
                    <a:pt x="167" y="27"/>
                  </a:cubicBezTo>
                  <a:cubicBezTo>
                    <a:pt x="67" y="61"/>
                    <a:pt x="0" y="161"/>
                    <a:pt x="0" y="294"/>
                  </a:cubicBezTo>
                  <a:lnTo>
                    <a:pt x="0" y="828"/>
                  </a:lnTo>
                  <a:cubicBezTo>
                    <a:pt x="0" y="900"/>
                    <a:pt x="35" y="955"/>
                    <a:pt x="92" y="955"/>
                  </a:cubicBezTo>
                  <a:cubicBezTo>
                    <a:pt x="114" y="955"/>
                    <a:pt x="139" y="947"/>
                    <a:pt x="167" y="928"/>
                  </a:cubicBezTo>
                  <a:cubicBezTo>
                    <a:pt x="267" y="861"/>
                    <a:pt x="334" y="761"/>
                    <a:pt x="334" y="661"/>
                  </a:cubicBezTo>
                  <a:lnTo>
                    <a:pt x="334" y="127"/>
                  </a:lnTo>
                  <a:cubicBezTo>
                    <a:pt x="334" y="55"/>
                    <a:pt x="299" y="0"/>
                    <a:pt x="24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4163;p75">
              <a:extLst>
                <a:ext uri="{FF2B5EF4-FFF2-40B4-BE49-F238E27FC236}">
                  <a16:creationId xmlns:a16="http://schemas.microsoft.com/office/drawing/2014/main" id="{0BC5B266-163A-089A-ADB8-C330C6DC7321}"/>
                </a:ext>
              </a:extLst>
            </p:cNvPr>
            <p:cNvSpPr/>
            <p:nvPr/>
          </p:nvSpPr>
          <p:spPr>
            <a:xfrm>
              <a:off x="2609525" y="2579950"/>
              <a:ext cx="7550" cy="24350"/>
            </a:xfrm>
            <a:custGeom>
              <a:avLst/>
              <a:gdLst/>
              <a:ahLst/>
              <a:cxnLst/>
              <a:rect l="l" t="t" r="r" b="b"/>
              <a:pathLst>
                <a:path w="302" h="974" extrusionOk="0">
                  <a:moveTo>
                    <a:pt x="222" y="1"/>
                  </a:moveTo>
                  <a:cubicBezTo>
                    <a:pt x="205" y="1"/>
                    <a:pt x="186" y="9"/>
                    <a:pt x="168" y="27"/>
                  </a:cubicBezTo>
                  <a:lnTo>
                    <a:pt x="134" y="27"/>
                  </a:lnTo>
                  <a:cubicBezTo>
                    <a:pt x="34" y="94"/>
                    <a:pt x="1" y="194"/>
                    <a:pt x="1" y="294"/>
                  </a:cubicBezTo>
                  <a:lnTo>
                    <a:pt x="1" y="861"/>
                  </a:lnTo>
                  <a:cubicBezTo>
                    <a:pt x="1" y="936"/>
                    <a:pt x="20" y="974"/>
                    <a:pt x="71" y="974"/>
                  </a:cubicBezTo>
                  <a:cubicBezTo>
                    <a:pt x="88" y="974"/>
                    <a:pt x="109" y="970"/>
                    <a:pt x="134" y="961"/>
                  </a:cubicBezTo>
                  <a:lnTo>
                    <a:pt x="168" y="961"/>
                  </a:lnTo>
                  <a:cubicBezTo>
                    <a:pt x="234" y="895"/>
                    <a:pt x="301" y="795"/>
                    <a:pt x="301" y="661"/>
                  </a:cubicBezTo>
                  <a:lnTo>
                    <a:pt x="301" y="127"/>
                  </a:lnTo>
                  <a:cubicBezTo>
                    <a:pt x="301" y="55"/>
                    <a:pt x="266" y="1"/>
                    <a:pt x="2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4164;p75">
              <a:extLst>
                <a:ext uri="{FF2B5EF4-FFF2-40B4-BE49-F238E27FC236}">
                  <a16:creationId xmlns:a16="http://schemas.microsoft.com/office/drawing/2014/main" id="{192214ED-4BDE-2568-06F1-7B026C74D6B1}"/>
                </a:ext>
              </a:extLst>
            </p:cNvPr>
            <p:cNvSpPr/>
            <p:nvPr/>
          </p:nvSpPr>
          <p:spPr>
            <a:xfrm>
              <a:off x="2627875" y="2569475"/>
              <a:ext cx="7525" cy="24350"/>
            </a:xfrm>
            <a:custGeom>
              <a:avLst/>
              <a:gdLst/>
              <a:ahLst/>
              <a:cxnLst/>
              <a:rect l="l" t="t" r="r" b="b"/>
              <a:pathLst>
                <a:path w="301" h="974" extrusionOk="0">
                  <a:moveTo>
                    <a:pt x="217" y="0"/>
                  </a:moveTo>
                  <a:cubicBezTo>
                    <a:pt x="201" y="0"/>
                    <a:pt x="184" y="4"/>
                    <a:pt x="168" y="13"/>
                  </a:cubicBezTo>
                  <a:lnTo>
                    <a:pt x="134" y="13"/>
                  </a:lnTo>
                  <a:cubicBezTo>
                    <a:pt x="34" y="79"/>
                    <a:pt x="1" y="180"/>
                    <a:pt x="1" y="280"/>
                  </a:cubicBezTo>
                  <a:lnTo>
                    <a:pt x="1" y="847"/>
                  </a:lnTo>
                  <a:cubicBezTo>
                    <a:pt x="1" y="919"/>
                    <a:pt x="35" y="974"/>
                    <a:pt x="92" y="974"/>
                  </a:cubicBezTo>
                  <a:cubicBezTo>
                    <a:pt x="114" y="974"/>
                    <a:pt x="140" y="965"/>
                    <a:pt x="168" y="947"/>
                  </a:cubicBezTo>
                  <a:cubicBezTo>
                    <a:pt x="234" y="880"/>
                    <a:pt x="301" y="780"/>
                    <a:pt x="301" y="680"/>
                  </a:cubicBezTo>
                  <a:lnTo>
                    <a:pt x="301" y="113"/>
                  </a:lnTo>
                  <a:cubicBezTo>
                    <a:pt x="301" y="38"/>
                    <a:pt x="263" y="0"/>
                    <a:pt x="2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4165;p75">
              <a:extLst>
                <a:ext uri="{FF2B5EF4-FFF2-40B4-BE49-F238E27FC236}">
                  <a16:creationId xmlns:a16="http://schemas.microsoft.com/office/drawing/2014/main" id="{FA601B70-F1E9-25DB-98FD-39F31123DBE9}"/>
                </a:ext>
              </a:extLst>
            </p:cNvPr>
            <p:cNvSpPr/>
            <p:nvPr/>
          </p:nvSpPr>
          <p:spPr>
            <a:xfrm>
              <a:off x="2646225" y="2558650"/>
              <a:ext cx="7525" cy="24800"/>
            </a:xfrm>
            <a:custGeom>
              <a:avLst/>
              <a:gdLst/>
              <a:ahLst/>
              <a:cxnLst/>
              <a:rect l="l" t="t" r="r" b="b"/>
              <a:pathLst>
                <a:path w="301" h="992" extrusionOk="0">
                  <a:moveTo>
                    <a:pt x="214" y="0"/>
                  </a:moveTo>
                  <a:cubicBezTo>
                    <a:pt x="199" y="0"/>
                    <a:pt x="183" y="4"/>
                    <a:pt x="167" y="12"/>
                  </a:cubicBezTo>
                  <a:lnTo>
                    <a:pt x="134" y="12"/>
                  </a:lnTo>
                  <a:cubicBezTo>
                    <a:pt x="34" y="79"/>
                    <a:pt x="1" y="179"/>
                    <a:pt x="1" y="312"/>
                  </a:cubicBezTo>
                  <a:lnTo>
                    <a:pt x="1" y="846"/>
                  </a:lnTo>
                  <a:cubicBezTo>
                    <a:pt x="1" y="948"/>
                    <a:pt x="40" y="992"/>
                    <a:pt x="88" y="992"/>
                  </a:cubicBezTo>
                  <a:cubicBezTo>
                    <a:pt x="103" y="992"/>
                    <a:pt x="118" y="987"/>
                    <a:pt x="134" y="979"/>
                  </a:cubicBezTo>
                  <a:lnTo>
                    <a:pt x="167" y="979"/>
                  </a:lnTo>
                  <a:cubicBezTo>
                    <a:pt x="234" y="913"/>
                    <a:pt x="301" y="779"/>
                    <a:pt x="301" y="679"/>
                  </a:cubicBezTo>
                  <a:lnTo>
                    <a:pt x="301" y="146"/>
                  </a:lnTo>
                  <a:cubicBezTo>
                    <a:pt x="301" y="44"/>
                    <a:pt x="262" y="0"/>
                    <a:pt x="2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4166;p75">
              <a:extLst>
                <a:ext uri="{FF2B5EF4-FFF2-40B4-BE49-F238E27FC236}">
                  <a16:creationId xmlns:a16="http://schemas.microsoft.com/office/drawing/2014/main" id="{805BF98F-CDDD-61BA-6820-6D6490086482}"/>
                </a:ext>
              </a:extLst>
            </p:cNvPr>
            <p:cNvSpPr/>
            <p:nvPr/>
          </p:nvSpPr>
          <p:spPr>
            <a:xfrm>
              <a:off x="2664575" y="2548250"/>
              <a:ext cx="7525" cy="24375"/>
            </a:xfrm>
            <a:custGeom>
              <a:avLst/>
              <a:gdLst/>
              <a:ahLst/>
              <a:cxnLst/>
              <a:rect l="l" t="t" r="r" b="b"/>
              <a:pathLst>
                <a:path w="301" h="975" extrusionOk="0">
                  <a:moveTo>
                    <a:pt x="222" y="1"/>
                  </a:moveTo>
                  <a:cubicBezTo>
                    <a:pt x="204" y="1"/>
                    <a:pt x="186" y="9"/>
                    <a:pt x="167" y="28"/>
                  </a:cubicBezTo>
                  <a:lnTo>
                    <a:pt x="134" y="28"/>
                  </a:lnTo>
                  <a:cubicBezTo>
                    <a:pt x="67" y="95"/>
                    <a:pt x="0" y="195"/>
                    <a:pt x="0" y="295"/>
                  </a:cubicBezTo>
                  <a:lnTo>
                    <a:pt x="0" y="862"/>
                  </a:lnTo>
                  <a:cubicBezTo>
                    <a:pt x="0" y="937"/>
                    <a:pt x="38" y="974"/>
                    <a:pt x="85" y="974"/>
                  </a:cubicBezTo>
                  <a:cubicBezTo>
                    <a:pt x="101" y="974"/>
                    <a:pt x="117" y="970"/>
                    <a:pt x="134" y="962"/>
                  </a:cubicBezTo>
                  <a:lnTo>
                    <a:pt x="167" y="962"/>
                  </a:lnTo>
                  <a:cubicBezTo>
                    <a:pt x="267" y="895"/>
                    <a:pt x="301" y="795"/>
                    <a:pt x="301" y="662"/>
                  </a:cubicBezTo>
                  <a:lnTo>
                    <a:pt x="301" y="128"/>
                  </a:lnTo>
                  <a:cubicBezTo>
                    <a:pt x="301" y="56"/>
                    <a:pt x="266" y="1"/>
                    <a:pt x="2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4167;p75">
              <a:extLst>
                <a:ext uri="{FF2B5EF4-FFF2-40B4-BE49-F238E27FC236}">
                  <a16:creationId xmlns:a16="http://schemas.microsoft.com/office/drawing/2014/main" id="{839BB3BC-0B46-326C-305F-8D857E3324F6}"/>
                </a:ext>
              </a:extLst>
            </p:cNvPr>
            <p:cNvSpPr/>
            <p:nvPr/>
          </p:nvSpPr>
          <p:spPr>
            <a:xfrm>
              <a:off x="2381875" y="2756725"/>
              <a:ext cx="21700" cy="21425"/>
            </a:xfrm>
            <a:custGeom>
              <a:avLst/>
              <a:gdLst/>
              <a:ahLst/>
              <a:cxnLst/>
              <a:rect l="l" t="t" r="r" b="b"/>
              <a:pathLst>
                <a:path w="868" h="857" extrusionOk="0">
                  <a:moveTo>
                    <a:pt x="791" y="1"/>
                  </a:moveTo>
                  <a:cubicBezTo>
                    <a:pt x="773" y="1"/>
                    <a:pt x="754" y="9"/>
                    <a:pt x="734" y="28"/>
                  </a:cubicBezTo>
                  <a:lnTo>
                    <a:pt x="134" y="362"/>
                  </a:lnTo>
                  <a:cubicBezTo>
                    <a:pt x="67" y="395"/>
                    <a:pt x="0" y="495"/>
                    <a:pt x="0" y="595"/>
                  </a:cubicBezTo>
                  <a:lnTo>
                    <a:pt x="0" y="762"/>
                  </a:lnTo>
                  <a:cubicBezTo>
                    <a:pt x="0" y="809"/>
                    <a:pt x="34" y="856"/>
                    <a:pt x="77" y="856"/>
                  </a:cubicBezTo>
                  <a:cubicBezTo>
                    <a:pt x="95" y="856"/>
                    <a:pt x="114" y="848"/>
                    <a:pt x="134" y="829"/>
                  </a:cubicBezTo>
                  <a:lnTo>
                    <a:pt x="734" y="495"/>
                  </a:lnTo>
                  <a:cubicBezTo>
                    <a:pt x="801" y="462"/>
                    <a:pt x="834" y="362"/>
                    <a:pt x="868" y="262"/>
                  </a:cubicBezTo>
                  <a:lnTo>
                    <a:pt x="868" y="95"/>
                  </a:lnTo>
                  <a:cubicBezTo>
                    <a:pt x="868" y="48"/>
                    <a:pt x="834" y="1"/>
                    <a:pt x="7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4168;p75">
              <a:extLst>
                <a:ext uri="{FF2B5EF4-FFF2-40B4-BE49-F238E27FC236}">
                  <a16:creationId xmlns:a16="http://schemas.microsoft.com/office/drawing/2014/main" id="{0CADE8A5-2A24-CD7F-1469-11311ED90715}"/>
                </a:ext>
              </a:extLst>
            </p:cNvPr>
            <p:cNvSpPr/>
            <p:nvPr/>
          </p:nvSpPr>
          <p:spPr>
            <a:xfrm>
              <a:off x="2350175" y="2775075"/>
              <a:ext cx="20875" cy="21050"/>
            </a:xfrm>
            <a:custGeom>
              <a:avLst/>
              <a:gdLst/>
              <a:ahLst/>
              <a:cxnLst/>
              <a:rect l="l" t="t" r="r" b="b"/>
              <a:pathLst>
                <a:path w="835" h="842" extrusionOk="0">
                  <a:moveTo>
                    <a:pt x="773" y="0"/>
                  </a:moveTo>
                  <a:cubicBezTo>
                    <a:pt x="754" y="0"/>
                    <a:pt x="731" y="8"/>
                    <a:pt x="701" y="28"/>
                  </a:cubicBezTo>
                  <a:lnTo>
                    <a:pt x="134" y="362"/>
                  </a:lnTo>
                  <a:cubicBezTo>
                    <a:pt x="68" y="395"/>
                    <a:pt x="1" y="495"/>
                    <a:pt x="1" y="562"/>
                  </a:cubicBezTo>
                  <a:lnTo>
                    <a:pt x="1" y="762"/>
                  </a:lnTo>
                  <a:cubicBezTo>
                    <a:pt x="1" y="811"/>
                    <a:pt x="37" y="842"/>
                    <a:pt x="82" y="842"/>
                  </a:cubicBezTo>
                  <a:cubicBezTo>
                    <a:pt x="98" y="842"/>
                    <a:pt x="116" y="838"/>
                    <a:pt x="134" y="829"/>
                  </a:cubicBezTo>
                  <a:lnTo>
                    <a:pt x="701" y="495"/>
                  </a:lnTo>
                  <a:cubicBezTo>
                    <a:pt x="801" y="428"/>
                    <a:pt x="835" y="362"/>
                    <a:pt x="835" y="261"/>
                  </a:cubicBezTo>
                  <a:lnTo>
                    <a:pt x="835" y="95"/>
                  </a:lnTo>
                  <a:cubicBezTo>
                    <a:pt x="835" y="48"/>
                    <a:pt x="818" y="0"/>
                    <a:pt x="7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4169;p75">
              <a:extLst>
                <a:ext uri="{FF2B5EF4-FFF2-40B4-BE49-F238E27FC236}">
                  <a16:creationId xmlns:a16="http://schemas.microsoft.com/office/drawing/2014/main" id="{FF1D63D7-F57B-0F19-B00A-7847573E5BE7}"/>
                </a:ext>
              </a:extLst>
            </p:cNvPr>
            <p:cNvSpPr/>
            <p:nvPr/>
          </p:nvSpPr>
          <p:spPr>
            <a:xfrm>
              <a:off x="2350175" y="2708375"/>
              <a:ext cx="191825" cy="123950"/>
            </a:xfrm>
            <a:custGeom>
              <a:avLst/>
              <a:gdLst/>
              <a:ahLst/>
              <a:cxnLst/>
              <a:rect l="l" t="t" r="r" b="b"/>
              <a:pathLst>
                <a:path w="7673" h="4958" extrusionOk="0">
                  <a:moveTo>
                    <a:pt x="7542" y="1"/>
                  </a:moveTo>
                  <a:cubicBezTo>
                    <a:pt x="7511" y="1"/>
                    <a:pt x="7477" y="9"/>
                    <a:pt x="7439" y="27"/>
                  </a:cubicBezTo>
                  <a:lnTo>
                    <a:pt x="234" y="4197"/>
                  </a:lnTo>
                  <a:cubicBezTo>
                    <a:pt x="101" y="4264"/>
                    <a:pt x="34" y="4397"/>
                    <a:pt x="1" y="4564"/>
                  </a:cubicBezTo>
                  <a:lnTo>
                    <a:pt x="1" y="4798"/>
                  </a:lnTo>
                  <a:cubicBezTo>
                    <a:pt x="1" y="4895"/>
                    <a:pt x="54" y="4957"/>
                    <a:pt x="136" y="4957"/>
                  </a:cubicBezTo>
                  <a:cubicBezTo>
                    <a:pt x="165" y="4957"/>
                    <a:pt x="199" y="4949"/>
                    <a:pt x="234" y="4931"/>
                  </a:cubicBezTo>
                  <a:lnTo>
                    <a:pt x="7439" y="761"/>
                  </a:lnTo>
                  <a:cubicBezTo>
                    <a:pt x="7573" y="661"/>
                    <a:pt x="7673" y="528"/>
                    <a:pt x="7673" y="361"/>
                  </a:cubicBezTo>
                  <a:lnTo>
                    <a:pt x="7673" y="127"/>
                  </a:lnTo>
                  <a:cubicBezTo>
                    <a:pt x="7673" y="55"/>
                    <a:pt x="7621" y="1"/>
                    <a:pt x="754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4170;p75">
              <a:extLst>
                <a:ext uri="{FF2B5EF4-FFF2-40B4-BE49-F238E27FC236}">
                  <a16:creationId xmlns:a16="http://schemas.microsoft.com/office/drawing/2014/main" id="{4A8553CE-E4AD-882C-634A-55C9EA962559}"/>
                </a:ext>
              </a:extLst>
            </p:cNvPr>
            <p:cNvSpPr/>
            <p:nvPr/>
          </p:nvSpPr>
          <p:spPr>
            <a:xfrm>
              <a:off x="2784650" y="2227025"/>
              <a:ext cx="33400" cy="83225"/>
            </a:xfrm>
            <a:custGeom>
              <a:avLst/>
              <a:gdLst/>
              <a:ahLst/>
              <a:cxnLst/>
              <a:rect l="l" t="t" r="r" b="b"/>
              <a:pathLst>
                <a:path w="1336" h="3329" extrusionOk="0">
                  <a:moveTo>
                    <a:pt x="1268" y="1"/>
                  </a:moveTo>
                  <a:lnTo>
                    <a:pt x="1068" y="101"/>
                  </a:lnTo>
                  <a:cubicBezTo>
                    <a:pt x="1068" y="134"/>
                    <a:pt x="1035" y="134"/>
                    <a:pt x="1035" y="168"/>
                  </a:cubicBezTo>
                  <a:cubicBezTo>
                    <a:pt x="1035" y="201"/>
                    <a:pt x="1035" y="234"/>
                    <a:pt x="1035" y="268"/>
                  </a:cubicBezTo>
                  <a:lnTo>
                    <a:pt x="1035" y="1802"/>
                  </a:lnTo>
                  <a:lnTo>
                    <a:pt x="334" y="635"/>
                  </a:lnTo>
                  <a:lnTo>
                    <a:pt x="301" y="601"/>
                  </a:lnTo>
                  <a:lnTo>
                    <a:pt x="268" y="601"/>
                  </a:lnTo>
                  <a:lnTo>
                    <a:pt x="68" y="701"/>
                  </a:lnTo>
                  <a:cubicBezTo>
                    <a:pt x="68" y="701"/>
                    <a:pt x="34" y="735"/>
                    <a:pt x="34" y="735"/>
                  </a:cubicBezTo>
                  <a:cubicBezTo>
                    <a:pt x="34" y="768"/>
                    <a:pt x="1" y="802"/>
                    <a:pt x="1" y="835"/>
                  </a:cubicBezTo>
                  <a:lnTo>
                    <a:pt x="1" y="3237"/>
                  </a:lnTo>
                  <a:cubicBezTo>
                    <a:pt x="1" y="3270"/>
                    <a:pt x="34" y="3303"/>
                    <a:pt x="34" y="3303"/>
                  </a:cubicBezTo>
                  <a:cubicBezTo>
                    <a:pt x="34" y="3320"/>
                    <a:pt x="43" y="3328"/>
                    <a:pt x="51" y="3328"/>
                  </a:cubicBezTo>
                  <a:cubicBezTo>
                    <a:pt x="59" y="3328"/>
                    <a:pt x="68" y="3320"/>
                    <a:pt x="68" y="3303"/>
                  </a:cubicBezTo>
                  <a:lnTo>
                    <a:pt x="268" y="3203"/>
                  </a:lnTo>
                  <a:cubicBezTo>
                    <a:pt x="301" y="3203"/>
                    <a:pt x="301" y="3170"/>
                    <a:pt x="334" y="3137"/>
                  </a:cubicBezTo>
                  <a:cubicBezTo>
                    <a:pt x="334" y="3103"/>
                    <a:pt x="334" y="3103"/>
                    <a:pt x="334" y="3070"/>
                  </a:cubicBezTo>
                  <a:lnTo>
                    <a:pt x="334" y="1502"/>
                  </a:lnTo>
                  <a:lnTo>
                    <a:pt x="1002" y="2670"/>
                  </a:lnTo>
                  <a:lnTo>
                    <a:pt x="1035" y="2703"/>
                  </a:lnTo>
                  <a:lnTo>
                    <a:pt x="1102" y="2703"/>
                  </a:lnTo>
                  <a:lnTo>
                    <a:pt x="1268" y="2636"/>
                  </a:lnTo>
                  <a:cubicBezTo>
                    <a:pt x="1302" y="2603"/>
                    <a:pt x="1302" y="2569"/>
                    <a:pt x="1335" y="2569"/>
                  </a:cubicBezTo>
                  <a:cubicBezTo>
                    <a:pt x="1335" y="2536"/>
                    <a:pt x="1335" y="2503"/>
                    <a:pt x="1335" y="2469"/>
                  </a:cubicBezTo>
                  <a:lnTo>
                    <a:pt x="1335" y="68"/>
                  </a:lnTo>
                  <a:cubicBezTo>
                    <a:pt x="1335" y="34"/>
                    <a:pt x="1335" y="1"/>
                    <a:pt x="13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4171;p75">
              <a:extLst>
                <a:ext uri="{FF2B5EF4-FFF2-40B4-BE49-F238E27FC236}">
                  <a16:creationId xmlns:a16="http://schemas.microsoft.com/office/drawing/2014/main" id="{3761AC0A-DF58-6E44-C9D7-5EF2FFF331C4}"/>
                </a:ext>
              </a:extLst>
            </p:cNvPr>
            <p:cNvSpPr/>
            <p:nvPr/>
          </p:nvSpPr>
          <p:spPr>
            <a:xfrm>
              <a:off x="2825525" y="2222025"/>
              <a:ext cx="28375" cy="60075"/>
            </a:xfrm>
            <a:custGeom>
              <a:avLst/>
              <a:gdLst/>
              <a:ahLst/>
              <a:cxnLst/>
              <a:rect l="l" t="t" r="r" b="b"/>
              <a:pathLst>
                <a:path w="1135" h="2403" extrusionOk="0">
                  <a:moveTo>
                    <a:pt x="1101" y="1"/>
                  </a:moveTo>
                  <a:lnTo>
                    <a:pt x="901" y="101"/>
                  </a:lnTo>
                  <a:cubicBezTo>
                    <a:pt x="901" y="101"/>
                    <a:pt x="868" y="134"/>
                    <a:pt x="868" y="168"/>
                  </a:cubicBezTo>
                  <a:cubicBezTo>
                    <a:pt x="868" y="201"/>
                    <a:pt x="868" y="201"/>
                    <a:pt x="868" y="234"/>
                  </a:cubicBezTo>
                  <a:lnTo>
                    <a:pt x="868" y="1168"/>
                  </a:lnTo>
                  <a:cubicBezTo>
                    <a:pt x="868" y="1302"/>
                    <a:pt x="834" y="1435"/>
                    <a:pt x="801" y="1569"/>
                  </a:cubicBezTo>
                  <a:cubicBezTo>
                    <a:pt x="768" y="1669"/>
                    <a:pt x="701" y="1769"/>
                    <a:pt x="601" y="1835"/>
                  </a:cubicBezTo>
                  <a:cubicBezTo>
                    <a:pt x="551" y="1869"/>
                    <a:pt x="509" y="1885"/>
                    <a:pt x="476" y="1885"/>
                  </a:cubicBezTo>
                  <a:cubicBezTo>
                    <a:pt x="442" y="1885"/>
                    <a:pt x="417" y="1869"/>
                    <a:pt x="401" y="1835"/>
                  </a:cubicBezTo>
                  <a:cubicBezTo>
                    <a:pt x="334" y="1735"/>
                    <a:pt x="334" y="1602"/>
                    <a:pt x="334" y="1502"/>
                  </a:cubicBezTo>
                  <a:lnTo>
                    <a:pt x="334" y="535"/>
                  </a:lnTo>
                  <a:cubicBezTo>
                    <a:pt x="334" y="535"/>
                    <a:pt x="334" y="501"/>
                    <a:pt x="334" y="501"/>
                  </a:cubicBezTo>
                  <a:cubicBezTo>
                    <a:pt x="317" y="484"/>
                    <a:pt x="309" y="476"/>
                    <a:pt x="305" y="476"/>
                  </a:cubicBezTo>
                  <a:cubicBezTo>
                    <a:pt x="301" y="476"/>
                    <a:pt x="301" y="484"/>
                    <a:pt x="301" y="501"/>
                  </a:cubicBezTo>
                  <a:lnTo>
                    <a:pt x="100" y="601"/>
                  </a:lnTo>
                  <a:cubicBezTo>
                    <a:pt x="67" y="601"/>
                    <a:pt x="67" y="635"/>
                    <a:pt x="67" y="635"/>
                  </a:cubicBezTo>
                  <a:cubicBezTo>
                    <a:pt x="34" y="668"/>
                    <a:pt x="34" y="701"/>
                    <a:pt x="67" y="735"/>
                  </a:cubicBezTo>
                  <a:lnTo>
                    <a:pt x="0" y="1735"/>
                  </a:lnTo>
                  <a:cubicBezTo>
                    <a:pt x="0" y="1835"/>
                    <a:pt x="34" y="1969"/>
                    <a:pt x="34" y="2069"/>
                  </a:cubicBezTo>
                  <a:cubicBezTo>
                    <a:pt x="34" y="2136"/>
                    <a:pt x="67" y="2236"/>
                    <a:pt x="134" y="2302"/>
                  </a:cubicBezTo>
                  <a:cubicBezTo>
                    <a:pt x="167" y="2369"/>
                    <a:pt x="201" y="2403"/>
                    <a:pt x="267" y="2403"/>
                  </a:cubicBezTo>
                  <a:cubicBezTo>
                    <a:pt x="367" y="2403"/>
                    <a:pt x="467" y="2369"/>
                    <a:pt x="534" y="2336"/>
                  </a:cubicBezTo>
                  <a:cubicBezTo>
                    <a:pt x="601" y="2269"/>
                    <a:pt x="668" y="2202"/>
                    <a:pt x="734" y="2136"/>
                  </a:cubicBezTo>
                  <a:cubicBezTo>
                    <a:pt x="768" y="2069"/>
                    <a:pt x="834" y="2002"/>
                    <a:pt x="868" y="1902"/>
                  </a:cubicBezTo>
                  <a:lnTo>
                    <a:pt x="868" y="2002"/>
                  </a:lnTo>
                  <a:cubicBezTo>
                    <a:pt x="868" y="2002"/>
                    <a:pt x="868" y="2036"/>
                    <a:pt x="868" y="2069"/>
                  </a:cubicBezTo>
                  <a:lnTo>
                    <a:pt x="901" y="2069"/>
                  </a:lnTo>
                  <a:lnTo>
                    <a:pt x="1101" y="1936"/>
                  </a:lnTo>
                  <a:cubicBezTo>
                    <a:pt x="1101" y="1936"/>
                    <a:pt x="1135" y="1902"/>
                    <a:pt x="1135" y="1902"/>
                  </a:cubicBezTo>
                  <a:cubicBezTo>
                    <a:pt x="1135" y="1869"/>
                    <a:pt x="1135" y="1835"/>
                    <a:pt x="1135" y="1802"/>
                  </a:cubicBezTo>
                  <a:lnTo>
                    <a:pt x="1135" y="68"/>
                  </a:lnTo>
                  <a:cubicBezTo>
                    <a:pt x="1135" y="34"/>
                    <a:pt x="1135" y="1"/>
                    <a:pt x="11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4172;p75">
              <a:extLst>
                <a:ext uri="{FF2B5EF4-FFF2-40B4-BE49-F238E27FC236}">
                  <a16:creationId xmlns:a16="http://schemas.microsoft.com/office/drawing/2014/main" id="{7F81DDBB-01DC-4ADD-0B33-7C83AB927F63}"/>
                </a:ext>
              </a:extLst>
            </p:cNvPr>
            <p:cNvSpPr/>
            <p:nvPr/>
          </p:nvSpPr>
          <p:spPr>
            <a:xfrm>
              <a:off x="2865550" y="2192850"/>
              <a:ext cx="46725" cy="71750"/>
            </a:xfrm>
            <a:custGeom>
              <a:avLst/>
              <a:gdLst/>
              <a:ahLst/>
              <a:cxnLst/>
              <a:rect l="l" t="t" r="r" b="b"/>
              <a:pathLst>
                <a:path w="1869" h="2870" extrusionOk="0">
                  <a:moveTo>
                    <a:pt x="1602" y="0"/>
                  </a:moveTo>
                  <a:cubicBezTo>
                    <a:pt x="1535" y="0"/>
                    <a:pt x="1435" y="34"/>
                    <a:pt x="1368" y="67"/>
                  </a:cubicBezTo>
                  <a:cubicBezTo>
                    <a:pt x="1335" y="100"/>
                    <a:pt x="1301" y="134"/>
                    <a:pt x="1268" y="167"/>
                  </a:cubicBezTo>
                  <a:cubicBezTo>
                    <a:pt x="1235" y="200"/>
                    <a:pt x="1201" y="234"/>
                    <a:pt x="1168" y="267"/>
                  </a:cubicBezTo>
                  <a:cubicBezTo>
                    <a:pt x="1135" y="334"/>
                    <a:pt x="1101" y="367"/>
                    <a:pt x="1068" y="434"/>
                  </a:cubicBezTo>
                  <a:cubicBezTo>
                    <a:pt x="1035" y="501"/>
                    <a:pt x="1001" y="567"/>
                    <a:pt x="968" y="601"/>
                  </a:cubicBezTo>
                  <a:cubicBezTo>
                    <a:pt x="968" y="534"/>
                    <a:pt x="901" y="501"/>
                    <a:pt x="834" y="467"/>
                  </a:cubicBezTo>
                  <a:cubicBezTo>
                    <a:pt x="734" y="467"/>
                    <a:pt x="634" y="467"/>
                    <a:pt x="568" y="534"/>
                  </a:cubicBezTo>
                  <a:cubicBezTo>
                    <a:pt x="501" y="567"/>
                    <a:pt x="468" y="634"/>
                    <a:pt x="401" y="701"/>
                  </a:cubicBezTo>
                  <a:cubicBezTo>
                    <a:pt x="334" y="768"/>
                    <a:pt x="301" y="834"/>
                    <a:pt x="267" y="934"/>
                  </a:cubicBezTo>
                  <a:lnTo>
                    <a:pt x="267" y="834"/>
                  </a:lnTo>
                  <a:cubicBezTo>
                    <a:pt x="301" y="834"/>
                    <a:pt x="301" y="801"/>
                    <a:pt x="267" y="801"/>
                  </a:cubicBezTo>
                  <a:cubicBezTo>
                    <a:pt x="267" y="784"/>
                    <a:pt x="267" y="776"/>
                    <a:pt x="263" y="776"/>
                  </a:cubicBezTo>
                  <a:cubicBezTo>
                    <a:pt x="259" y="776"/>
                    <a:pt x="251" y="784"/>
                    <a:pt x="234" y="801"/>
                  </a:cubicBezTo>
                  <a:lnTo>
                    <a:pt x="34" y="901"/>
                  </a:lnTo>
                  <a:cubicBezTo>
                    <a:pt x="34" y="901"/>
                    <a:pt x="1" y="934"/>
                    <a:pt x="1" y="968"/>
                  </a:cubicBezTo>
                  <a:cubicBezTo>
                    <a:pt x="1" y="968"/>
                    <a:pt x="1" y="1001"/>
                    <a:pt x="1" y="1034"/>
                  </a:cubicBezTo>
                  <a:lnTo>
                    <a:pt x="1" y="2802"/>
                  </a:lnTo>
                  <a:cubicBezTo>
                    <a:pt x="1" y="2836"/>
                    <a:pt x="1" y="2836"/>
                    <a:pt x="1" y="2869"/>
                  </a:cubicBezTo>
                  <a:lnTo>
                    <a:pt x="34" y="2869"/>
                  </a:lnTo>
                  <a:lnTo>
                    <a:pt x="234" y="2769"/>
                  </a:lnTo>
                  <a:cubicBezTo>
                    <a:pt x="267" y="2736"/>
                    <a:pt x="267" y="2736"/>
                    <a:pt x="267" y="2702"/>
                  </a:cubicBezTo>
                  <a:cubicBezTo>
                    <a:pt x="301" y="2669"/>
                    <a:pt x="301" y="2636"/>
                    <a:pt x="267" y="2636"/>
                  </a:cubicBezTo>
                  <a:lnTo>
                    <a:pt x="267" y="1635"/>
                  </a:lnTo>
                  <a:cubicBezTo>
                    <a:pt x="267" y="1468"/>
                    <a:pt x="301" y="1335"/>
                    <a:pt x="367" y="1201"/>
                  </a:cubicBezTo>
                  <a:cubicBezTo>
                    <a:pt x="401" y="1134"/>
                    <a:pt x="434" y="1068"/>
                    <a:pt x="534" y="1001"/>
                  </a:cubicBezTo>
                  <a:cubicBezTo>
                    <a:pt x="568" y="984"/>
                    <a:pt x="601" y="976"/>
                    <a:pt x="630" y="976"/>
                  </a:cubicBezTo>
                  <a:cubicBezTo>
                    <a:pt x="659" y="976"/>
                    <a:pt x="684" y="984"/>
                    <a:pt x="701" y="1001"/>
                  </a:cubicBezTo>
                  <a:cubicBezTo>
                    <a:pt x="768" y="1101"/>
                    <a:pt x="768" y="1201"/>
                    <a:pt x="768" y="1335"/>
                  </a:cubicBezTo>
                  <a:lnTo>
                    <a:pt x="768" y="2335"/>
                  </a:lnTo>
                  <a:cubicBezTo>
                    <a:pt x="768" y="2335"/>
                    <a:pt x="768" y="2369"/>
                    <a:pt x="801" y="2369"/>
                  </a:cubicBezTo>
                  <a:cubicBezTo>
                    <a:pt x="801" y="2385"/>
                    <a:pt x="809" y="2394"/>
                    <a:pt x="818" y="2394"/>
                  </a:cubicBezTo>
                  <a:cubicBezTo>
                    <a:pt x="826" y="2394"/>
                    <a:pt x="834" y="2385"/>
                    <a:pt x="834" y="2369"/>
                  </a:cubicBezTo>
                  <a:lnTo>
                    <a:pt x="1001" y="2269"/>
                  </a:lnTo>
                  <a:cubicBezTo>
                    <a:pt x="1035" y="2269"/>
                    <a:pt x="1068" y="2235"/>
                    <a:pt x="1068" y="2202"/>
                  </a:cubicBezTo>
                  <a:cubicBezTo>
                    <a:pt x="1068" y="2202"/>
                    <a:pt x="1101" y="2169"/>
                    <a:pt x="1068" y="2135"/>
                  </a:cubicBezTo>
                  <a:lnTo>
                    <a:pt x="1068" y="1134"/>
                  </a:lnTo>
                  <a:cubicBezTo>
                    <a:pt x="1068" y="1001"/>
                    <a:pt x="1101" y="868"/>
                    <a:pt x="1168" y="734"/>
                  </a:cubicBezTo>
                  <a:cubicBezTo>
                    <a:pt x="1201" y="667"/>
                    <a:pt x="1268" y="601"/>
                    <a:pt x="1335" y="534"/>
                  </a:cubicBezTo>
                  <a:cubicBezTo>
                    <a:pt x="1368" y="517"/>
                    <a:pt x="1402" y="509"/>
                    <a:pt x="1431" y="509"/>
                  </a:cubicBezTo>
                  <a:cubicBezTo>
                    <a:pt x="1460" y="509"/>
                    <a:pt x="1485" y="517"/>
                    <a:pt x="1502" y="534"/>
                  </a:cubicBezTo>
                  <a:cubicBezTo>
                    <a:pt x="1568" y="634"/>
                    <a:pt x="1568" y="768"/>
                    <a:pt x="1568" y="868"/>
                  </a:cubicBezTo>
                  <a:lnTo>
                    <a:pt x="1568" y="1868"/>
                  </a:lnTo>
                  <a:cubicBezTo>
                    <a:pt x="1568" y="1868"/>
                    <a:pt x="1568" y="1902"/>
                    <a:pt x="1568" y="1902"/>
                  </a:cubicBezTo>
                  <a:lnTo>
                    <a:pt x="1602" y="1902"/>
                  </a:lnTo>
                  <a:lnTo>
                    <a:pt x="1802" y="1802"/>
                  </a:lnTo>
                  <a:cubicBezTo>
                    <a:pt x="1802" y="1802"/>
                    <a:pt x="1835" y="1768"/>
                    <a:pt x="1835" y="1768"/>
                  </a:cubicBezTo>
                  <a:cubicBezTo>
                    <a:pt x="1869" y="1735"/>
                    <a:pt x="1869" y="1702"/>
                    <a:pt x="1869" y="1668"/>
                  </a:cubicBezTo>
                  <a:lnTo>
                    <a:pt x="1869" y="667"/>
                  </a:lnTo>
                  <a:cubicBezTo>
                    <a:pt x="1869" y="567"/>
                    <a:pt x="1869" y="434"/>
                    <a:pt x="1835" y="334"/>
                  </a:cubicBezTo>
                  <a:cubicBezTo>
                    <a:pt x="1835" y="267"/>
                    <a:pt x="1802" y="167"/>
                    <a:pt x="1768" y="100"/>
                  </a:cubicBezTo>
                  <a:cubicBezTo>
                    <a:pt x="1735" y="67"/>
                    <a:pt x="1668" y="0"/>
                    <a:pt x="160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4173;p75">
              <a:extLst>
                <a:ext uri="{FF2B5EF4-FFF2-40B4-BE49-F238E27FC236}">
                  <a16:creationId xmlns:a16="http://schemas.microsoft.com/office/drawing/2014/main" id="{16FB7528-7310-7F80-E461-A4CAD7257A18}"/>
                </a:ext>
              </a:extLst>
            </p:cNvPr>
            <p:cNvSpPr/>
            <p:nvPr/>
          </p:nvSpPr>
          <p:spPr>
            <a:xfrm>
              <a:off x="2921425" y="2162000"/>
              <a:ext cx="29200" cy="69850"/>
            </a:xfrm>
            <a:custGeom>
              <a:avLst/>
              <a:gdLst/>
              <a:ahLst/>
              <a:cxnLst/>
              <a:rect l="l" t="t" r="r" b="b"/>
              <a:pathLst>
                <a:path w="1168" h="2794" extrusionOk="0">
                  <a:moveTo>
                    <a:pt x="668" y="884"/>
                  </a:moveTo>
                  <a:cubicBezTo>
                    <a:pt x="701" y="884"/>
                    <a:pt x="734" y="901"/>
                    <a:pt x="768" y="934"/>
                  </a:cubicBezTo>
                  <a:cubicBezTo>
                    <a:pt x="834" y="967"/>
                    <a:pt x="868" y="1068"/>
                    <a:pt x="868" y="1201"/>
                  </a:cubicBezTo>
                  <a:cubicBezTo>
                    <a:pt x="868" y="1268"/>
                    <a:pt x="868" y="1334"/>
                    <a:pt x="868" y="1401"/>
                  </a:cubicBezTo>
                  <a:cubicBezTo>
                    <a:pt x="868" y="1568"/>
                    <a:pt x="834" y="1701"/>
                    <a:pt x="768" y="1835"/>
                  </a:cubicBezTo>
                  <a:cubicBezTo>
                    <a:pt x="734" y="1935"/>
                    <a:pt x="668" y="2002"/>
                    <a:pt x="568" y="2068"/>
                  </a:cubicBezTo>
                  <a:cubicBezTo>
                    <a:pt x="534" y="2085"/>
                    <a:pt x="501" y="2093"/>
                    <a:pt x="467" y="2093"/>
                  </a:cubicBezTo>
                  <a:cubicBezTo>
                    <a:pt x="434" y="2093"/>
                    <a:pt x="401" y="2085"/>
                    <a:pt x="367" y="2068"/>
                  </a:cubicBezTo>
                  <a:cubicBezTo>
                    <a:pt x="301" y="2002"/>
                    <a:pt x="267" y="1901"/>
                    <a:pt x="267" y="1801"/>
                  </a:cubicBezTo>
                  <a:cubicBezTo>
                    <a:pt x="267" y="1768"/>
                    <a:pt x="267" y="1701"/>
                    <a:pt x="267" y="1668"/>
                  </a:cubicBezTo>
                  <a:cubicBezTo>
                    <a:pt x="267" y="1601"/>
                    <a:pt x="267" y="1568"/>
                    <a:pt x="267" y="1501"/>
                  </a:cubicBezTo>
                  <a:cubicBezTo>
                    <a:pt x="267" y="1401"/>
                    <a:pt x="301" y="1268"/>
                    <a:pt x="367" y="1168"/>
                  </a:cubicBezTo>
                  <a:cubicBezTo>
                    <a:pt x="401" y="1068"/>
                    <a:pt x="467" y="967"/>
                    <a:pt x="568" y="934"/>
                  </a:cubicBezTo>
                  <a:cubicBezTo>
                    <a:pt x="601" y="901"/>
                    <a:pt x="634" y="884"/>
                    <a:pt x="668" y="884"/>
                  </a:cubicBezTo>
                  <a:close/>
                  <a:moveTo>
                    <a:pt x="234" y="0"/>
                  </a:moveTo>
                  <a:lnTo>
                    <a:pt x="34" y="134"/>
                  </a:lnTo>
                  <a:cubicBezTo>
                    <a:pt x="34" y="134"/>
                    <a:pt x="0" y="167"/>
                    <a:pt x="0" y="167"/>
                  </a:cubicBezTo>
                  <a:cubicBezTo>
                    <a:pt x="0" y="200"/>
                    <a:pt x="0" y="234"/>
                    <a:pt x="0" y="267"/>
                  </a:cubicBezTo>
                  <a:lnTo>
                    <a:pt x="0" y="2735"/>
                  </a:lnTo>
                  <a:cubicBezTo>
                    <a:pt x="0" y="2735"/>
                    <a:pt x="0" y="2769"/>
                    <a:pt x="0" y="2769"/>
                  </a:cubicBezTo>
                  <a:cubicBezTo>
                    <a:pt x="0" y="2785"/>
                    <a:pt x="9" y="2794"/>
                    <a:pt x="17" y="2794"/>
                  </a:cubicBezTo>
                  <a:cubicBezTo>
                    <a:pt x="25" y="2794"/>
                    <a:pt x="34" y="2785"/>
                    <a:pt x="34" y="2769"/>
                  </a:cubicBezTo>
                  <a:lnTo>
                    <a:pt x="234" y="2669"/>
                  </a:lnTo>
                  <a:cubicBezTo>
                    <a:pt x="234" y="2669"/>
                    <a:pt x="267" y="2635"/>
                    <a:pt x="267" y="2602"/>
                  </a:cubicBezTo>
                  <a:cubicBezTo>
                    <a:pt x="267" y="2602"/>
                    <a:pt x="267" y="2569"/>
                    <a:pt x="267" y="2535"/>
                  </a:cubicBezTo>
                  <a:lnTo>
                    <a:pt x="267" y="2435"/>
                  </a:lnTo>
                  <a:cubicBezTo>
                    <a:pt x="301" y="2469"/>
                    <a:pt x="301" y="2469"/>
                    <a:pt x="334" y="2502"/>
                  </a:cubicBezTo>
                  <a:cubicBezTo>
                    <a:pt x="334" y="2502"/>
                    <a:pt x="367" y="2502"/>
                    <a:pt x="401" y="2535"/>
                  </a:cubicBezTo>
                  <a:lnTo>
                    <a:pt x="501" y="2535"/>
                  </a:lnTo>
                  <a:cubicBezTo>
                    <a:pt x="534" y="2502"/>
                    <a:pt x="601" y="2502"/>
                    <a:pt x="634" y="2469"/>
                  </a:cubicBezTo>
                  <a:cubicBezTo>
                    <a:pt x="734" y="2402"/>
                    <a:pt x="801" y="2335"/>
                    <a:pt x="868" y="2268"/>
                  </a:cubicBezTo>
                  <a:cubicBezTo>
                    <a:pt x="934" y="2168"/>
                    <a:pt x="968" y="2068"/>
                    <a:pt x="1035" y="1968"/>
                  </a:cubicBezTo>
                  <a:cubicBezTo>
                    <a:pt x="1068" y="1868"/>
                    <a:pt x="1101" y="1735"/>
                    <a:pt x="1135" y="1635"/>
                  </a:cubicBezTo>
                  <a:cubicBezTo>
                    <a:pt x="1168" y="1501"/>
                    <a:pt x="1168" y="1401"/>
                    <a:pt x="1168" y="1268"/>
                  </a:cubicBezTo>
                  <a:cubicBezTo>
                    <a:pt x="1168" y="1234"/>
                    <a:pt x="1168" y="1168"/>
                    <a:pt x="1168" y="1134"/>
                  </a:cubicBezTo>
                  <a:cubicBezTo>
                    <a:pt x="1168" y="1101"/>
                    <a:pt x="1168" y="1034"/>
                    <a:pt x="1168" y="1001"/>
                  </a:cubicBezTo>
                  <a:cubicBezTo>
                    <a:pt x="1168" y="901"/>
                    <a:pt x="1168" y="801"/>
                    <a:pt x="1135" y="701"/>
                  </a:cubicBezTo>
                  <a:cubicBezTo>
                    <a:pt x="1101" y="634"/>
                    <a:pt x="1068" y="534"/>
                    <a:pt x="1035" y="467"/>
                  </a:cubicBezTo>
                  <a:cubicBezTo>
                    <a:pt x="1001" y="434"/>
                    <a:pt x="934" y="400"/>
                    <a:pt x="868" y="400"/>
                  </a:cubicBezTo>
                  <a:cubicBezTo>
                    <a:pt x="838" y="391"/>
                    <a:pt x="812" y="387"/>
                    <a:pt x="788" y="387"/>
                  </a:cubicBezTo>
                  <a:cubicBezTo>
                    <a:pt x="729" y="387"/>
                    <a:pt x="681" y="410"/>
                    <a:pt x="634" y="434"/>
                  </a:cubicBezTo>
                  <a:cubicBezTo>
                    <a:pt x="601" y="467"/>
                    <a:pt x="534" y="500"/>
                    <a:pt x="501" y="534"/>
                  </a:cubicBezTo>
                  <a:cubicBezTo>
                    <a:pt x="467" y="567"/>
                    <a:pt x="434" y="601"/>
                    <a:pt x="401" y="634"/>
                  </a:cubicBezTo>
                  <a:cubicBezTo>
                    <a:pt x="367" y="701"/>
                    <a:pt x="334" y="734"/>
                    <a:pt x="334" y="767"/>
                  </a:cubicBezTo>
                  <a:cubicBezTo>
                    <a:pt x="301" y="801"/>
                    <a:pt x="301" y="834"/>
                    <a:pt x="267" y="867"/>
                  </a:cubicBezTo>
                  <a:lnTo>
                    <a:pt x="267" y="67"/>
                  </a:lnTo>
                  <a:cubicBezTo>
                    <a:pt x="267" y="67"/>
                    <a:pt x="267" y="33"/>
                    <a:pt x="2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4174;p75">
              <a:extLst>
                <a:ext uri="{FF2B5EF4-FFF2-40B4-BE49-F238E27FC236}">
                  <a16:creationId xmlns:a16="http://schemas.microsoft.com/office/drawing/2014/main" id="{7790A6EF-1314-224F-5A64-FA2EB22E2ADD}"/>
                </a:ext>
              </a:extLst>
            </p:cNvPr>
            <p:cNvSpPr/>
            <p:nvPr/>
          </p:nvSpPr>
          <p:spPr>
            <a:xfrm>
              <a:off x="2956450" y="2151975"/>
              <a:ext cx="30050" cy="53400"/>
            </a:xfrm>
            <a:custGeom>
              <a:avLst/>
              <a:gdLst/>
              <a:ahLst/>
              <a:cxnLst/>
              <a:rect l="l" t="t" r="r" b="b"/>
              <a:pathLst>
                <a:path w="1202" h="2136" extrusionOk="0">
                  <a:moveTo>
                    <a:pt x="734" y="468"/>
                  </a:moveTo>
                  <a:cubicBezTo>
                    <a:pt x="768" y="468"/>
                    <a:pt x="801" y="468"/>
                    <a:pt x="801" y="501"/>
                  </a:cubicBezTo>
                  <a:cubicBezTo>
                    <a:pt x="834" y="535"/>
                    <a:pt x="868" y="568"/>
                    <a:pt x="868" y="601"/>
                  </a:cubicBezTo>
                  <a:cubicBezTo>
                    <a:pt x="868" y="635"/>
                    <a:pt x="868" y="668"/>
                    <a:pt x="868" y="701"/>
                  </a:cubicBezTo>
                  <a:lnTo>
                    <a:pt x="301" y="1002"/>
                  </a:lnTo>
                  <a:cubicBezTo>
                    <a:pt x="334" y="968"/>
                    <a:pt x="334" y="935"/>
                    <a:pt x="334" y="901"/>
                  </a:cubicBezTo>
                  <a:cubicBezTo>
                    <a:pt x="334" y="835"/>
                    <a:pt x="367" y="801"/>
                    <a:pt x="401" y="735"/>
                  </a:cubicBezTo>
                  <a:cubicBezTo>
                    <a:pt x="401" y="701"/>
                    <a:pt x="434" y="635"/>
                    <a:pt x="467" y="601"/>
                  </a:cubicBezTo>
                  <a:cubicBezTo>
                    <a:pt x="501" y="568"/>
                    <a:pt x="534" y="535"/>
                    <a:pt x="601" y="501"/>
                  </a:cubicBezTo>
                  <a:cubicBezTo>
                    <a:pt x="634" y="468"/>
                    <a:pt x="701" y="468"/>
                    <a:pt x="734" y="468"/>
                  </a:cubicBezTo>
                  <a:close/>
                  <a:moveTo>
                    <a:pt x="834" y="1"/>
                  </a:moveTo>
                  <a:cubicBezTo>
                    <a:pt x="768" y="1"/>
                    <a:pt x="668" y="1"/>
                    <a:pt x="601" y="68"/>
                  </a:cubicBezTo>
                  <a:cubicBezTo>
                    <a:pt x="501" y="134"/>
                    <a:pt x="401" y="201"/>
                    <a:pt x="334" y="301"/>
                  </a:cubicBezTo>
                  <a:cubicBezTo>
                    <a:pt x="267" y="368"/>
                    <a:pt x="201" y="501"/>
                    <a:pt x="167" y="601"/>
                  </a:cubicBezTo>
                  <a:cubicBezTo>
                    <a:pt x="101" y="735"/>
                    <a:pt x="67" y="868"/>
                    <a:pt x="34" y="1002"/>
                  </a:cubicBezTo>
                  <a:cubicBezTo>
                    <a:pt x="0" y="1135"/>
                    <a:pt x="0" y="1268"/>
                    <a:pt x="0" y="1435"/>
                  </a:cubicBezTo>
                  <a:cubicBezTo>
                    <a:pt x="0" y="1535"/>
                    <a:pt x="0" y="1669"/>
                    <a:pt x="34" y="1769"/>
                  </a:cubicBezTo>
                  <a:cubicBezTo>
                    <a:pt x="67" y="1869"/>
                    <a:pt x="101" y="1969"/>
                    <a:pt x="167" y="2036"/>
                  </a:cubicBezTo>
                  <a:cubicBezTo>
                    <a:pt x="201" y="2102"/>
                    <a:pt x="267" y="2136"/>
                    <a:pt x="334" y="2136"/>
                  </a:cubicBezTo>
                  <a:cubicBezTo>
                    <a:pt x="434" y="2136"/>
                    <a:pt x="534" y="2102"/>
                    <a:pt x="601" y="2069"/>
                  </a:cubicBezTo>
                  <a:cubicBezTo>
                    <a:pt x="668" y="2002"/>
                    <a:pt x="768" y="1936"/>
                    <a:pt x="834" y="1869"/>
                  </a:cubicBezTo>
                  <a:cubicBezTo>
                    <a:pt x="901" y="1802"/>
                    <a:pt x="968" y="1735"/>
                    <a:pt x="1001" y="1635"/>
                  </a:cubicBezTo>
                  <a:cubicBezTo>
                    <a:pt x="1068" y="1569"/>
                    <a:pt x="1101" y="1502"/>
                    <a:pt x="1101" y="1402"/>
                  </a:cubicBezTo>
                  <a:cubicBezTo>
                    <a:pt x="1135" y="1368"/>
                    <a:pt x="1135" y="1302"/>
                    <a:pt x="1168" y="1268"/>
                  </a:cubicBezTo>
                  <a:cubicBezTo>
                    <a:pt x="1168" y="1235"/>
                    <a:pt x="1168" y="1202"/>
                    <a:pt x="1168" y="1202"/>
                  </a:cubicBezTo>
                  <a:lnTo>
                    <a:pt x="1101" y="1202"/>
                  </a:lnTo>
                  <a:lnTo>
                    <a:pt x="901" y="1302"/>
                  </a:lnTo>
                  <a:cubicBezTo>
                    <a:pt x="901" y="1335"/>
                    <a:pt x="868" y="1335"/>
                    <a:pt x="868" y="1335"/>
                  </a:cubicBezTo>
                  <a:cubicBezTo>
                    <a:pt x="834" y="1368"/>
                    <a:pt x="834" y="1402"/>
                    <a:pt x="801" y="1402"/>
                  </a:cubicBezTo>
                  <a:cubicBezTo>
                    <a:pt x="801" y="1469"/>
                    <a:pt x="768" y="1502"/>
                    <a:pt x="734" y="1535"/>
                  </a:cubicBezTo>
                  <a:cubicBezTo>
                    <a:pt x="701" y="1569"/>
                    <a:pt x="668" y="1602"/>
                    <a:pt x="601" y="1635"/>
                  </a:cubicBezTo>
                  <a:cubicBezTo>
                    <a:pt x="568" y="1635"/>
                    <a:pt x="534" y="1669"/>
                    <a:pt x="501" y="1669"/>
                  </a:cubicBezTo>
                  <a:lnTo>
                    <a:pt x="401" y="1669"/>
                  </a:lnTo>
                  <a:cubicBezTo>
                    <a:pt x="401" y="1635"/>
                    <a:pt x="367" y="1602"/>
                    <a:pt x="367" y="1569"/>
                  </a:cubicBezTo>
                  <a:cubicBezTo>
                    <a:pt x="334" y="1535"/>
                    <a:pt x="334" y="1502"/>
                    <a:pt x="334" y="1435"/>
                  </a:cubicBezTo>
                  <a:lnTo>
                    <a:pt x="1135" y="968"/>
                  </a:lnTo>
                  <a:cubicBezTo>
                    <a:pt x="1168" y="968"/>
                    <a:pt x="1168" y="935"/>
                    <a:pt x="1201" y="935"/>
                  </a:cubicBezTo>
                  <a:cubicBezTo>
                    <a:pt x="1201" y="901"/>
                    <a:pt x="1201" y="868"/>
                    <a:pt x="1201" y="835"/>
                  </a:cubicBezTo>
                  <a:lnTo>
                    <a:pt x="1201" y="668"/>
                  </a:lnTo>
                  <a:cubicBezTo>
                    <a:pt x="1201" y="568"/>
                    <a:pt x="1168" y="434"/>
                    <a:pt x="1135" y="334"/>
                  </a:cubicBezTo>
                  <a:cubicBezTo>
                    <a:pt x="1135" y="234"/>
                    <a:pt x="1101" y="168"/>
                    <a:pt x="1035" y="101"/>
                  </a:cubicBezTo>
                  <a:cubicBezTo>
                    <a:pt x="968" y="34"/>
                    <a:pt x="901" y="1"/>
                    <a:pt x="8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4175;p75">
              <a:extLst>
                <a:ext uri="{FF2B5EF4-FFF2-40B4-BE49-F238E27FC236}">
                  <a16:creationId xmlns:a16="http://schemas.microsoft.com/office/drawing/2014/main" id="{8705C313-45FC-1297-E115-EF52278B8B3B}"/>
                </a:ext>
              </a:extLst>
            </p:cNvPr>
            <p:cNvSpPr/>
            <p:nvPr/>
          </p:nvSpPr>
          <p:spPr>
            <a:xfrm>
              <a:off x="2993150" y="2130500"/>
              <a:ext cx="20025" cy="59025"/>
            </a:xfrm>
            <a:custGeom>
              <a:avLst/>
              <a:gdLst/>
              <a:ahLst/>
              <a:cxnLst/>
              <a:rect l="l" t="t" r="r" b="b"/>
              <a:pathLst>
                <a:path w="801" h="2361" extrusionOk="0">
                  <a:moveTo>
                    <a:pt x="767" y="1"/>
                  </a:moveTo>
                  <a:cubicBezTo>
                    <a:pt x="759" y="1"/>
                    <a:pt x="751" y="9"/>
                    <a:pt x="734" y="26"/>
                  </a:cubicBezTo>
                  <a:lnTo>
                    <a:pt x="634" y="93"/>
                  </a:lnTo>
                  <a:cubicBezTo>
                    <a:pt x="567" y="126"/>
                    <a:pt x="501" y="159"/>
                    <a:pt x="434" y="226"/>
                  </a:cubicBezTo>
                  <a:cubicBezTo>
                    <a:pt x="400" y="293"/>
                    <a:pt x="334" y="393"/>
                    <a:pt x="300" y="460"/>
                  </a:cubicBezTo>
                  <a:lnTo>
                    <a:pt x="300" y="359"/>
                  </a:lnTo>
                  <a:cubicBezTo>
                    <a:pt x="300" y="359"/>
                    <a:pt x="300" y="326"/>
                    <a:pt x="300" y="326"/>
                  </a:cubicBezTo>
                  <a:lnTo>
                    <a:pt x="267" y="326"/>
                  </a:lnTo>
                  <a:lnTo>
                    <a:pt x="67" y="426"/>
                  </a:lnTo>
                  <a:cubicBezTo>
                    <a:pt x="67" y="426"/>
                    <a:pt x="34" y="460"/>
                    <a:pt x="34" y="493"/>
                  </a:cubicBezTo>
                  <a:cubicBezTo>
                    <a:pt x="34" y="493"/>
                    <a:pt x="0" y="526"/>
                    <a:pt x="0" y="560"/>
                  </a:cubicBezTo>
                  <a:lnTo>
                    <a:pt x="0" y="2294"/>
                  </a:lnTo>
                  <a:cubicBezTo>
                    <a:pt x="0" y="2328"/>
                    <a:pt x="34" y="2361"/>
                    <a:pt x="34" y="2361"/>
                  </a:cubicBezTo>
                  <a:lnTo>
                    <a:pt x="67" y="2361"/>
                  </a:lnTo>
                  <a:lnTo>
                    <a:pt x="267" y="2261"/>
                  </a:lnTo>
                  <a:cubicBezTo>
                    <a:pt x="300" y="2261"/>
                    <a:pt x="300" y="2227"/>
                    <a:pt x="300" y="2194"/>
                  </a:cubicBezTo>
                  <a:cubicBezTo>
                    <a:pt x="300" y="2161"/>
                    <a:pt x="300" y="2161"/>
                    <a:pt x="300" y="2127"/>
                  </a:cubicBezTo>
                  <a:lnTo>
                    <a:pt x="300" y="1160"/>
                  </a:lnTo>
                  <a:cubicBezTo>
                    <a:pt x="300" y="1027"/>
                    <a:pt x="334" y="893"/>
                    <a:pt x="367" y="793"/>
                  </a:cubicBezTo>
                  <a:cubicBezTo>
                    <a:pt x="434" y="693"/>
                    <a:pt x="501" y="626"/>
                    <a:pt x="601" y="560"/>
                  </a:cubicBezTo>
                  <a:lnTo>
                    <a:pt x="734" y="460"/>
                  </a:lnTo>
                  <a:cubicBezTo>
                    <a:pt x="767" y="460"/>
                    <a:pt x="767" y="426"/>
                    <a:pt x="801" y="426"/>
                  </a:cubicBezTo>
                  <a:cubicBezTo>
                    <a:pt x="801" y="393"/>
                    <a:pt x="801" y="359"/>
                    <a:pt x="801" y="326"/>
                  </a:cubicBezTo>
                  <a:lnTo>
                    <a:pt x="801" y="93"/>
                  </a:lnTo>
                  <a:cubicBezTo>
                    <a:pt x="801" y="59"/>
                    <a:pt x="801" y="26"/>
                    <a:pt x="801" y="26"/>
                  </a:cubicBezTo>
                  <a:cubicBezTo>
                    <a:pt x="784" y="9"/>
                    <a:pt x="776" y="1"/>
                    <a:pt x="7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4176;p75">
              <a:extLst>
                <a:ext uri="{FF2B5EF4-FFF2-40B4-BE49-F238E27FC236}">
                  <a16:creationId xmlns:a16="http://schemas.microsoft.com/office/drawing/2014/main" id="{0E35B782-6131-2409-0497-85D3CD872857}"/>
                </a:ext>
              </a:extLst>
            </p:cNvPr>
            <p:cNvSpPr/>
            <p:nvPr/>
          </p:nvSpPr>
          <p:spPr>
            <a:xfrm>
              <a:off x="3029825" y="2108625"/>
              <a:ext cx="30050" cy="55050"/>
            </a:xfrm>
            <a:custGeom>
              <a:avLst/>
              <a:gdLst/>
              <a:ahLst/>
              <a:cxnLst/>
              <a:rect l="l" t="t" r="r" b="b"/>
              <a:pathLst>
                <a:path w="1202" h="2202" extrusionOk="0">
                  <a:moveTo>
                    <a:pt x="801" y="501"/>
                  </a:moveTo>
                  <a:cubicBezTo>
                    <a:pt x="835" y="534"/>
                    <a:pt x="835" y="567"/>
                    <a:pt x="868" y="601"/>
                  </a:cubicBezTo>
                  <a:cubicBezTo>
                    <a:pt x="868" y="634"/>
                    <a:pt x="902" y="701"/>
                    <a:pt x="902" y="767"/>
                  </a:cubicBezTo>
                  <a:cubicBezTo>
                    <a:pt x="902" y="801"/>
                    <a:pt x="902" y="801"/>
                    <a:pt x="902" y="834"/>
                  </a:cubicBezTo>
                  <a:lnTo>
                    <a:pt x="902" y="1034"/>
                  </a:lnTo>
                  <a:cubicBezTo>
                    <a:pt x="902" y="1068"/>
                    <a:pt x="902" y="1068"/>
                    <a:pt x="902" y="1101"/>
                  </a:cubicBezTo>
                  <a:cubicBezTo>
                    <a:pt x="902" y="1168"/>
                    <a:pt x="868" y="1234"/>
                    <a:pt x="868" y="1335"/>
                  </a:cubicBezTo>
                  <a:cubicBezTo>
                    <a:pt x="835" y="1368"/>
                    <a:pt x="835" y="1435"/>
                    <a:pt x="801" y="1468"/>
                  </a:cubicBezTo>
                  <a:cubicBezTo>
                    <a:pt x="768" y="1535"/>
                    <a:pt x="735" y="1568"/>
                    <a:pt x="701" y="1601"/>
                  </a:cubicBezTo>
                  <a:lnTo>
                    <a:pt x="601" y="1668"/>
                  </a:lnTo>
                  <a:cubicBezTo>
                    <a:pt x="568" y="1701"/>
                    <a:pt x="535" y="1701"/>
                    <a:pt x="501" y="1701"/>
                  </a:cubicBezTo>
                  <a:cubicBezTo>
                    <a:pt x="485" y="1718"/>
                    <a:pt x="468" y="1726"/>
                    <a:pt x="451" y="1726"/>
                  </a:cubicBezTo>
                  <a:cubicBezTo>
                    <a:pt x="435" y="1726"/>
                    <a:pt x="418" y="1718"/>
                    <a:pt x="401" y="1701"/>
                  </a:cubicBezTo>
                  <a:cubicBezTo>
                    <a:pt x="368" y="1701"/>
                    <a:pt x="368" y="1668"/>
                    <a:pt x="334" y="1635"/>
                  </a:cubicBezTo>
                  <a:cubicBezTo>
                    <a:pt x="334" y="1568"/>
                    <a:pt x="301" y="1501"/>
                    <a:pt x="301" y="1468"/>
                  </a:cubicBezTo>
                  <a:lnTo>
                    <a:pt x="301" y="1401"/>
                  </a:lnTo>
                  <a:lnTo>
                    <a:pt x="301" y="1201"/>
                  </a:lnTo>
                  <a:lnTo>
                    <a:pt x="301" y="1134"/>
                  </a:lnTo>
                  <a:cubicBezTo>
                    <a:pt x="301" y="1034"/>
                    <a:pt x="334" y="968"/>
                    <a:pt x="334" y="901"/>
                  </a:cubicBezTo>
                  <a:cubicBezTo>
                    <a:pt x="368" y="834"/>
                    <a:pt x="368" y="801"/>
                    <a:pt x="401" y="734"/>
                  </a:cubicBezTo>
                  <a:cubicBezTo>
                    <a:pt x="435" y="701"/>
                    <a:pt x="468" y="667"/>
                    <a:pt x="501" y="634"/>
                  </a:cubicBezTo>
                  <a:cubicBezTo>
                    <a:pt x="535" y="601"/>
                    <a:pt x="568" y="567"/>
                    <a:pt x="601" y="567"/>
                  </a:cubicBezTo>
                  <a:cubicBezTo>
                    <a:pt x="635" y="534"/>
                    <a:pt x="668" y="534"/>
                    <a:pt x="701" y="501"/>
                  </a:cubicBezTo>
                  <a:close/>
                  <a:moveTo>
                    <a:pt x="835" y="0"/>
                  </a:moveTo>
                  <a:cubicBezTo>
                    <a:pt x="768" y="0"/>
                    <a:pt x="668" y="34"/>
                    <a:pt x="601" y="100"/>
                  </a:cubicBezTo>
                  <a:cubicBezTo>
                    <a:pt x="501" y="134"/>
                    <a:pt x="435" y="200"/>
                    <a:pt x="368" y="300"/>
                  </a:cubicBezTo>
                  <a:cubicBezTo>
                    <a:pt x="301" y="367"/>
                    <a:pt x="234" y="467"/>
                    <a:pt x="168" y="567"/>
                  </a:cubicBezTo>
                  <a:cubicBezTo>
                    <a:pt x="134" y="667"/>
                    <a:pt x="68" y="801"/>
                    <a:pt x="34" y="901"/>
                  </a:cubicBezTo>
                  <a:cubicBezTo>
                    <a:pt x="1" y="1034"/>
                    <a:pt x="1" y="1134"/>
                    <a:pt x="1" y="1268"/>
                  </a:cubicBezTo>
                  <a:cubicBezTo>
                    <a:pt x="1" y="1301"/>
                    <a:pt x="1" y="1335"/>
                    <a:pt x="1" y="1368"/>
                  </a:cubicBezTo>
                  <a:lnTo>
                    <a:pt x="1" y="1568"/>
                  </a:lnTo>
                  <a:cubicBezTo>
                    <a:pt x="1" y="1601"/>
                    <a:pt x="1" y="1635"/>
                    <a:pt x="1" y="1635"/>
                  </a:cubicBezTo>
                  <a:cubicBezTo>
                    <a:pt x="1" y="1735"/>
                    <a:pt x="1" y="1835"/>
                    <a:pt x="34" y="1935"/>
                  </a:cubicBezTo>
                  <a:cubicBezTo>
                    <a:pt x="68" y="2002"/>
                    <a:pt x="134" y="2068"/>
                    <a:pt x="168" y="2135"/>
                  </a:cubicBezTo>
                  <a:cubicBezTo>
                    <a:pt x="234" y="2168"/>
                    <a:pt x="301" y="2202"/>
                    <a:pt x="368" y="2202"/>
                  </a:cubicBezTo>
                  <a:cubicBezTo>
                    <a:pt x="435" y="2202"/>
                    <a:pt x="535" y="2168"/>
                    <a:pt x="601" y="2102"/>
                  </a:cubicBezTo>
                  <a:cubicBezTo>
                    <a:pt x="701" y="2068"/>
                    <a:pt x="768" y="2002"/>
                    <a:pt x="835" y="1902"/>
                  </a:cubicBezTo>
                  <a:cubicBezTo>
                    <a:pt x="935" y="1835"/>
                    <a:pt x="968" y="1735"/>
                    <a:pt x="1035" y="1635"/>
                  </a:cubicBezTo>
                  <a:cubicBezTo>
                    <a:pt x="1102" y="1535"/>
                    <a:pt x="1135" y="1401"/>
                    <a:pt x="1168" y="1301"/>
                  </a:cubicBezTo>
                  <a:cubicBezTo>
                    <a:pt x="1202" y="1168"/>
                    <a:pt x="1202" y="1068"/>
                    <a:pt x="1202" y="934"/>
                  </a:cubicBezTo>
                  <a:cubicBezTo>
                    <a:pt x="1202" y="901"/>
                    <a:pt x="1202" y="868"/>
                    <a:pt x="1202" y="868"/>
                  </a:cubicBezTo>
                  <a:lnTo>
                    <a:pt x="1202" y="634"/>
                  </a:lnTo>
                  <a:cubicBezTo>
                    <a:pt x="1202" y="634"/>
                    <a:pt x="1202" y="601"/>
                    <a:pt x="1202" y="567"/>
                  </a:cubicBezTo>
                  <a:cubicBezTo>
                    <a:pt x="1202" y="467"/>
                    <a:pt x="1202" y="367"/>
                    <a:pt x="1168" y="267"/>
                  </a:cubicBezTo>
                  <a:cubicBezTo>
                    <a:pt x="1135" y="200"/>
                    <a:pt x="1102" y="134"/>
                    <a:pt x="1035" y="67"/>
                  </a:cubicBezTo>
                  <a:cubicBezTo>
                    <a:pt x="968" y="34"/>
                    <a:pt x="902" y="0"/>
                    <a:pt x="8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4177;p75">
              <a:extLst>
                <a:ext uri="{FF2B5EF4-FFF2-40B4-BE49-F238E27FC236}">
                  <a16:creationId xmlns:a16="http://schemas.microsoft.com/office/drawing/2014/main" id="{89060493-B045-0183-4381-5BBD808FFE71}"/>
                </a:ext>
              </a:extLst>
            </p:cNvPr>
            <p:cNvSpPr/>
            <p:nvPr/>
          </p:nvSpPr>
          <p:spPr>
            <a:xfrm>
              <a:off x="3064850" y="2067125"/>
              <a:ext cx="24225" cy="78200"/>
            </a:xfrm>
            <a:custGeom>
              <a:avLst/>
              <a:gdLst/>
              <a:ahLst/>
              <a:cxnLst/>
              <a:rect l="l" t="t" r="r" b="b"/>
              <a:pathLst>
                <a:path w="969" h="3128" extrusionOk="0">
                  <a:moveTo>
                    <a:pt x="918" y="1"/>
                  </a:moveTo>
                  <a:cubicBezTo>
                    <a:pt x="910" y="1"/>
                    <a:pt x="902" y="9"/>
                    <a:pt x="902" y="26"/>
                  </a:cubicBezTo>
                  <a:lnTo>
                    <a:pt x="701" y="126"/>
                  </a:lnTo>
                  <a:cubicBezTo>
                    <a:pt x="635" y="159"/>
                    <a:pt x="568" y="226"/>
                    <a:pt x="501" y="259"/>
                  </a:cubicBezTo>
                  <a:cubicBezTo>
                    <a:pt x="435" y="326"/>
                    <a:pt x="401" y="393"/>
                    <a:pt x="334" y="459"/>
                  </a:cubicBezTo>
                  <a:cubicBezTo>
                    <a:pt x="301" y="559"/>
                    <a:pt x="268" y="660"/>
                    <a:pt x="234" y="726"/>
                  </a:cubicBezTo>
                  <a:cubicBezTo>
                    <a:pt x="234" y="826"/>
                    <a:pt x="201" y="960"/>
                    <a:pt x="201" y="1060"/>
                  </a:cubicBezTo>
                  <a:lnTo>
                    <a:pt x="201" y="1227"/>
                  </a:lnTo>
                  <a:lnTo>
                    <a:pt x="34" y="1293"/>
                  </a:lnTo>
                  <a:cubicBezTo>
                    <a:pt x="34" y="1327"/>
                    <a:pt x="1" y="1327"/>
                    <a:pt x="1" y="1360"/>
                  </a:cubicBezTo>
                  <a:cubicBezTo>
                    <a:pt x="1" y="1393"/>
                    <a:pt x="1" y="1427"/>
                    <a:pt x="1" y="1460"/>
                  </a:cubicBezTo>
                  <a:lnTo>
                    <a:pt x="1" y="1694"/>
                  </a:lnTo>
                  <a:cubicBezTo>
                    <a:pt x="1" y="1727"/>
                    <a:pt x="1" y="1727"/>
                    <a:pt x="1" y="1760"/>
                  </a:cubicBezTo>
                  <a:lnTo>
                    <a:pt x="34" y="1760"/>
                  </a:lnTo>
                  <a:lnTo>
                    <a:pt x="201" y="1660"/>
                  </a:lnTo>
                  <a:lnTo>
                    <a:pt x="201" y="3061"/>
                  </a:lnTo>
                  <a:lnTo>
                    <a:pt x="201" y="3128"/>
                  </a:lnTo>
                  <a:lnTo>
                    <a:pt x="268" y="3128"/>
                  </a:lnTo>
                  <a:lnTo>
                    <a:pt x="435" y="3028"/>
                  </a:lnTo>
                  <a:cubicBezTo>
                    <a:pt x="468" y="2995"/>
                    <a:pt x="468" y="2995"/>
                    <a:pt x="501" y="2961"/>
                  </a:cubicBezTo>
                  <a:cubicBezTo>
                    <a:pt x="501" y="2928"/>
                    <a:pt x="501" y="2894"/>
                    <a:pt x="501" y="2894"/>
                  </a:cubicBezTo>
                  <a:lnTo>
                    <a:pt x="501" y="1493"/>
                  </a:lnTo>
                  <a:lnTo>
                    <a:pt x="835" y="1293"/>
                  </a:lnTo>
                  <a:cubicBezTo>
                    <a:pt x="868" y="1260"/>
                    <a:pt x="868" y="1260"/>
                    <a:pt x="902" y="1227"/>
                  </a:cubicBezTo>
                  <a:cubicBezTo>
                    <a:pt x="902" y="1193"/>
                    <a:pt x="902" y="1160"/>
                    <a:pt x="902" y="1160"/>
                  </a:cubicBezTo>
                  <a:lnTo>
                    <a:pt x="902" y="893"/>
                  </a:lnTo>
                  <a:cubicBezTo>
                    <a:pt x="902" y="860"/>
                    <a:pt x="902" y="860"/>
                    <a:pt x="902" y="826"/>
                  </a:cubicBezTo>
                  <a:lnTo>
                    <a:pt x="835" y="826"/>
                  </a:lnTo>
                  <a:lnTo>
                    <a:pt x="501" y="1026"/>
                  </a:lnTo>
                  <a:lnTo>
                    <a:pt x="535" y="893"/>
                  </a:lnTo>
                  <a:cubicBezTo>
                    <a:pt x="535" y="826"/>
                    <a:pt x="535" y="760"/>
                    <a:pt x="568" y="693"/>
                  </a:cubicBezTo>
                  <a:cubicBezTo>
                    <a:pt x="601" y="626"/>
                    <a:pt x="668" y="593"/>
                    <a:pt x="735" y="559"/>
                  </a:cubicBezTo>
                  <a:lnTo>
                    <a:pt x="902" y="459"/>
                  </a:lnTo>
                  <a:cubicBezTo>
                    <a:pt x="902" y="426"/>
                    <a:pt x="935" y="426"/>
                    <a:pt x="935" y="393"/>
                  </a:cubicBezTo>
                  <a:cubicBezTo>
                    <a:pt x="968" y="359"/>
                    <a:pt x="968" y="359"/>
                    <a:pt x="968" y="326"/>
                  </a:cubicBezTo>
                  <a:lnTo>
                    <a:pt x="968" y="59"/>
                  </a:lnTo>
                  <a:cubicBezTo>
                    <a:pt x="968" y="59"/>
                    <a:pt x="968" y="26"/>
                    <a:pt x="935" y="26"/>
                  </a:cubicBezTo>
                  <a:cubicBezTo>
                    <a:pt x="935" y="9"/>
                    <a:pt x="927" y="1"/>
                    <a:pt x="9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4178;p75">
              <a:extLst>
                <a:ext uri="{FF2B5EF4-FFF2-40B4-BE49-F238E27FC236}">
                  <a16:creationId xmlns:a16="http://schemas.microsoft.com/office/drawing/2014/main" id="{FABA5B0E-F337-4375-4DDA-41CE05464EF3}"/>
                </a:ext>
              </a:extLst>
            </p:cNvPr>
            <p:cNvSpPr/>
            <p:nvPr/>
          </p:nvSpPr>
          <p:spPr>
            <a:xfrm>
              <a:off x="3104050" y="2067125"/>
              <a:ext cx="27550" cy="54400"/>
            </a:xfrm>
            <a:custGeom>
              <a:avLst/>
              <a:gdLst/>
              <a:ahLst/>
              <a:cxnLst/>
              <a:rect l="l" t="t" r="r" b="b"/>
              <a:pathLst>
                <a:path w="1102" h="2176" extrusionOk="0">
                  <a:moveTo>
                    <a:pt x="839" y="1"/>
                  </a:moveTo>
                  <a:cubicBezTo>
                    <a:pt x="810" y="1"/>
                    <a:pt x="785" y="9"/>
                    <a:pt x="768" y="26"/>
                  </a:cubicBezTo>
                  <a:cubicBezTo>
                    <a:pt x="668" y="26"/>
                    <a:pt x="601" y="59"/>
                    <a:pt x="534" y="92"/>
                  </a:cubicBezTo>
                  <a:cubicBezTo>
                    <a:pt x="468" y="126"/>
                    <a:pt x="401" y="193"/>
                    <a:pt x="334" y="259"/>
                  </a:cubicBezTo>
                  <a:cubicBezTo>
                    <a:pt x="268" y="326"/>
                    <a:pt x="234" y="426"/>
                    <a:pt x="167" y="493"/>
                  </a:cubicBezTo>
                  <a:cubicBezTo>
                    <a:pt x="134" y="559"/>
                    <a:pt x="101" y="660"/>
                    <a:pt x="67" y="760"/>
                  </a:cubicBezTo>
                  <a:cubicBezTo>
                    <a:pt x="67" y="826"/>
                    <a:pt x="34" y="893"/>
                    <a:pt x="34" y="993"/>
                  </a:cubicBezTo>
                  <a:cubicBezTo>
                    <a:pt x="34" y="1060"/>
                    <a:pt x="34" y="1127"/>
                    <a:pt x="34" y="1193"/>
                  </a:cubicBezTo>
                  <a:cubicBezTo>
                    <a:pt x="67" y="1227"/>
                    <a:pt x="67" y="1293"/>
                    <a:pt x="101" y="1327"/>
                  </a:cubicBezTo>
                  <a:cubicBezTo>
                    <a:pt x="134" y="1360"/>
                    <a:pt x="167" y="1393"/>
                    <a:pt x="234" y="1393"/>
                  </a:cubicBezTo>
                  <a:lnTo>
                    <a:pt x="401" y="1393"/>
                  </a:lnTo>
                  <a:lnTo>
                    <a:pt x="568" y="1360"/>
                  </a:lnTo>
                  <a:cubicBezTo>
                    <a:pt x="601" y="1327"/>
                    <a:pt x="634" y="1327"/>
                    <a:pt x="701" y="1327"/>
                  </a:cubicBezTo>
                  <a:lnTo>
                    <a:pt x="735" y="1327"/>
                  </a:lnTo>
                  <a:cubicBezTo>
                    <a:pt x="768" y="1327"/>
                    <a:pt x="768" y="1360"/>
                    <a:pt x="735" y="1393"/>
                  </a:cubicBezTo>
                  <a:cubicBezTo>
                    <a:pt x="735" y="1393"/>
                    <a:pt x="735" y="1427"/>
                    <a:pt x="735" y="1427"/>
                  </a:cubicBezTo>
                  <a:lnTo>
                    <a:pt x="701" y="1493"/>
                  </a:lnTo>
                  <a:cubicBezTo>
                    <a:pt x="668" y="1527"/>
                    <a:pt x="634" y="1560"/>
                    <a:pt x="634" y="1560"/>
                  </a:cubicBezTo>
                  <a:cubicBezTo>
                    <a:pt x="601" y="1594"/>
                    <a:pt x="568" y="1594"/>
                    <a:pt x="534" y="1627"/>
                  </a:cubicBezTo>
                  <a:cubicBezTo>
                    <a:pt x="501" y="1660"/>
                    <a:pt x="468" y="1660"/>
                    <a:pt x="434" y="1660"/>
                  </a:cubicBezTo>
                  <a:lnTo>
                    <a:pt x="368" y="1660"/>
                  </a:lnTo>
                  <a:lnTo>
                    <a:pt x="301" y="1627"/>
                  </a:lnTo>
                  <a:lnTo>
                    <a:pt x="268" y="1627"/>
                  </a:lnTo>
                  <a:lnTo>
                    <a:pt x="67" y="1727"/>
                  </a:lnTo>
                  <a:cubicBezTo>
                    <a:pt x="67" y="1760"/>
                    <a:pt x="34" y="1760"/>
                    <a:pt x="34" y="1794"/>
                  </a:cubicBezTo>
                  <a:cubicBezTo>
                    <a:pt x="1" y="1827"/>
                    <a:pt x="1" y="1860"/>
                    <a:pt x="34" y="1894"/>
                  </a:cubicBezTo>
                  <a:cubicBezTo>
                    <a:pt x="34" y="1927"/>
                    <a:pt x="34" y="1994"/>
                    <a:pt x="67" y="2027"/>
                  </a:cubicBezTo>
                  <a:cubicBezTo>
                    <a:pt x="67" y="2094"/>
                    <a:pt x="134" y="2127"/>
                    <a:pt x="167" y="2161"/>
                  </a:cubicBezTo>
                  <a:cubicBezTo>
                    <a:pt x="212" y="2161"/>
                    <a:pt x="242" y="2175"/>
                    <a:pt x="276" y="2175"/>
                  </a:cubicBezTo>
                  <a:cubicBezTo>
                    <a:pt x="293" y="2175"/>
                    <a:pt x="312" y="2172"/>
                    <a:pt x="334" y="2161"/>
                  </a:cubicBezTo>
                  <a:cubicBezTo>
                    <a:pt x="401" y="2161"/>
                    <a:pt x="501" y="2127"/>
                    <a:pt x="568" y="2094"/>
                  </a:cubicBezTo>
                  <a:cubicBezTo>
                    <a:pt x="634" y="2027"/>
                    <a:pt x="735" y="1994"/>
                    <a:pt x="801" y="1894"/>
                  </a:cubicBezTo>
                  <a:cubicBezTo>
                    <a:pt x="868" y="1827"/>
                    <a:pt x="901" y="1760"/>
                    <a:pt x="968" y="1660"/>
                  </a:cubicBezTo>
                  <a:cubicBezTo>
                    <a:pt x="1001" y="1594"/>
                    <a:pt x="1035" y="1493"/>
                    <a:pt x="1068" y="1427"/>
                  </a:cubicBezTo>
                  <a:cubicBezTo>
                    <a:pt x="1101" y="1327"/>
                    <a:pt x="1101" y="1260"/>
                    <a:pt x="1101" y="1193"/>
                  </a:cubicBezTo>
                  <a:cubicBezTo>
                    <a:pt x="1101" y="1060"/>
                    <a:pt x="1068" y="960"/>
                    <a:pt x="1001" y="860"/>
                  </a:cubicBezTo>
                  <a:cubicBezTo>
                    <a:pt x="977" y="811"/>
                    <a:pt x="917" y="780"/>
                    <a:pt x="821" y="780"/>
                  </a:cubicBezTo>
                  <a:cubicBezTo>
                    <a:pt x="786" y="780"/>
                    <a:pt x="746" y="784"/>
                    <a:pt x="701" y="793"/>
                  </a:cubicBezTo>
                  <a:lnTo>
                    <a:pt x="534" y="860"/>
                  </a:lnTo>
                  <a:lnTo>
                    <a:pt x="368" y="860"/>
                  </a:lnTo>
                  <a:cubicBezTo>
                    <a:pt x="368" y="826"/>
                    <a:pt x="368" y="793"/>
                    <a:pt x="368" y="793"/>
                  </a:cubicBezTo>
                  <a:cubicBezTo>
                    <a:pt x="368" y="726"/>
                    <a:pt x="401" y="693"/>
                    <a:pt x="434" y="626"/>
                  </a:cubicBezTo>
                  <a:cubicBezTo>
                    <a:pt x="468" y="593"/>
                    <a:pt x="501" y="559"/>
                    <a:pt x="568" y="526"/>
                  </a:cubicBezTo>
                  <a:cubicBezTo>
                    <a:pt x="601" y="493"/>
                    <a:pt x="634" y="493"/>
                    <a:pt x="668" y="493"/>
                  </a:cubicBezTo>
                  <a:lnTo>
                    <a:pt x="735" y="493"/>
                  </a:lnTo>
                  <a:lnTo>
                    <a:pt x="768" y="526"/>
                  </a:lnTo>
                  <a:lnTo>
                    <a:pt x="835" y="526"/>
                  </a:lnTo>
                  <a:lnTo>
                    <a:pt x="1001" y="393"/>
                  </a:lnTo>
                  <a:cubicBezTo>
                    <a:pt x="1035" y="393"/>
                    <a:pt x="1035" y="359"/>
                    <a:pt x="1068" y="359"/>
                  </a:cubicBezTo>
                  <a:cubicBezTo>
                    <a:pt x="1068" y="326"/>
                    <a:pt x="1068" y="293"/>
                    <a:pt x="1068" y="259"/>
                  </a:cubicBezTo>
                  <a:cubicBezTo>
                    <a:pt x="1068" y="193"/>
                    <a:pt x="1035" y="159"/>
                    <a:pt x="1035" y="126"/>
                  </a:cubicBezTo>
                  <a:cubicBezTo>
                    <a:pt x="1001" y="59"/>
                    <a:pt x="968" y="26"/>
                    <a:pt x="935" y="26"/>
                  </a:cubicBezTo>
                  <a:cubicBezTo>
                    <a:pt x="901" y="9"/>
                    <a:pt x="868" y="1"/>
                    <a:pt x="83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4179;p75">
              <a:extLst>
                <a:ext uri="{FF2B5EF4-FFF2-40B4-BE49-F238E27FC236}">
                  <a16:creationId xmlns:a16="http://schemas.microsoft.com/office/drawing/2014/main" id="{892C2AE7-E8DA-C2DF-4EC2-A1F94A4B3678}"/>
                </a:ext>
              </a:extLst>
            </p:cNvPr>
            <p:cNvSpPr/>
            <p:nvPr/>
          </p:nvSpPr>
          <p:spPr>
            <a:xfrm>
              <a:off x="3135750" y="2047750"/>
              <a:ext cx="28375" cy="57075"/>
            </a:xfrm>
            <a:custGeom>
              <a:avLst/>
              <a:gdLst/>
              <a:ahLst/>
              <a:cxnLst/>
              <a:rect l="l" t="t" r="r" b="b"/>
              <a:pathLst>
                <a:path w="1135" h="2283" extrusionOk="0">
                  <a:moveTo>
                    <a:pt x="834" y="1101"/>
                  </a:moveTo>
                  <a:lnTo>
                    <a:pt x="834" y="1134"/>
                  </a:lnTo>
                  <a:cubicBezTo>
                    <a:pt x="834" y="1168"/>
                    <a:pt x="801" y="1234"/>
                    <a:pt x="801" y="1301"/>
                  </a:cubicBezTo>
                  <a:cubicBezTo>
                    <a:pt x="767" y="1334"/>
                    <a:pt x="767" y="1401"/>
                    <a:pt x="734" y="1468"/>
                  </a:cubicBezTo>
                  <a:cubicBezTo>
                    <a:pt x="701" y="1535"/>
                    <a:pt x="667" y="1568"/>
                    <a:pt x="634" y="1635"/>
                  </a:cubicBezTo>
                  <a:cubicBezTo>
                    <a:pt x="567" y="1668"/>
                    <a:pt x="534" y="1701"/>
                    <a:pt x="467" y="1735"/>
                  </a:cubicBezTo>
                  <a:cubicBezTo>
                    <a:pt x="434" y="1768"/>
                    <a:pt x="401" y="1768"/>
                    <a:pt x="367" y="1768"/>
                  </a:cubicBezTo>
                  <a:cubicBezTo>
                    <a:pt x="300" y="1768"/>
                    <a:pt x="300" y="1735"/>
                    <a:pt x="300" y="1701"/>
                  </a:cubicBezTo>
                  <a:cubicBezTo>
                    <a:pt x="300" y="1635"/>
                    <a:pt x="334" y="1568"/>
                    <a:pt x="334" y="1535"/>
                  </a:cubicBezTo>
                  <a:cubicBezTo>
                    <a:pt x="367" y="1468"/>
                    <a:pt x="434" y="1401"/>
                    <a:pt x="501" y="1368"/>
                  </a:cubicBezTo>
                  <a:lnTo>
                    <a:pt x="834" y="1101"/>
                  </a:lnTo>
                  <a:close/>
                  <a:moveTo>
                    <a:pt x="801" y="0"/>
                  </a:moveTo>
                  <a:cubicBezTo>
                    <a:pt x="734" y="34"/>
                    <a:pt x="634" y="34"/>
                    <a:pt x="567" y="100"/>
                  </a:cubicBezTo>
                  <a:cubicBezTo>
                    <a:pt x="501" y="134"/>
                    <a:pt x="434" y="200"/>
                    <a:pt x="367" y="267"/>
                  </a:cubicBezTo>
                  <a:cubicBezTo>
                    <a:pt x="234" y="400"/>
                    <a:pt x="167" y="567"/>
                    <a:pt x="100" y="734"/>
                  </a:cubicBezTo>
                  <a:cubicBezTo>
                    <a:pt x="67" y="767"/>
                    <a:pt x="67" y="834"/>
                    <a:pt x="67" y="901"/>
                  </a:cubicBezTo>
                  <a:cubicBezTo>
                    <a:pt x="67" y="934"/>
                    <a:pt x="100" y="968"/>
                    <a:pt x="100" y="968"/>
                  </a:cubicBezTo>
                  <a:lnTo>
                    <a:pt x="134" y="968"/>
                  </a:lnTo>
                  <a:lnTo>
                    <a:pt x="367" y="834"/>
                  </a:lnTo>
                  <a:cubicBezTo>
                    <a:pt x="401" y="834"/>
                    <a:pt x="401" y="801"/>
                    <a:pt x="401" y="801"/>
                  </a:cubicBezTo>
                  <a:cubicBezTo>
                    <a:pt x="434" y="767"/>
                    <a:pt x="434" y="767"/>
                    <a:pt x="434" y="734"/>
                  </a:cubicBezTo>
                  <a:cubicBezTo>
                    <a:pt x="467" y="701"/>
                    <a:pt x="501" y="667"/>
                    <a:pt x="501" y="634"/>
                  </a:cubicBezTo>
                  <a:cubicBezTo>
                    <a:pt x="534" y="601"/>
                    <a:pt x="567" y="567"/>
                    <a:pt x="601" y="534"/>
                  </a:cubicBezTo>
                  <a:cubicBezTo>
                    <a:pt x="667" y="501"/>
                    <a:pt x="734" y="501"/>
                    <a:pt x="767" y="501"/>
                  </a:cubicBezTo>
                  <a:cubicBezTo>
                    <a:pt x="801" y="534"/>
                    <a:pt x="834" y="601"/>
                    <a:pt x="834" y="701"/>
                  </a:cubicBezTo>
                  <a:lnTo>
                    <a:pt x="434" y="1034"/>
                  </a:lnTo>
                  <a:cubicBezTo>
                    <a:pt x="300" y="1134"/>
                    <a:pt x="200" y="1268"/>
                    <a:pt x="100" y="1401"/>
                  </a:cubicBezTo>
                  <a:cubicBezTo>
                    <a:pt x="34" y="1568"/>
                    <a:pt x="0" y="1735"/>
                    <a:pt x="0" y="1902"/>
                  </a:cubicBezTo>
                  <a:cubicBezTo>
                    <a:pt x="0" y="1968"/>
                    <a:pt x="0" y="2035"/>
                    <a:pt x="0" y="2102"/>
                  </a:cubicBezTo>
                  <a:cubicBezTo>
                    <a:pt x="34" y="2168"/>
                    <a:pt x="67" y="2202"/>
                    <a:pt x="100" y="2235"/>
                  </a:cubicBezTo>
                  <a:cubicBezTo>
                    <a:pt x="124" y="2259"/>
                    <a:pt x="164" y="2282"/>
                    <a:pt x="198" y="2282"/>
                  </a:cubicBezTo>
                  <a:cubicBezTo>
                    <a:pt x="211" y="2282"/>
                    <a:pt x="224" y="2278"/>
                    <a:pt x="234" y="2268"/>
                  </a:cubicBezTo>
                  <a:cubicBezTo>
                    <a:pt x="300" y="2268"/>
                    <a:pt x="367" y="2268"/>
                    <a:pt x="434" y="2202"/>
                  </a:cubicBezTo>
                  <a:cubicBezTo>
                    <a:pt x="534" y="2168"/>
                    <a:pt x="601" y="2102"/>
                    <a:pt x="667" y="2002"/>
                  </a:cubicBezTo>
                  <a:cubicBezTo>
                    <a:pt x="734" y="1902"/>
                    <a:pt x="801" y="1835"/>
                    <a:pt x="834" y="1735"/>
                  </a:cubicBezTo>
                  <a:lnTo>
                    <a:pt x="834" y="1835"/>
                  </a:lnTo>
                  <a:cubicBezTo>
                    <a:pt x="834" y="1868"/>
                    <a:pt x="834" y="1902"/>
                    <a:pt x="834" y="1902"/>
                  </a:cubicBezTo>
                  <a:cubicBezTo>
                    <a:pt x="834" y="1918"/>
                    <a:pt x="843" y="1927"/>
                    <a:pt x="851" y="1927"/>
                  </a:cubicBezTo>
                  <a:cubicBezTo>
                    <a:pt x="859" y="1927"/>
                    <a:pt x="868" y="1918"/>
                    <a:pt x="868" y="1902"/>
                  </a:cubicBezTo>
                  <a:lnTo>
                    <a:pt x="1068" y="1801"/>
                  </a:lnTo>
                  <a:cubicBezTo>
                    <a:pt x="1068" y="1801"/>
                    <a:pt x="1101" y="1768"/>
                    <a:pt x="1101" y="1735"/>
                  </a:cubicBezTo>
                  <a:cubicBezTo>
                    <a:pt x="1134" y="1735"/>
                    <a:pt x="1134" y="1701"/>
                    <a:pt x="1134" y="1668"/>
                  </a:cubicBezTo>
                  <a:lnTo>
                    <a:pt x="1134" y="567"/>
                  </a:lnTo>
                  <a:cubicBezTo>
                    <a:pt x="1134" y="467"/>
                    <a:pt x="1101" y="334"/>
                    <a:pt x="1068" y="234"/>
                  </a:cubicBezTo>
                  <a:cubicBezTo>
                    <a:pt x="1068" y="167"/>
                    <a:pt x="1034" y="100"/>
                    <a:pt x="968" y="67"/>
                  </a:cubicBezTo>
                  <a:cubicBezTo>
                    <a:pt x="934" y="34"/>
                    <a:pt x="868" y="0"/>
                    <a:pt x="8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4180;p75">
              <a:extLst>
                <a:ext uri="{FF2B5EF4-FFF2-40B4-BE49-F238E27FC236}">
                  <a16:creationId xmlns:a16="http://schemas.microsoft.com/office/drawing/2014/main" id="{447DC7A4-8B0E-1ABB-75F9-A955D046393B}"/>
                </a:ext>
              </a:extLst>
            </p:cNvPr>
            <p:cNvSpPr/>
            <p:nvPr/>
          </p:nvSpPr>
          <p:spPr>
            <a:xfrm>
              <a:off x="3172425" y="2016875"/>
              <a:ext cx="7550" cy="69250"/>
            </a:xfrm>
            <a:custGeom>
              <a:avLst/>
              <a:gdLst/>
              <a:ahLst/>
              <a:cxnLst/>
              <a:rect l="l" t="t" r="r" b="b"/>
              <a:pathLst>
                <a:path w="302" h="2770" extrusionOk="0">
                  <a:moveTo>
                    <a:pt x="268" y="1"/>
                  </a:moveTo>
                  <a:lnTo>
                    <a:pt x="68" y="101"/>
                  </a:lnTo>
                  <a:cubicBezTo>
                    <a:pt x="34" y="134"/>
                    <a:pt x="34" y="134"/>
                    <a:pt x="34" y="168"/>
                  </a:cubicBezTo>
                  <a:cubicBezTo>
                    <a:pt x="1" y="201"/>
                    <a:pt x="1" y="234"/>
                    <a:pt x="34" y="234"/>
                  </a:cubicBezTo>
                  <a:lnTo>
                    <a:pt x="34" y="2703"/>
                  </a:lnTo>
                  <a:cubicBezTo>
                    <a:pt x="1" y="2736"/>
                    <a:pt x="1" y="2770"/>
                    <a:pt x="34" y="2770"/>
                  </a:cubicBezTo>
                  <a:lnTo>
                    <a:pt x="68" y="2770"/>
                  </a:lnTo>
                  <a:lnTo>
                    <a:pt x="268" y="2670"/>
                  </a:lnTo>
                  <a:cubicBezTo>
                    <a:pt x="268" y="2670"/>
                    <a:pt x="301" y="2636"/>
                    <a:pt x="301" y="2603"/>
                  </a:cubicBezTo>
                  <a:cubicBezTo>
                    <a:pt x="301" y="2569"/>
                    <a:pt x="301" y="2569"/>
                    <a:pt x="301" y="2536"/>
                  </a:cubicBezTo>
                  <a:lnTo>
                    <a:pt x="301" y="68"/>
                  </a:lnTo>
                  <a:cubicBezTo>
                    <a:pt x="301" y="34"/>
                    <a:pt x="301" y="34"/>
                    <a:pt x="3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4181;p75">
              <a:extLst>
                <a:ext uri="{FF2B5EF4-FFF2-40B4-BE49-F238E27FC236}">
                  <a16:creationId xmlns:a16="http://schemas.microsoft.com/office/drawing/2014/main" id="{9871A2D4-F273-082D-6262-19B92F31ED4C}"/>
                </a:ext>
              </a:extLst>
            </p:cNvPr>
            <p:cNvSpPr/>
            <p:nvPr/>
          </p:nvSpPr>
          <p:spPr>
            <a:xfrm>
              <a:off x="3186625" y="2019050"/>
              <a:ext cx="30875" cy="53725"/>
            </a:xfrm>
            <a:custGeom>
              <a:avLst/>
              <a:gdLst/>
              <a:ahLst/>
              <a:cxnLst/>
              <a:rect l="l" t="t" r="r" b="b"/>
              <a:pathLst>
                <a:path w="1235" h="2149" extrusionOk="0">
                  <a:moveTo>
                    <a:pt x="734" y="448"/>
                  </a:moveTo>
                  <a:cubicBezTo>
                    <a:pt x="767" y="448"/>
                    <a:pt x="801" y="481"/>
                    <a:pt x="834" y="481"/>
                  </a:cubicBezTo>
                  <a:cubicBezTo>
                    <a:pt x="834" y="514"/>
                    <a:pt x="867" y="548"/>
                    <a:pt x="867" y="581"/>
                  </a:cubicBezTo>
                  <a:cubicBezTo>
                    <a:pt x="867" y="614"/>
                    <a:pt x="867" y="648"/>
                    <a:pt x="867" y="681"/>
                  </a:cubicBezTo>
                  <a:lnTo>
                    <a:pt x="334" y="1015"/>
                  </a:lnTo>
                  <a:cubicBezTo>
                    <a:pt x="334" y="981"/>
                    <a:pt x="334" y="915"/>
                    <a:pt x="334" y="881"/>
                  </a:cubicBezTo>
                  <a:cubicBezTo>
                    <a:pt x="367" y="815"/>
                    <a:pt x="367" y="781"/>
                    <a:pt x="400" y="748"/>
                  </a:cubicBezTo>
                  <a:cubicBezTo>
                    <a:pt x="434" y="681"/>
                    <a:pt x="434" y="648"/>
                    <a:pt x="467" y="614"/>
                  </a:cubicBezTo>
                  <a:cubicBezTo>
                    <a:pt x="500" y="581"/>
                    <a:pt x="567" y="514"/>
                    <a:pt x="600" y="514"/>
                  </a:cubicBezTo>
                  <a:lnTo>
                    <a:pt x="634" y="514"/>
                  </a:lnTo>
                  <a:cubicBezTo>
                    <a:pt x="667" y="481"/>
                    <a:pt x="701" y="448"/>
                    <a:pt x="734" y="448"/>
                  </a:cubicBezTo>
                  <a:close/>
                  <a:moveTo>
                    <a:pt x="793" y="1"/>
                  </a:moveTo>
                  <a:cubicBezTo>
                    <a:pt x="731" y="1"/>
                    <a:pt x="683" y="32"/>
                    <a:pt x="634" y="81"/>
                  </a:cubicBezTo>
                  <a:cubicBezTo>
                    <a:pt x="500" y="114"/>
                    <a:pt x="434" y="181"/>
                    <a:pt x="367" y="281"/>
                  </a:cubicBezTo>
                  <a:cubicBezTo>
                    <a:pt x="267" y="381"/>
                    <a:pt x="200" y="481"/>
                    <a:pt x="167" y="614"/>
                  </a:cubicBezTo>
                  <a:cubicBezTo>
                    <a:pt x="100" y="715"/>
                    <a:pt x="67" y="848"/>
                    <a:pt x="33" y="981"/>
                  </a:cubicBezTo>
                  <a:cubicBezTo>
                    <a:pt x="33" y="1115"/>
                    <a:pt x="0" y="1282"/>
                    <a:pt x="0" y="1415"/>
                  </a:cubicBezTo>
                  <a:cubicBezTo>
                    <a:pt x="0" y="1548"/>
                    <a:pt x="0" y="1682"/>
                    <a:pt x="33" y="1815"/>
                  </a:cubicBezTo>
                  <a:cubicBezTo>
                    <a:pt x="33" y="1882"/>
                    <a:pt x="100" y="1982"/>
                    <a:pt x="133" y="2049"/>
                  </a:cubicBezTo>
                  <a:cubicBezTo>
                    <a:pt x="200" y="2116"/>
                    <a:pt x="267" y="2149"/>
                    <a:pt x="334" y="2149"/>
                  </a:cubicBezTo>
                  <a:cubicBezTo>
                    <a:pt x="434" y="2149"/>
                    <a:pt x="500" y="2116"/>
                    <a:pt x="567" y="2082"/>
                  </a:cubicBezTo>
                  <a:cubicBezTo>
                    <a:pt x="667" y="2015"/>
                    <a:pt x="767" y="1949"/>
                    <a:pt x="834" y="1882"/>
                  </a:cubicBezTo>
                  <a:cubicBezTo>
                    <a:pt x="901" y="1815"/>
                    <a:pt x="934" y="1715"/>
                    <a:pt x="1001" y="1649"/>
                  </a:cubicBezTo>
                  <a:cubicBezTo>
                    <a:pt x="1034" y="1582"/>
                    <a:pt x="1067" y="1515"/>
                    <a:pt x="1101" y="1415"/>
                  </a:cubicBezTo>
                  <a:cubicBezTo>
                    <a:pt x="1134" y="1382"/>
                    <a:pt x="1134" y="1315"/>
                    <a:pt x="1134" y="1282"/>
                  </a:cubicBezTo>
                  <a:cubicBezTo>
                    <a:pt x="1134" y="1248"/>
                    <a:pt x="1134" y="1215"/>
                    <a:pt x="1134" y="1215"/>
                  </a:cubicBezTo>
                  <a:cubicBezTo>
                    <a:pt x="1134" y="1198"/>
                    <a:pt x="1126" y="1190"/>
                    <a:pt x="1117" y="1190"/>
                  </a:cubicBezTo>
                  <a:cubicBezTo>
                    <a:pt x="1109" y="1190"/>
                    <a:pt x="1101" y="1198"/>
                    <a:pt x="1101" y="1215"/>
                  </a:cubicBezTo>
                  <a:lnTo>
                    <a:pt x="901" y="1315"/>
                  </a:lnTo>
                  <a:cubicBezTo>
                    <a:pt x="867" y="1315"/>
                    <a:pt x="867" y="1348"/>
                    <a:pt x="834" y="1348"/>
                  </a:cubicBezTo>
                  <a:lnTo>
                    <a:pt x="801" y="1415"/>
                  </a:lnTo>
                  <a:cubicBezTo>
                    <a:pt x="767" y="1448"/>
                    <a:pt x="767" y="1482"/>
                    <a:pt x="734" y="1548"/>
                  </a:cubicBezTo>
                  <a:cubicBezTo>
                    <a:pt x="701" y="1582"/>
                    <a:pt x="634" y="1615"/>
                    <a:pt x="600" y="1615"/>
                  </a:cubicBezTo>
                  <a:cubicBezTo>
                    <a:pt x="567" y="1649"/>
                    <a:pt x="534" y="1649"/>
                    <a:pt x="500" y="1682"/>
                  </a:cubicBezTo>
                  <a:lnTo>
                    <a:pt x="400" y="1682"/>
                  </a:lnTo>
                  <a:cubicBezTo>
                    <a:pt x="367" y="1649"/>
                    <a:pt x="367" y="1615"/>
                    <a:pt x="334" y="1582"/>
                  </a:cubicBezTo>
                  <a:cubicBezTo>
                    <a:pt x="334" y="1548"/>
                    <a:pt x="300" y="1482"/>
                    <a:pt x="300" y="1448"/>
                  </a:cubicBezTo>
                  <a:lnTo>
                    <a:pt x="1134" y="981"/>
                  </a:lnTo>
                  <a:cubicBezTo>
                    <a:pt x="1168" y="981"/>
                    <a:pt x="1201" y="948"/>
                    <a:pt x="1201" y="915"/>
                  </a:cubicBezTo>
                  <a:cubicBezTo>
                    <a:pt x="1201" y="881"/>
                    <a:pt x="1201" y="881"/>
                    <a:pt x="1234" y="848"/>
                  </a:cubicBezTo>
                  <a:lnTo>
                    <a:pt x="1234" y="681"/>
                  </a:lnTo>
                  <a:cubicBezTo>
                    <a:pt x="1234" y="548"/>
                    <a:pt x="1201" y="448"/>
                    <a:pt x="1168" y="348"/>
                  </a:cubicBezTo>
                  <a:cubicBezTo>
                    <a:pt x="1168" y="248"/>
                    <a:pt x="1101" y="181"/>
                    <a:pt x="1067" y="114"/>
                  </a:cubicBezTo>
                  <a:cubicBezTo>
                    <a:pt x="1001" y="47"/>
                    <a:pt x="934" y="14"/>
                    <a:pt x="867" y="14"/>
                  </a:cubicBezTo>
                  <a:cubicBezTo>
                    <a:pt x="841" y="5"/>
                    <a:pt x="816" y="1"/>
                    <a:pt x="79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4182;p75">
              <a:extLst>
                <a:ext uri="{FF2B5EF4-FFF2-40B4-BE49-F238E27FC236}">
                  <a16:creationId xmlns:a16="http://schemas.microsoft.com/office/drawing/2014/main" id="{8FD90A11-A408-9494-F464-B27EDFCD3FA5}"/>
                </a:ext>
              </a:extLst>
            </p:cNvPr>
            <p:cNvSpPr/>
            <p:nvPr/>
          </p:nvSpPr>
          <p:spPr>
            <a:xfrm>
              <a:off x="3222475" y="1999375"/>
              <a:ext cx="27550" cy="55075"/>
            </a:xfrm>
            <a:custGeom>
              <a:avLst/>
              <a:gdLst/>
              <a:ahLst/>
              <a:cxnLst/>
              <a:rect l="l" t="t" r="r" b="b"/>
              <a:pathLst>
                <a:path w="1102" h="2203" extrusionOk="0">
                  <a:moveTo>
                    <a:pt x="734" y="0"/>
                  </a:moveTo>
                  <a:cubicBezTo>
                    <a:pt x="668" y="34"/>
                    <a:pt x="567" y="34"/>
                    <a:pt x="534" y="101"/>
                  </a:cubicBezTo>
                  <a:cubicBezTo>
                    <a:pt x="434" y="134"/>
                    <a:pt x="367" y="201"/>
                    <a:pt x="301" y="267"/>
                  </a:cubicBezTo>
                  <a:cubicBezTo>
                    <a:pt x="234" y="334"/>
                    <a:pt x="201" y="401"/>
                    <a:pt x="167" y="501"/>
                  </a:cubicBezTo>
                  <a:cubicBezTo>
                    <a:pt x="100" y="568"/>
                    <a:pt x="67" y="668"/>
                    <a:pt x="67" y="734"/>
                  </a:cubicBezTo>
                  <a:cubicBezTo>
                    <a:pt x="34" y="801"/>
                    <a:pt x="34" y="901"/>
                    <a:pt x="34" y="968"/>
                  </a:cubicBezTo>
                  <a:cubicBezTo>
                    <a:pt x="0" y="1035"/>
                    <a:pt x="0" y="1101"/>
                    <a:pt x="34" y="1168"/>
                  </a:cubicBezTo>
                  <a:cubicBezTo>
                    <a:pt x="34" y="1235"/>
                    <a:pt x="34" y="1268"/>
                    <a:pt x="67" y="1301"/>
                  </a:cubicBezTo>
                  <a:cubicBezTo>
                    <a:pt x="100" y="1335"/>
                    <a:pt x="134" y="1368"/>
                    <a:pt x="201" y="1368"/>
                  </a:cubicBezTo>
                  <a:cubicBezTo>
                    <a:pt x="217" y="1385"/>
                    <a:pt x="242" y="1393"/>
                    <a:pt x="271" y="1393"/>
                  </a:cubicBezTo>
                  <a:cubicBezTo>
                    <a:pt x="301" y="1393"/>
                    <a:pt x="334" y="1385"/>
                    <a:pt x="367" y="1368"/>
                  </a:cubicBezTo>
                  <a:lnTo>
                    <a:pt x="534" y="1335"/>
                  </a:lnTo>
                  <a:lnTo>
                    <a:pt x="668" y="1301"/>
                  </a:lnTo>
                  <a:lnTo>
                    <a:pt x="734" y="1301"/>
                  </a:lnTo>
                  <a:cubicBezTo>
                    <a:pt x="734" y="1335"/>
                    <a:pt x="734" y="1368"/>
                    <a:pt x="734" y="1368"/>
                  </a:cubicBezTo>
                  <a:cubicBezTo>
                    <a:pt x="734" y="1401"/>
                    <a:pt x="734" y="1435"/>
                    <a:pt x="734" y="1468"/>
                  </a:cubicBezTo>
                  <a:cubicBezTo>
                    <a:pt x="701" y="1502"/>
                    <a:pt x="701" y="1535"/>
                    <a:pt x="668" y="1535"/>
                  </a:cubicBezTo>
                  <a:cubicBezTo>
                    <a:pt x="634" y="1568"/>
                    <a:pt x="634" y="1602"/>
                    <a:pt x="601" y="1602"/>
                  </a:cubicBezTo>
                  <a:lnTo>
                    <a:pt x="534" y="1668"/>
                  </a:lnTo>
                  <a:cubicBezTo>
                    <a:pt x="467" y="1702"/>
                    <a:pt x="434" y="1702"/>
                    <a:pt x="401" y="1702"/>
                  </a:cubicBezTo>
                  <a:cubicBezTo>
                    <a:pt x="367" y="1702"/>
                    <a:pt x="334" y="1702"/>
                    <a:pt x="334" y="1668"/>
                  </a:cubicBezTo>
                  <a:lnTo>
                    <a:pt x="301" y="1635"/>
                  </a:lnTo>
                  <a:lnTo>
                    <a:pt x="234" y="1635"/>
                  </a:lnTo>
                  <a:lnTo>
                    <a:pt x="34" y="1768"/>
                  </a:lnTo>
                  <a:cubicBezTo>
                    <a:pt x="34" y="1768"/>
                    <a:pt x="0" y="1802"/>
                    <a:pt x="0" y="1802"/>
                  </a:cubicBezTo>
                  <a:cubicBezTo>
                    <a:pt x="0" y="1835"/>
                    <a:pt x="0" y="1868"/>
                    <a:pt x="0" y="1902"/>
                  </a:cubicBezTo>
                  <a:cubicBezTo>
                    <a:pt x="0" y="1935"/>
                    <a:pt x="0" y="2002"/>
                    <a:pt x="34" y="2069"/>
                  </a:cubicBezTo>
                  <a:cubicBezTo>
                    <a:pt x="67" y="2102"/>
                    <a:pt x="100" y="2135"/>
                    <a:pt x="134" y="2169"/>
                  </a:cubicBezTo>
                  <a:cubicBezTo>
                    <a:pt x="201" y="2202"/>
                    <a:pt x="267" y="2202"/>
                    <a:pt x="301" y="2202"/>
                  </a:cubicBezTo>
                  <a:cubicBezTo>
                    <a:pt x="401" y="2169"/>
                    <a:pt x="467" y="2135"/>
                    <a:pt x="534" y="2102"/>
                  </a:cubicBezTo>
                  <a:cubicBezTo>
                    <a:pt x="634" y="2069"/>
                    <a:pt x="701" y="2002"/>
                    <a:pt x="768" y="1935"/>
                  </a:cubicBezTo>
                  <a:cubicBezTo>
                    <a:pt x="834" y="1868"/>
                    <a:pt x="901" y="1768"/>
                    <a:pt x="934" y="1702"/>
                  </a:cubicBezTo>
                  <a:cubicBezTo>
                    <a:pt x="968" y="1602"/>
                    <a:pt x="1001" y="1535"/>
                    <a:pt x="1034" y="1435"/>
                  </a:cubicBezTo>
                  <a:cubicBezTo>
                    <a:pt x="1068" y="1368"/>
                    <a:pt x="1068" y="1268"/>
                    <a:pt x="1068" y="1201"/>
                  </a:cubicBezTo>
                  <a:cubicBezTo>
                    <a:pt x="1101" y="1068"/>
                    <a:pt x="1068" y="968"/>
                    <a:pt x="1001" y="868"/>
                  </a:cubicBezTo>
                  <a:cubicBezTo>
                    <a:pt x="954" y="844"/>
                    <a:pt x="890" y="821"/>
                    <a:pt x="798" y="821"/>
                  </a:cubicBezTo>
                  <a:cubicBezTo>
                    <a:pt x="760" y="821"/>
                    <a:pt x="716" y="825"/>
                    <a:pt x="668" y="834"/>
                  </a:cubicBezTo>
                  <a:lnTo>
                    <a:pt x="501" y="868"/>
                  </a:lnTo>
                  <a:lnTo>
                    <a:pt x="401" y="868"/>
                  </a:lnTo>
                  <a:cubicBezTo>
                    <a:pt x="367" y="868"/>
                    <a:pt x="367" y="868"/>
                    <a:pt x="367" y="834"/>
                  </a:cubicBezTo>
                  <a:cubicBezTo>
                    <a:pt x="334" y="834"/>
                    <a:pt x="334" y="801"/>
                    <a:pt x="367" y="801"/>
                  </a:cubicBezTo>
                  <a:cubicBezTo>
                    <a:pt x="334" y="734"/>
                    <a:pt x="367" y="668"/>
                    <a:pt x="401" y="634"/>
                  </a:cubicBezTo>
                  <a:cubicBezTo>
                    <a:pt x="434" y="601"/>
                    <a:pt x="501" y="568"/>
                    <a:pt x="534" y="534"/>
                  </a:cubicBezTo>
                  <a:cubicBezTo>
                    <a:pt x="567" y="501"/>
                    <a:pt x="601" y="501"/>
                    <a:pt x="634" y="467"/>
                  </a:cubicBezTo>
                  <a:lnTo>
                    <a:pt x="701" y="467"/>
                  </a:lnTo>
                  <a:lnTo>
                    <a:pt x="734" y="501"/>
                  </a:lnTo>
                  <a:lnTo>
                    <a:pt x="801" y="501"/>
                  </a:lnTo>
                  <a:lnTo>
                    <a:pt x="1001" y="401"/>
                  </a:lnTo>
                  <a:cubicBezTo>
                    <a:pt x="1001" y="367"/>
                    <a:pt x="1034" y="367"/>
                    <a:pt x="1034" y="334"/>
                  </a:cubicBezTo>
                  <a:cubicBezTo>
                    <a:pt x="1034" y="301"/>
                    <a:pt x="1034" y="267"/>
                    <a:pt x="1034" y="267"/>
                  </a:cubicBezTo>
                  <a:cubicBezTo>
                    <a:pt x="1034" y="201"/>
                    <a:pt x="1034" y="134"/>
                    <a:pt x="1001" y="101"/>
                  </a:cubicBezTo>
                  <a:cubicBezTo>
                    <a:pt x="968" y="67"/>
                    <a:pt x="934" y="34"/>
                    <a:pt x="9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4183;p75">
              <a:extLst>
                <a:ext uri="{FF2B5EF4-FFF2-40B4-BE49-F238E27FC236}">
                  <a16:creationId xmlns:a16="http://schemas.microsoft.com/office/drawing/2014/main" id="{044A3ADB-0B60-95F4-B486-161C5F6D1186}"/>
                </a:ext>
              </a:extLst>
            </p:cNvPr>
            <p:cNvSpPr/>
            <p:nvPr/>
          </p:nvSpPr>
          <p:spPr>
            <a:xfrm>
              <a:off x="3054850" y="2491400"/>
              <a:ext cx="27550" cy="47550"/>
            </a:xfrm>
            <a:custGeom>
              <a:avLst/>
              <a:gdLst/>
              <a:ahLst/>
              <a:cxnLst/>
              <a:rect l="l" t="t" r="r" b="b"/>
              <a:pathLst>
                <a:path w="1102" h="1902" extrusionOk="0">
                  <a:moveTo>
                    <a:pt x="634" y="0"/>
                  </a:moveTo>
                  <a:lnTo>
                    <a:pt x="468" y="100"/>
                  </a:lnTo>
                  <a:cubicBezTo>
                    <a:pt x="468" y="134"/>
                    <a:pt x="434" y="134"/>
                    <a:pt x="434" y="167"/>
                  </a:cubicBezTo>
                  <a:cubicBezTo>
                    <a:pt x="434" y="167"/>
                    <a:pt x="434" y="200"/>
                    <a:pt x="434" y="234"/>
                  </a:cubicBezTo>
                  <a:lnTo>
                    <a:pt x="434" y="834"/>
                  </a:lnTo>
                  <a:lnTo>
                    <a:pt x="34" y="1068"/>
                  </a:lnTo>
                  <a:cubicBezTo>
                    <a:pt x="34" y="1068"/>
                    <a:pt x="1" y="1101"/>
                    <a:pt x="1" y="1101"/>
                  </a:cubicBezTo>
                  <a:cubicBezTo>
                    <a:pt x="1" y="1134"/>
                    <a:pt x="1" y="1168"/>
                    <a:pt x="1" y="1201"/>
                  </a:cubicBezTo>
                  <a:lnTo>
                    <a:pt x="1" y="1435"/>
                  </a:lnTo>
                  <a:lnTo>
                    <a:pt x="1" y="1468"/>
                  </a:lnTo>
                  <a:lnTo>
                    <a:pt x="34" y="1468"/>
                  </a:lnTo>
                  <a:lnTo>
                    <a:pt x="434" y="1234"/>
                  </a:lnTo>
                  <a:lnTo>
                    <a:pt x="434" y="1868"/>
                  </a:lnTo>
                  <a:cubicBezTo>
                    <a:pt x="434" y="1868"/>
                    <a:pt x="434" y="1902"/>
                    <a:pt x="434" y="1902"/>
                  </a:cubicBezTo>
                  <a:lnTo>
                    <a:pt x="468" y="1902"/>
                  </a:lnTo>
                  <a:lnTo>
                    <a:pt x="634" y="1801"/>
                  </a:lnTo>
                  <a:cubicBezTo>
                    <a:pt x="668" y="1801"/>
                    <a:pt x="668" y="1768"/>
                    <a:pt x="668" y="1768"/>
                  </a:cubicBezTo>
                  <a:cubicBezTo>
                    <a:pt x="701" y="1735"/>
                    <a:pt x="701" y="1701"/>
                    <a:pt x="668" y="1701"/>
                  </a:cubicBezTo>
                  <a:lnTo>
                    <a:pt x="668" y="1068"/>
                  </a:lnTo>
                  <a:lnTo>
                    <a:pt x="1068" y="834"/>
                  </a:lnTo>
                  <a:cubicBezTo>
                    <a:pt x="1068" y="834"/>
                    <a:pt x="1101" y="801"/>
                    <a:pt x="1101" y="801"/>
                  </a:cubicBezTo>
                  <a:cubicBezTo>
                    <a:pt x="1101" y="767"/>
                    <a:pt x="1101" y="734"/>
                    <a:pt x="1101" y="734"/>
                  </a:cubicBezTo>
                  <a:lnTo>
                    <a:pt x="1101" y="501"/>
                  </a:lnTo>
                  <a:lnTo>
                    <a:pt x="1101" y="434"/>
                  </a:lnTo>
                  <a:lnTo>
                    <a:pt x="1068" y="434"/>
                  </a:lnTo>
                  <a:lnTo>
                    <a:pt x="668" y="667"/>
                  </a:lnTo>
                  <a:lnTo>
                    <a:pt x="668" y="67"/>
                  </a:lnTo>
                  <a:cubicBezTo>
                    <a:pt x="701" y="34"/>
                    <a:pt x="701" y="34"/>
                    <a:pt x="66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4184;p75">
              <a:extLst>
                <a:ext uri="{FF2B5EF4-FFF2-40B4-BE49-F238E27FC236}">
                  <a16:creationId xmlns:a16="http://schemas.microsoft.com/office/drawing/2014/main" id="{EDC4BED3-F639-BDB7-B02D-3E8B9436160C}"/>
                </a:ext>
              </a:extLst>
            </p:cNvPr>
            <p:cNvSpPr/>
            <p:nvPr/>
          </p:nvSpPr>
          <p:spPr>
            <a:xfrm>
              <a:off x="3084875" y="2462200"/>
              <a:ext cx="20050" cy="60900"/>
            </a:xfrm>
            <a:custGeom>
              <a:avLst/>
              <a:gdLst/>
              <a:ahLst/>
              <a:cxnLst/>
              <a:rect l="l" t="t" r="r" b="b"/>
              <a:pathLst>
                <a:path w="802" h="2436" extrusionOk="0">
                  <a:moveTo>
                    <a:pt x="768" y="1"/>
                  </a:moveTo>
                  <a:lnTo>
                    <a:pt x="568" y="101"/>
                  </a:lnTo>
                  <a:cubicBezTo>
                    <a:pt x="568" y="101"/>
                    <a:pt x="568" y="134"/>
                    <a:pt x="534" y="134"/>
                  </a:cubicBezTo>
                  <a:lnTo>
                    <a:pt x="501" y="201"/>
                  </a:lnTo>
                  <a:lnTo>
                    <a:pt x="34" y="1035"/>
                  </a:lnTo>
                  <a:cubicBezTo>
                    <a:pt x="34" y="1035"/>
                    <a:pt x="0" y="1068"/>
                    <a:pt x="0" y="1101"/>
                  </a:cubicBezTo>
                  <a:cubicBezTo>
                    <a:pt x="0" y="1135"/>
                    <a:pt x="0" y="1135"/>
                    <a:pt x="0" y="1168"/>
                  </a:cubicBezTo>
                  <a:lnTo>
                    <a:pt x="134" y="1335"/>
                  </a:lnTo>
                  <a:lnTo>
                    <a:pt x="201" y="1335"/>
                  </a:lnTo>
                  <a:cubicBezTo>
                    <a:pt x="201" y="1302"/>
                    <a:pt x="201" y="1302"/>
                    <a:pt x="234" y="1268"/>
                  </a:cubicBezTo>
                  <a:lnTo>
                    <a:pt x="534" y="735"/>
                  </a:lnTo>
                  <a:lnTo>
                    <a:pt x="534" y="2369"/>
                  </a:lnTo>
                  <a:lnTo>
                    <a:pt x="534" y="2436"/>
                  </a:lnTo>
                  <a:lnTo>
                    <a:pt x="568" y="2436"/>
                  </a:lnTo>
                  <a:lnTo>
                    <a:pt x="768" y="2336"/>
                  </a:lnTo>
                  <a:cubicBezTo>
                    <a:pt x="768" y="2302"/>
                    <a:pt x="768" y="2302"/>
                    <a:pt x="801" y="2269"/>
                  </a:cubicBezTo>
                  <a:cubicBezTo>
                    <a:pt x="801" y="2269"/>
                    <a:pt x="801" y="2236"/>
                    <a:pt x="801" y="2202"/>
                  </a:cubicBezTo>
                  <a:lnTo>
                    <a:pt x="801" y="67"/>
                  </a:lnTo>
                  <a:cubicBezTo>
                    <a:pt x="801" y="34"/>
                    <a:pt x="801" y="1"/>
                    <a:pt x="80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4185;p75">
              <a:extLst>
                <a:ext uri="{FF2B5EF4-FFF2-40B4-BE49-F238E27FC236}">
                  <a16:creationId xmlns:a16="http://schemas.microsoft.com/office/drawing/2014/main" id="{5C0EC1DD-555A-BDC3-6FA1-C432BF3FBB4A}"/>
                </a:ext>
              </a:extLst>
            </p:cNvPr>
            <p:cNvSpPr/>
            <p:nvPr/>
          </p:nvSpPr>
          <p:spPr>
            <a:xfrm>
              <a:off x="3109900" y="2447400"/>
              <a:ext cx="20025" cy="61525"/>
            </a:xfrm>
            <a:custGeom>
              <a:avLst/>
              <a:gdLst/>
              <a:ahLst/>
              <a:cxnLst/>
              <a:rect l="l" t="t" r="r" b="b"/>
              <a:pathLst>
                <a:path w="801" h="2461" extrusionOk="0">
                  <a:moveTo>
                    <a:pt x="763" y="1"/>
                  </a:moveTo>
                  <a:cubicBezTo>
                    <a:pt x="759" y="1"/>
                    <a:pt x="751" y="9"/>
                    <a:pt x="734" y="26"/>
                  </a:cubicBezTo>
                  <a:lnTo>
                    <a:pt x="567" y="126"/>
                  </a:lnTo>
                  <a:cubicBezTo>
                    <a:pt x="567" y="126"/>
                    <a:pt x="534" y="126"/>
                    <a:pt x="534" y="159"/>
                  </a:cubicBezTo>
                  <a:lnTo>
                    <a:pt x="501" y="226"/>
                  </a:lnTo>
                  <a:lnTo>
                    <a:pt x="34" y="1060"/>
                  </a:lnTo>
                  <a:cubicBezTo>
                    <a:pt x="0" y="1060"/>
                    <a:pt x="0" y="1093"/>
                    <a:pt x="0" y="1126"/>
                  </a:cubicBezTo>
                  <a:lnTo>
                    <a:pt x="0" y="1193"/>
                  </a:lnTo>
                  <a:lnTo>
                    <a:pt x="100" y="1327"/>
                  </a:lnTo>
                  <a:lnTo>
                    <a:pt x="134" y="1327"/>
                  </a:lnTo>
                  <a:cubicBezTo>
                    <a:pt x="167" y="1327"/>
                    <a:pt x="200" y="1293"/>
                    <a:pt x="200" y="1293"/>
                  </a:cubicBezTo>
                  <a:lnTo>
                    <a:pt x="534" y="726"/>
                  </a:lnTo>
                  <a:lnTo>
                    <a:pt x="534" y="2394"/>
                  </a:lnTo>
                  <a:lnTo>
                    <a:pt x="534" y="2461"/>
                  </a:lnTo>
                  <a:lnTo>
                    <a:pt x="567" y="2461"/>
                  </a:lnTo>
                  <a:lnTo>
                    <a:pt x="734" y="2361"/>
                  </a:lnTo>
                  <a:cubicBezTo>
                    <a:pt x="767" y="2327"/>
                    <a:pt x="767" y="2327"/>
                    <a:pt x="767" y="2294"/>
                  </a:cubicBezTo>
                  <a:cubicBezTo>
                    <a:pt x="801" y="2294"/>
                    <a:pt x="801" y="2261"/>
                    <a:pt x="767" y="2227"/>
                  </a:cubicBezTo>
                  <a:lnTo>
                    <a:pt x="767" y="59"/>
                  </a:lnTo>
                  <a:cubicBezTo>
                    <a:pt x="801" y="59"/>
                    <a:pt x="801" y="26"/>
                    <a:pt x="767" y="26"/>
                  </a:cubicBezTo>
                  <a:cubicBezTo>
                    <a:pt x="767" y="9"/>
                    <a:pt x="767" y="1"/>
                    <a:pt x="76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4186;p75">
              <a:extLst>
                <a:ext uri="{FF2B5EF4-FFF2-40B4-BE49-F238E27FC236}">
                  <a16:creationId xmlns:a16="http://schemas.microsoft.com/office/drawing/2014/main" id="{BD201B81-3F86-498D-4837-B1EAC683F8DA}"/>
                </a:ext>
              </a:extLst>
            </p:cNvPr>
            <p:cNvSpPr/>
            <p:nvPr/>
          </p:nvSpPr>
          <p:spPr>
            <a:xfrm>
              <a:off x="3136575" y="2484725"/>
              <a:ext cx="7525" cy="15875"/>
            </a:xfrm>
            <a:custGeom>
              <a:avLst/>
              <a:gdLst/>
              <a:ahLst/>
              <a:cxnLst/>
              <a:rect l="l" t="t" r="r" b="b"/>
              <a:pathLst>
                <a:path w="301" h="635" extrusionOk="0">
                  <a:moveTo>
                    <a:pt x="267" y="0"/>
                  </a:moveTo>
                  <a:lnTo>
                    <a:pt x="34" y="134"/>
                  </a:lnTo>
                  <a:cubicBezTo>
                    <a:pt x="34" y="134"/>
                    <a:pt x="1" y="134"/>
                    <a:pt x="1" y="167"/>
                  </a:cubicBezTo>
                  <a:cubicBezTo>
                    <a:pt x="1" y="200"/>
                    <a:pt x="1" y="200"/>
                    <a:pt x="1" y="234"/>
                  </a:cubicBezTo>
                  <a:lnTo>
                    <a:pt x="1" y="567"/>
                  </a:lnTo>
                  <a:cubicBezTo>
                    <a:pt x="1" y="601"/>
                    <a:pt x="1" y="601"/>
                    <a:pt x="1" y="634"/>
                  </a:cubicBezTo>
                  <a:lnTo>
                    <a:pt x="34" y="634"/>
                  </a:lnTo>
                  <a:lnTo>
                    <a:pt x="267" y="501"/>
                  </a:lnTo>
                  <a:cubicBezTo>
                    <a:pt x="267" y="501"/>
                    <a:pt x="301" y="467"/>
                    <a:pt x="301" y="467"/>
                  </a:cubicBezTo>
                  <a:cubicBezTo>
                    <a:pt x="301" y="434"/>
                    <a:pt x="301" y="401"/>
                    <a:pt x="301" y="367"/>
                  </a:cubicBezTo>
                  <a:lnTo>
                    <a:pt x="301" y="67"/>
                  </a:lnTo>
                  <a:cubicBezTo>
                    <a:pt x="301" y="34"/>
                    <a:pt x="301" y="34"/>
                    <a:pt x="30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4187;p75">
              <a:extLst>
                <a:ext uri="{FF2B5EF4-FFF2-40B4-BE49-F238E27FC236}">
                  <a16:creationId xmlns:a16="http://schemas.microsoft.com/office/drawing/2014/main" id="{37630489-2623-56FC-9235-2D5E9F1D7210}"/>
                </a:ext>
              </a:extLst>
            </p:cNvPr>
            <p:cNvSpPr/>
            <p:nvPr/>
          </p:nvSpPr>
          <p:spPr>
            <a:xfrm>
              <a:off x="3149925" y="2423850"/>
              <a:ext cx="29200" cy="64225"/>
            </a:xfrm>
            <a:custGeom>
              <a:avLst/>
              <a:gdLst/>
              <a:ahLst/>
              <a:cxnLst/>
              <a:rect l="l" t="t" r="r" b="b"/>
              <a:pathLst>
                <a:path w="1168" h="2569" extrusionOk="0">
                  <a:moveTo>
                    <a:pt x="697" y="451"/>
                  </a:moveTo>
                  <a:cubicBezTo>
                    <a:pt x="734" y="451"/>
                    <a:pt x="768" y="467"/>
                    <a:pt x="801" y="501"/>
                  </a:cubicBezTo>
                  <a:cubicBezTo>
                    <a:pt x="834" y="601"/>
                    <a:pt x="868" y="701"/>
                    <a:pt x="868" y="834"/>
                  </a:cubicBezTo>
                  <a:lnTo>
                    <a:pt x="868" y="1101"/>
                  </a:lnTo>
                  <a:lnTo>
                    <a:pt x="868" y="1368"/>
                  </a:lnTo>
                  <a:cubicBezTo>
                    <a:pt x="868" y="1535"/>
                    <a:pt x="834" y="1668"/>
                    <a:pt x="801" y="1802"/>
                  </a:cubicBezTo>
                  <a:cubicBezTo>
                    <a:pt x="768" y="1902"/>
                    <a:pt x="667" y="2002"/>
                    <a:pt x="567" y="2068"/>
                  </a:cubicBezTo>
                  <a:cubicBezTo>
                    <a:pt x="517" y="2102"/>
                    <a:pt x="476" y="2118"/>
                    <a:pt x="442" y="2118"/>
                  </a:cubicBezTo>
                  <a:cubicBezTo>
                    <a:pt x="409" y="2118"/>
                    <a:pt x="384" y="2102"/>
                    <a:pt x="367" y="2068"/>
                  </a:cubicBezTo>
                  <a:cubicBezTo>
                    <a:pt x="301" y="1968"/>
                    <a:pt x="267" y="1835"/>
                    <a:pt x="301" y="1735"/>
                  </a:cubicBezTo>
                  <a:lnTo>
                    <a:pt x="301" y="1435"/>
                  </a:lnTo>
                  <a:lnTo>
                    <a:pt x="301" y="1168"/>
                  </a:lnTo>
                  <a:cubicBezTo>
                    <a:pt x="301" y="1034"/>
                    <a:pt x="301" y="868"/>
                    <a:pt x="367" y="734"/>
                  </a:cubicBezTo>
                  <a:cubicBezTo>
                    <a:pt x="401" y="634"/>
                    <a:pt x="467" y="534"/>
                    <a:pt x="567" y="501"/>
                  </a:cubicBezTo>
                  <a:cubicBezTo>
                    <a:pt x="617" y="467"/>
                    <a:pt x="659" y="451"/>
                    <a:pt x="697" y="451"/>
                  </a:cubicBezTo>
                  <a:close/>
                  <a:moveTo>
                    <a:pt x="834" y="0"/>
                  </a:moveTo>
                  <a:cubicBezTo>
                    <a:pt x="734" y="0"/>
                    <a:pt x="667" y="34"/>
                    <a:pt x="567" y="67"/>
                  </a:cubicBezTo>
                  <a:cubicBezTo>
                    <a:pt x="467" y="134"/>
                    <a:pt x="367" y="200"/>
                    <a:pt x="301" y="300"/>
                  </a:cubicBezTo>
                  <a:cubicBezTo>
                    <a:pt x="234" y="401"/>
                    <a:pt x="167" y="501"/>
                    <a:pt x="134" y="601"/>
                  </a:cubicBezTo>
                  <a:cubicBezTo>
                    <a:pt x="67" y="701"/>
                    <a:pt x="34" y="834"/>
                    <a:pt x="34" y="934"/>
                  </a:cubicBezTo>
                  <a:cubicBezTo>
                    <a:pt x="0" y="1068"/>
                    <a:pt x="0" y="1201"/>
                    <a:pt x="0" y="1335"/>
                  </a:cubicBezTo>
                  <a:lnTo>
                    <a:pt x="0" y="1635"/>
                  </a:lnTo>
                  <a:lnTo>
                    <a:pt x="0" y="1902"/>
                  </a:lnTo>
                  <a:cubicBezTo>
                    <a:pt x="0" y="2035"/>
                    <a:pt x="0" y="2135"/>
                    <a:pt x="34" y="2235"/>
                  </a:cubicBezTo>
                  <a:cubicBezTo>
                    <a:pt x="34" y="2335"/>
                    <a:pt x="67" y="2402"/>
                    <a:pt x="134" y="2469"/>
                  </a:cubicBezTo>
                  <a:cubicBezTo>
                    <a:pt x="167" y="2535"/>
                    <a:pt x="234" y="2569"/>
                    <a:pt x="301" y="2569"/>
                  </a:cubicBezTo>
                  <a:cubicBezTo>
                    <a:pt x="401" y="2569"/>
                    <a:pt x="501" y="2535"/>
                    <a:pt x="567" y="2469"/>
                  </a:cubicBezTo>
                  <a:cubicBezTo>
                    <a:pt x="667" y="2435"/>
                    <a:pt x="768" y="2335"/>
                    <a:pt x="834" y="2269"/>
                  </a:cubicBezTo>
                  <a:cubicBezTo>
                    <a:pt x="901" y="2168"/>
                    <a:pt x="968" y="2068"/>
                    <a:pt x="1034" y="1968"/>
                  </a:cubicBezTo>
                  <a:cubicBezTo>
                    <a:pt x="1068" y="1868"/>
                    <a:pt x="1101" y="1735"/>
                    <a:pt x="1134" y="1635"/>
                  </a:cubicBezTo>
                  <a:cubicBezTo>
                    <a:pt x="1134" y="1501"/>
                    <a:pt x="1168" y="1368"/>
                    <a:pt x="1168" y="1234"/>
                  </a:cubicBezTo>
                  <a:lnTo>
                    <a:pt x="1168" y="634"/>
                  </a:lnTo>
                  <a:cubicBezTo>
                    <a:pt x="1168" y="534"/>
                    <a:pt x="1134" y="434"/>
                    <a:pt x="1134" y="300"/>
                  </a:cubicBezTo>
                  <a:cubicBezTo>
                    <a:pt x="1101" y="234"/>
                    <a:pt x="1068" y="134"/>
                    <a:pt x="1034" y="67"/>
                  </a:cubicBezTo>
                  <a:cubicBezTo>
                    <a:pt x="968" y="34"/>
                    <a:pt x="901" y="0"/>
                    <a:pt x="83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4188;p75">
              <a:extLst>
                <a:ext uri="{FF2B5EF4-FFF2-40B4-BE49-F238E27FC236}">
                  <a16:creationId xmlns:a16="http://schemas.microsoft.com/office/drawing/2014/main" id="{CB7C53C1-8CF2-CFD7-A114-01EDD149DBCD}"/>
                </a:ext>
              </a:extLst>
            </p:cNvPr>
            <p:cNvSpPr/>
            <p:nvPr/>
          </p:nvSpPr>
          <p:spPr>
            <a:xfrm>
              <a:off x="3183275" y="2405500"/>
              <a:ext cx="19200" cy="60900"/>
            </a:xfrm>
            <a:custGeom>
              <a:avLst/>
              <a:gdLst/>
              <a:ahLst/>
              <a:cxnLst/>
              <a:rect l="l" t="t" r="r" b="b"/>
              <a:pathLst>
                <a:path w="768" h="2436" extrusionOk="0">
                  <a:moveTo>
                    <a:pt x="701" y="0"/>
                  </a:moveTo>
                  <a:lnTo>
                    <a:pt x="534" y="100"/>
                  </a:lnTo>
                  <a:cubicBezTo>
                    <a:pt x="534" y="100"/>
                    <a:pt x="501" y="100"/>
                    <a:pt x="501" y="134"/>
                  </a:cubicBezTo>
                  <a:cubicBezTo>
                    <a:pt x="501" y="134"/>
                    <a:pt x="468" y="167"/>
                    <a:pt x="468" y="201"/>
                  </a:cubicBezTo>
                  <a:lnTo>
                    <a:pt x="1" y="1034"/>
                  </a:lnTo>
                  <a:cubicBezTo>
                    <a:pt x="1" y="1034"/>
                    <a:pt x="1" y="1068"/>
                    <a:pt x="1" y="1101"/>
                  </a:cubicBezTo>
                  <a:cubicBezTo>
                    <a:pt x="1" y="1135"/>
                    <a:pt x="1" y="1135"/>
                    <a:pt x="1" y="1168"/>
                  </a:cubicBezTo>
                  <a:lnTo>
                    <a:pt x="101" y="1301"/>
                  </a:lnTo>
                  <a:lnTo>
                    <a:pt x="134" y="1301"/>
                  </a:lnTo>
                  <a:cubicBezTo>
                    <a:pt x="167" y="1301"/>
                    <a:pt x="201" y="1301"/>
                    <a:pt x="201" y="1268"/>
                  </a:cubicBezTo>
                  <a:lnTo>
                    <a:pt x="501" y="734"/>
                  </a:lnTo>
                  <a:lnTo>
                    <a:pt x="501" y="2369"/>
                  </a:lnTo>
                  <a:cubicBezTo>
                    <a:pt x="501" y="2402"/>
                    <a:pt x="501" y="2402"/>
                    <a:pt x="501" y="2435"/>
                  </a:cubicBezTo>
                  <a:lnTo>
                    <a:pt x="534" y="2435"/>
                  </a:lnTo>
                  <a:lnTo>
                    <a:pt x="701" y="2335"/>
                  </a:lnTo>
                  <a:cubicBezTo>
                    <a:pt x="734" y="2302"/>
                    <a:pt x="734" y="2302"/>
                    <a:pt x="768" y="2269"/>
                  </a:cubicBezTo>
                  <a:cubicBezTo>
                    <a:pt x="768" y="2235"/>
                    <a:pt x="768" y="2235"/>
                    <a:pt x="768" y="2202"/>
                  </a:cubicBezTo>
                  <a:lnTo>
                    <a:pt x="768" y="34"/>
                  </a:lnTo>
                  <a:cubicBezTo>
                    <a:pt x="768" y="34"/>
                    <a:pt x="768" y="0"/>
                    <a:pt x="76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4189;p75">
              <a:extLst>
                <a:ext uri="{FF2B5EF4-FFF2-40B4-BE49-F238E27FC236}">
                  <a16:creationId xmlns:a16="http://schemas.microsoft.com/office/drawing/2014/main" id="{66575875-E9A0-4F16-66B6-B40755A75AF3}"/>
                </a:ext>
              </a:extLst>
            </p:cNvPr>
            <p:cNvSpPr/>
            <p:nvPr/>
          </p:nvSpPr>
          <p:spPr>
            <a:xfrm>
              <a:off x="3209125" y="2381325"/>
              <a:ext cx="40050" cy="75900"/>
            </a:xfrm>
            <a:custGeom>
              <a:avLst/>
              <a:gdLst/>
              <a:ahLst/>
              <a:cxnLst/>
              <a:rect l="l" t="t" r="r" b="b"/>
              <a:pathLst>
                <a:path w="1602" h="3036" extrusionOk="0">
                  <a:moveTo>
                    <a:pt x="401" y="867"/>
                  </a:moveTo>
                  <a:cubicBezTo>
                    <a:pt x="434" y="901"/>
                    <a:pt x="434" y="934"/>
                    <a:pt x="434" y="967"/>
                  </a:cubicBezTo>
                  <a:lnTo>
                    <a:pt x="434" y="1034"/>
                  </a:lnTo>
                  <a:lnTo>
                    <a:pt x="434" y="1201"/>
                  </a:lnTo>
                  <a:lnTo>
                    <a:pt x="434" y="1268"/>
                  </a:lnTo>
                  <a:cubicBezTo>
                    <a:pt x="434" y="1301"/>
                    <a:pt x="434" y="1368"/>
                    <a:pt x="401" y="1401"/>
                  </a:cubicBezTo>
                  <a:cubicBezTo>
                    <a:pt x="401" y="1434"/>
                    <a:pt x="368" y="1468"/>
                    <a:pt x="334" y="1501"/>
                  </a:cubicBezTo>
                  <a:cubicBezTo>
                    <a:pt x="301" y="1518"/>
                    <a:pt x="276" y="1526"/>
                    <a:pt x="259" y="1526"/>
                  </a:cubicBezTo>
                  <a:cubicBezTo>
                    <a:pt x="243" y="1526"/>
                    <a:pt x="234" y="1518"/>
                    <a:pt x="234" y="1501"/>
                  </a:cubicBezTo>
                  <a:cubicBezTo>
                    <a:pt x="201" y="1468"/>
                    <a:pt x="201" y="1434"/>
                    <a:pt x="201" y="1401"/>
                  </a:cubicBezTo>
                  <a:cubicBezTo>
                    <a:pt x="201" y="1401"/>
                    <a:pt x="201" y="1368"/>
                    <a:pt x="201" y="1334"/>
                  </a:cubicBezTo>
                  <a:lnTo>
                    <a:pt x="201" y="1168"/>
                  </a:lnTo>
                  <a:cubicBezTo>
                    <a:pt x="201" y="1134"/>
                    <a:pt x="201" y="1134"/>
                    <a:pt x="201" y="1101"/>
                  </a:cubicBezTo>
                  <a:cubicBezTo>
                    <a:pt x="201" y="1067"/>
                    <a:pt x="201" y="1001"/>
                    <a:pt x="234" y="967"/>
                  </a:cubicBezTo>
                  <a:cubicBezTo>
                    <a:pt x="234" y="934"/>
                    <a:pt x="268" y="901"/>
                    <a:pt x="334" y="867"/>
                  </a:cubicBezTo>
                  <a:close/>
                  <a:moveTo>
                    <a:pt x="468" y="534"/>
                  </a:moveTo>
                  <a:cubicBezTo>
                    <a:pt x="401" y="534"/>
                    <a:pt x="368" y="567"/>
                    <a:pt x="334" y="600"/>
                  </a:cubicBezTo>
                  <a:cubicBezTo>
                    <a:pt x="268" y="600"/>
                    <a:pt x="201" y="667"/>
                    <a:pt x="167" y="701"/>
                  </a:cubicBezTo>
                  <a:cubicBezTo>
                    <a:pt x="134" y="734"/>
                    <a:pt x="101" y="801"/>
                    <a:pt x="67" y="867"/>
                  </a:cubicBezTo>
                  <a:cubicBezTo>
                    <a:pt x="67" y="901"/>
                    <a:pt x="34" y="967"/>
                    <a:pt x="34" y="1034"/>
                  </a:cubicBezTo>
                  <a:cubicBezTo>
                    <a:pt x="1" y="1067"/>
                    <a:pt x="1" y="1134"/>
                    <a:pt x="1" y="1201"/>
                  </a:cubicBezTo>
                  <a:lnTo>
                    <a:pt x="1" y="1368"/>
                  </a:lnTo>
                  <a:lnTo>
                    <a:pt x="1" y="1568"/>
                  </a:lnTo>
                  <a:cubicBezTo>
                    <a:pt x="1" y="1601"/>
                    <a:pt x="1" y="1635"/>
                    <a:pt x="34" y="1701"/>
                  </a:cubicBezTo>
                  <a:cubicBezTo>
                    <a:pt x="34" y="1735"/>
                    <a:pt x="34" y="1768"/>
                    <a:pt x="67" y="1801"/>
                  </a:cubicBezTo>
                  <a:cubicBezTo>
                    <a:pt x="101" y="1801"/>
                    <a:pt x="134" y="1835"/>
                    <a:pt x="167" y="1835"/>
                  </a:cubicBezTo>
                  <a:cubicBezTo>
                    <a:pt x="234" y="1835"/>
                    <a:pt x="268" y="1801"/>
                    <a:pt x="334" y="1801"/>
                  </a:cubicBezTo>
                  <a:cubicBezTo>
                    <a:pt x="368" y="1768"/>
                    <a:pt x="401" y="1701"/>
                    <a:pt x="468" y="1668"/>
                  </a:cubicBezTo>
                  <a:cubicBezTo>
                    <a:pt x="501" y="1635"/>
                    <a:pt x="534" y="1568"/>
                    <a:pt x="568" y="1534"/>
                  </a:cubicBezTo>
                  <a:cubicBezTo>
                    <a:pt x="568" y="1468"/>
                    <a:pt x="601" y="1401"/>
                    <a:pt x="601" y="1368"/>
                  </a:cubicBezTo>
                  <a:cubicBezTo>
                    <a:pt x="634" y="1301"/>
                    <a:pt x="634" y="1234"/>
                    <a:pt x="634" y="1201"/>
                  </a:cubicBezTo>
                  <a:lnTo>
                    <a:pt x="634" y="1001"/>
                  </a:lnTo>
                  <a:lnTo>
                    <a:pt x="634" y="801"/>
                  </a:lnTo>
                  <a:cubicBezTo>
                    <a:pt x="634" y="767"/>
                    <a:pt x="634" y="734"/>
                    <a:pt x="601" y="667"/>
                  </a:cubicBezTo>
                  <a:cubicBezTo>
                    <a:pt x="601" y="634"/>
                    <a:pt x="568" y="600"/>
                    <a:pt x="568" y="567"/>
                  </a:cubicBezTo>
                  <a:cubicBezTo>
                    <a:pt x="534" y="567"/>
                    <a:pt x="501" y="534"/>
                    <a:pt x="468" y="534"/>
                  </a:cubicBezTo>
                  <a:close/>
                  <a:moveTo>
                    <a:pt x="1314" y="1476"/>
                  </a:moveTo>
                  <a:cubicBezTo>
                    <a:pt x="1327" y="1476"/>
                    <a:pt x="1335" y="1484"/>
                    <a:pt x="1335" y="1501"/>
                  </a:cubicBezTo>
                  <a:cubicBezTo>
                    <a:pt x="1368" y="1534"/>
                    <a:pt x="1368" y="1568"/>
                    <a:pt x="1368" y="1601"/>
                  </a:cubicBezTo>
                  <a:lnTo>
                    <a:pt x="1368" y="1668"/>
                  </a:lnTo>
                  <a:lnTo>
                    <a:pt x="1368" y="1835"/>
                  </a:lnTo>
                  <a:lnTo>
                    <a:pt x="1368" y="1901"/>
                  </a:lnTo>
                  <a:lnTo>
                    <a:pt x="1402" y="1901"/>
                  </a:lnTo>
                  <a:cubicBezTo>
                    <a:pt x="1368" y="1935"/>
                    <a:pt x="1368" y="2001"/>
                    <a:pt x="1335" y="2035"/>
                  </a:cubicBezTo>
                  <a:cubicBezTo>
                    <a:pt x="1335" y="2068"/>
                    <a:pt x="1302" y="2102"/>
                    <a:pt x="1268" y="2135"/>
                  </a:cubicBezTo>
                  <a:cubicBezTo>
                    <a:pt x="1252" y="2152"/>
                    <a:pt x="1227" y="2160"/>
                    <a:pt x="1206" y="2160"/>
                  </a:cubicBezTo>
                  <a:cubicBezTo>
                    <a:pt x="1185" y="2160"/>
                    <a:pt x="1168" y="2152"/>
                    <a:pt x="1168" y="2135"/>
                  </a:cubicBezTo>
                  <a:cubicBezTo>
                    <a:pt x="1168" y="2102"/>
                    <a:pt x="1135" y="2068"/>
                    <a:pt x="1135" y="2035"/>
                  </a:cubicBezTo>
                  <a:lnTo>
                    <a:pt x="1135" y="1968"/>
                  </a:lnTo>
                  <a:lnTo>
                    <a:pt x="1135" y="1801"/>
                  </a:lnTo>
                  <a:lnTo>
                    <a:pt x="1135" y="1735"/>
                  </a:lnTo>
                  <a:cubicBezTo>
                    <a:pt x="1135" y="1668"/>
                    <a:pt x="1168" y="1635"/>
                    <a:pt x="1168" y="1601"/>
                  </a:cubicBezTo>
                  <a:cubicBezTo>
                    <a:pt x="1202" y="1568"/>
                    <a:pt x="1235" y="1534"/>
                    <a:pt x="1268" y="1501"/>
                  </a:cubicBezTo>
                  <a:cubicBezTo>
                    <a:pt x="1285" y="1484"/>
                    <a:pt x="1302" y="1476"/>
                    <a:pt x="1314" y="1476"/>
                  </a:cubicBezTo>
                  <a:close/>
                  <a:moveTo>
                    <a:pt x="1402" y="1168"/>
                  </a:moveTo>
                  <a:cubicBezTo>
                    <a:pt x="1368" y="1168"/>
                    <a:pt x="1302" y="1201"/>
                    <a:pt x="1268" y="1234"/>
                  </a:cubicBezTo>
                  <a:lnTo>
                    <a:pt x="1268" y="1201"/>
                  </a:lnTo>
                  <a:cubicBezTo>
                    <a:pt x="1202" y="1234"/>
                    <a:pt x="1168" y="1301"/>
                    <a:pt x="1135" y="1334"/>
                  </a:cubicBezTo>
                  <a:cubicBezTo>
                    <a:pt x="1068" y="1368"/>
                    <a:pt x="1068" y="1434"/>
                    <a:pt x="1035" y="1501"/>
                  </a:cubicBezTo>
                  <a:cubicBezTo>
                    <a:pt x="1001" y="1534"/>
                    <a:pt x="968" y="1601"/>
                    <a:pt x="968" y="1668"/>
                  </a:cubicBezTo>
                  <a:cubicBezTo>
                    <a:pt x="968" y="1701"/>
                    <a:pt x="935" y="1768"/>
                    <a:pt x="935" y="1835"/>
                  </a:cubicBezTo>
                  <a:lnTo>
                    <a:pt x="935" y="2001"/>
                  </a:lnTo>
                  <a:lnTo>
                    <a:pt x="935" y="2202"/>
                  </a:lnTo>
                  <a:cubicBezTo>
                    <a:pt x="935" y="2235"/>
                    <a:pt x="935" y="2268"/>
                    <a:pt x="968" y="2335"/>
                  </a:cubicBezTo>
                  <a:cubicBezTo>
                    <a:pt x="968" y="2368"/>
                    <a:pt x="1001" y="2402"/>
                    <a:pt x="1035" y="2435"/>
                  </a:cubicBezTo>
                  <a:cubicBezTo>
                    <a:pt x="1068" y="2435"/>
                    <a:pt x="1101" y="2468"/>
                    <a:pt x="1135" y="2468"/>
                  </a:cubicBezTo>
                  <a:cubicBezTo>
                    <a:pt x="1168" y="2468"/>
                    <a:pt x="1235" y="2435"/>
                    <a:pt x="1268" y="2435"/>
                  </a:cubicBezTo>
                  <a:cubicBezTo>
                    <a:pt x="1302" y="2402"/>
                    <a:pt x="1368" y="2335"/>
                    <a:pt x="1402" y="2302"/>
                  </a:cubicBezTo>
                  <a:cubicBezTo>
                    <a:pt x="1435" y="2268"/>
                    <a:pt x="1468" y="2202"/>
                    <a:pt x="1502" y="2168"/>
                  </a:cubicBezTo>
                  <a:cubicBezTo>
                    <a:pt x="1535" y="2102"/>
                    <a:pt x="1535" y="2035"/>
                    <a:pt x="1568" y="2001"/>
                  </a:cubicBezTo>
                  <a:cubicBezTo>
                    <a:pt x="1568" y="1935"/>
                    <a:pt x="1568" y="1868"/>
                    <a:pt x="1602" y="1801"/>
                  </a:cubicBezTo>
                  <a:lnTo>
                    <a:pt x="1602" y="1635"/>
                  </a:lnTo>
                  <a:lnTo>
                    <a:pt x="1602" y="1434"/>
                  </a:lnTo>
                  <a:cubicBezTo>
                    <a:pt x="1568" y="1401"/>
                    <a:pt x="1568" y="1368"/>
                    <a:pt x="1568" y="1301"/>
                  </a:cubicBezTo>
                  <a:cubicBezTo>
                    <a:pt x="1535" y="1268"/>
                    <a:pt x="1535" y="1234"/>
                    <a:pt x="1502" y="1201"/>
                  </a:cubicBezTo>
                  <a:cubicBezTo>
                    <a:pt x="1468" y="1201"/>
                    <a:pt x="1435" y="1168"/>
                    <a:pt x="1402" y="1168"/>
                  </a:cubicBezTo>
                  <a:close/>
                  <a:moveTo>
                    <a:pt x="1402" y="0"/>
                  </a:moveTo>
                  <a:lnTo>
                    <a:pt x="1268" y="67"/>
                  </a:lnTo>
                  <a:cubicBezTo>
                    <a:pt x="1235" y="67"/>
                    <a:pt x="1235" y="67"/>
                    <a:pt x="1202" y="100"/>
                  </a:cubicBezTo>
                  <a:cubicBezTo>
                    <a:pt x="1202" y="133"/>
                    <a:pt x="1202" y="133"/>
                    <a:pt x="1202" y="167"/>
                  </a:cubicBezTo>
                  <a:lnTo>
                    <a:pt x="101" y="2969"/>
                  </a:lnTo>
                  <a:cubicBezTo>
                    <a:pt x="101" y="3002"/>
                    <a:pt x="101" y="3002"/>
                    <a:pt x="101" y="3036"/>
                  </a:cubicBezTo>
                  <a:lnTo>
                    <a:pt x="167" y="3036"/>
                  </a:lnTo>
                  <a:lnTo>
                    <a:pt x="301" y="2935"/>
                  </a:lnTo>
                  <a:cubicBezTo>
                    <a:pt x="301" y="2935"/>
                    <a:pt x="334" y="2902"/>
                    <a:pt x="334" y="2902"/>
                  </a:cubicBezTo>
                  <a:cubicBezTo>
                    <a:pt x="334" y="2869"/>
                    <a:pt x="368" y="2869"/>
                    <a:pt x="368" y="2835"/>
                  </a:cubicBezTo>
                  <a:lnTo>
                    <a:pt x="1435" y="67"/>
                  </a:lnTo>
                  <a:lnTo>
                    <a:pt x="1435" y="33"/>
                  </a:lnTo>
                  <a:cubicBezTo>
                    <a:pt x="1435" y="0"/>
                    <a:pt x="1435" y="0"/>
                    <a:pt x="143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4190;p75">
              <a:extLst>
                <a:ext uri="{FF2B5EF4-FFF2-40B4-BE49-F238E27FC236}">
                  <a16:creationId xmlns:a16="http://schemas.microsoft.com/office/drawing/2014/main" id="{13B97A50-8337-6C0D-2614-31648EBD70EA}"/>
                </a:ext>
              </a:extLst>
            </p:cNvPr>
            <p:cNvSpPr/>
            <p:nvPr/>
          </p:nvSpPr>
          <p:spPr>
            <a:xfrm>
              <a:off x="2914750" y="2271225"/>
              <a:ext cx="99275" cy="219975"/>
            </a:xfrm>
            <a:custGeom>
              <a:avLst/>
              <a:gdLst/>
              <a:ahLst/>
              <a:cxnLst/>
              <a:rect l="l" t="t" r="r" b="b"/>
              <a:pathLst>
                <a:path w="3971" h="8799" extrusionOk="0">
                  <a:moveTo>
                    <a:pt x="2869" y="1"/>
                  </a:moveTo>
                  <a:cubicBezTo>
                    <a:pt x="2569" y="34"/>
                    <a:pt x="2302" y="101"/>
                    <a:pt x="2069" y="268"/>
                  </a:cubicBezTo>
                  <a:cubicBezTo>
                    <a:pt x="1735" y="435"/>
                    <a:pt x="1468" y="701"/>
                    <a:pt x="1235" y="968"/>
                  </a:cubicBezTo>
                  <a:cubicBezTo>
                    <a:pt x="1001" y="1235"/>
                    <a:pt x="801" y="1569"/>
                    <a:pt x="634" y="1869"/>
                  </a:cubicBezTo>
                  <a:cubicBezTo>
                    <a:pt x="501" y="2202"/>
                    <a:pt x="368" y="2536"/>
                    <a:pt x="301" y="2870"/>
                  </a:cubicBezTo>
                  <a:cubicBezTo>
                    <a:pt x="201" y="3203"/>
                    <a:pt x="167" y="3503"/>
                    <a:pt x="167" y="3837"/>
                  </a:cubicBezTo>
                  <a:cubicBezTo>
                    <a:pt x="167" y="3870"/>
                    <a:pt x="167" y="3937"/>
                    <a:pt x="201" y="3970"/>
                  </a:cubicBezTo>
                  <a:cubicBezTo>
                    <a:pt x="217" y="3987"/>
                    <a:pt x="234" y="3995"/>
                    <a:pt x="251" y="3995"/>
                  </a:cubicBezTo>
                  <a:cubicBezTo>
                    <a:pt x="267" y="3995"/>
                    <a:pt x="284" y="3987"/>
                    <a:pt x="301" y="3970"/>
                  </a:cubicBezTo>
                  <a:lnTo>
                    <a:pt x="1135" y="3470"/>
                  </a:lnTo>
                  <a:cubicBezTo>
                    <a:pt x="1201" y="3437"/>
                    <a:pt x="1268" y="3403"/>
                    <a:pt x="1302" y="3337"/>
                  </a:cubicBezTo>
                  <a:cubicBezTo>
                    <a:pt x="1368" y="3270"/>
                    <a:pt x="1402" y="3170"/>
                    <a:pt x="1435" y="3070"/>
                  </a:cubicBezTo>
                  <a:cubicBezTo>
                    <a:pt x="1435" y="3036"/>
                    <a:pt x="1468" y="2970"/>
                    <a:pt x="1468" y="2870"/>
                  </a:cubicBezTo>
                  <a:cubicBezTo>
                    <a:pt x="1502" y="2736"/>
                    <a:pt x="1535" y="2636"/>
                    <a:pt x="1568" y="2536"/>
                  </a:cubicBezTo>
                  <a:cubicBezTo>
                    <a:pt x="1602" y="2436"/>
                    <a:pt x="1668" y="2303"/>
                    <a:pt x="1735" y="2202"/>
                  </a:cubicBezTo>
                  <a:cubicBezTo>
                    <a:pt x="1835" y="2102"/>
                    <a:pt x="1935" y="2002"/>
                    <a:pt x="2069" y="1936"/>
                  </a:cubicBezTo>
                  <a:cubicBezTo>
                    <a:pt x="2118" y="1887"/>
                    <a:pt x="2184" y="1856"/>
                    <a:pt x="2269" y="1856"/>
                  </a:cubicBezTo>
                  <a:cubicBezTo>
                    <a:pt x="2300" y="1856"/>
                    <a:pt x="2333" y="1860"/>
                    <a:pt x="2369" y="1869"/>
                  </a:cubicBezTo>
                  <a:cubicBezTo>
                    <a:pt x="2436" y="1869"/>
                    <a:pt x="2502" y="1902"/>
                    <a:pt x="2536" y="1969"/>
                  </a:cubicBezTo>
                  <a:cubicBezTo>
                    <a:pt x="2569" y="2036"/>
                    <a:pt x="2602" y="2136"/>
                    <a:pt x="2602" y="2202"/>
                  </a:cubicBezTo>
                  <a:cubicBezTo>
                    <a:pt x="2602" y="2269"/>
                    <a:pt x="2602" y="2336"/>
                    <a:pt x="2602" y="2403"/>
                  </a:cubicBezTo>
                  <a:cubicBezTo>
                    <a:pt x="2602" y="2536"/>
                    <a:pt x="2602" y="2703"/>
                    <a:pt x="2536" y="2870"/>
                  </a:cubicBezTo>
                  <a:cubicBezTo>
                    <a:pt x="2469" y="3103"/>
                    <a:pt x="2369" y="3337"/>
                    <a:pt x="2236" y="3537"/>
                  </a:cubicBezTo>
                  <a:lnTo>
                    <a:pt x="201" y="6973"/>
                  </a:lnTo>
                  <a:cubicBezTo>
                    <a:pt x="134" y="7073"/>
                    <a:pt x="101" y="7206"/>
                    <a:pt x="67" y="7339"/>
                  </a:cubicBezTo>
                  <a:cubicBezTo>
                    <a:pt x="34" y="7440"/>
                    <a:pt x="1" y="7573"/>
                    <a:pt x="1" y="7706"/>
                  </a:cubicBezTo>
                  <a:lnTo>
                    <a:pt x="1" y="8607"/>
                  </a:lnTo>
                  <a:cubicBezTo>
                    <a:pt x="1" y="8640"/>
                    <a:pt x="34" y="8707"/>
                    <a:pt x="67" y="8774"/>
                  </a:cubicBezTo>
                  <a:cubicBezTo>
                    <a:pt x="84" y="8791"/>
                    <a:pt x="109" y="8799"/>
                    <a:pt x="134" y="8799"/>
                  </a:cubicBezTo>
                  <a:cubicBezTo>
                    <a:pt x="159" y="8799"/>
                    <a:pt x="184" y="8791"/>
                    <a:pt x="201" y="8774"/>
                  </a:cubicBezTo>
                  <a:lnTo>
                    <a:pt x="3803" y="6672"/>
                  </a:lnTo>
                  <a:cubicBezTo>
                    <a:pt x="3870" y="6639"/>
                    <a:pt x="3903" y="6572"/>
                    <a:pt x="3937" y="6506"/>
                  </a:cubicBezTo>
                  <a:cubicBezTo>
                    <a:pt x="3970" y="6439"/>
                    <a:pt x="3970" y="6372"/>
                    <a:pt x="3970" y="6305"/>
                  </a:cubicBezTo>
                  <a:lnTo>
                    <a:pt x="3970" y="5171"/>
                  </a:lnTo>
                  <a:cubicBezTo>
                    <a:pt x="3970" y="5105"/>
                    <a:pt x="3970" y="5038"/>
                    <a:pt x="3937" y="5004"/>
                  </a:cubicBezTo>
                  <a:cubicBezTo>
                    <a:pt x="3920" y="4988"/>
                    <a:pt x="3895" y="4979"/>
                    <a:pt x="3870" y="4979"/>
                  </a:cubicBezTo>
                  <a:cubicBezTo>
                    <a:pt x="3845" y="4979"/>
                    <a:pt x="3820" y="4988"/>
                    <a:pt x="3803" y="5004"/>
                  </a:cubicBezTo>
                  <a:lnTo>
                    <a:pt x="2102" y="6005"/>
                  </a:lnTo>
                  <a:lnTo>
                    <a:pt x="2102" y="6005"/>
                  </a:lnTo>
                  <a:lnTo>
                    <a:pt x="3036" y="4337"/>
                  </a:lnTo>
                  <a:cubicBezTo>
                    <a:pt x="3170" y="4070"/>
                    <a:pt x="3303" y="3837"/>
                    <a:pt x="3436" y="3570"/>
                  </a:cubicBezTo>
                  <a:cubicBezTo>
                    <a:pt x="3536" y="3370"/>
                    <a:pt x="3603" y="3136"/>
                    <a:pt x="3703" y="2903"/>
                  </a:cubicBezTo>
                  <a:cubicBezTo>
                    <a:pt x="3770" y="2703"/>
                    <a:pt x="3803" y="2469"/>
                    <a:pt x="3837" y="2269"/>
                  </a:cubicBezTo>
                  <a:cubicBezTo>
                    <a:pt x="3870" y="2069"/>
                    <a:pt x="3870" y="1869"/>
                    <a:pt x="3870" y="1669"/>
                  </a:cubicBezTo>
                  <a:cubicBezTo>
                    <a:pt x="3870" y="1369"/>
                    <a:pt x="3837" y="1068"/>
                    <a:pt x="3770" y="801"/>
                  </a:cubicBezTo>
                  <a:cubicBezTo>
                    <a:pt x="3703" y="601"/>
                    <a:pt x="3603" y="401"/>
                    <a:pt x="3436" y="234"/>
                  </a:cubicBezTo>
                  <a:cubicBezTo>
                    <a:pt x="3270" y="101"/>
                    <a:pt x="3069" y="1"/>
                    <a:pt x="28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4191;p75">
              <a:extLst>
                <a:ext uri="{FF2B5EF4-FFF2-40B4-BE49-F238E27FC236}">
                  <a16:creationId xmlns:a16="http://schemas.microsoft.com/office/drawing/2014/main" id="{BE416EDC-E1A9-A6C6-48D7-F933C1128CAA}"/>
                </a:ext>
              </a:extLst>
            </p:cNvPr>
            <p:cNvSpPr/>
            <p:nvPr/>
          </p:nvSpPr>
          <p:spPr>
            <a:xfrm>
              <a:off x="3027325" y="2193900"/>
              <a:ext cx="100100" cy="215175"/>
            </a:xfrm>
            <a:custGeom>
              <a:avLst/>
              <a:gdLst/>
              <a:ahLst/>
              <a:cxnLst/>
              <a:rect l="l" t="t" r="r" b="b"/>
              <a:pathLst>
                <a:path w="4004" h="8607" extrusionOk="0">
                  <a:moveTo>
                    <a:pt x="3603" y="0"/>
                  </a:moveTo>
                  <a:cubicBezTo>
                    <a:pt x="3578" y="0"/>
                    <a:pt x="3553" y="8"/>
                    <a:pt x="3537" y="25"/>
                  </a:cubicBezTo>
                  <a:lnTo>
                    <a:pt x="601" y="1693"/>
                  </a:lnTo>
                  <a:cubicBezTo>
                    <a:pt x="568" y="1726"/>
                    <a:pt x="501" y="1760"/>
                    <a:pt x="468" y="1826"/>
                  </a:cubicBezTo>
                  <a:cubicBezTo>
                    <a:pt x="434" y="1926"/>
                    <a:pt x="434" y="1993"/>
                    <a:pt x="434" y="2060"/>
                  </a:cubicBezTo>
                  <a:lnTo>
                    <a:pt x="234" y="5929"/>
                  </a:lnTo>
                  <a:cubicBezTo>
                    <a:pt x="201" y="5996"/>
                    <a:pt x="234" y="6063"/>
                    <a:pt x="268" y="6096"/>
                  </a:cubicBezTo>
                  <a:cubicBezTo>
                    <a:pt x="284" y="6113"/>
                    <a:pt x="309" y="6121"/>
                    <a:pt x="334" y="6121"/>
                  </a:cubicBezTo>
                  <a:cubicBezTo>
                    <a:pt x="359" y="6121"/>
                    <a:pt x="384" y="6113"/>
                    <a:pt x="401" y="6096"/>
                  </a:cubicBezTo>
                  <a:lnTo>
                    <a:pt x="1469" y="5496"/>
                  </a:lnTo>
                  <a:cubicBezTo>
                    <a:pt x="1502" y="5462"/>
                    <a:pt x="1535" y="5429"/>
                    <a:pt x="1569" y="5396"/>
                  </a:cubicBezTo>
                  <a:cubicBezTo>
                    <a:pt x="1602" y="5329"/>
                    <a:pt x="1669" y="5295"/>
                    <a:pt x="1702" y="5229"/>
                  </a:cubicBezTo>
                  <a:cubicBezTo>
                    <a:pt x="1769" y="5162"/>
                    <a:pt x="1802" y="5129"/>
                    <a:pt x="1869" y="5062"/>
                  </a:cubicBezTo>
                  <a:cubicBezTo>
                    <a:pt x="1902" y="4995"/>
                    <a:pt x="1969" y="4929"/>
                    <a:pt x="2036" y="4895"/>
                  </a:cubicBezTo>
                  <a:cubicBezTo>
                    <a:pt x="2171" y="4837"/>
                    <a:pt x="2273" y="4801"/>
                    <a:pt x="2361" y="4801"/>
                  </a:cubicBezTo>
                  <a:cubicBezTo>
                    <a:pt x="2424" y="4801"/>
                    <a:pt x="2480" y="4820"/>
                    <a:pt x="2536" y="4862"/>
                  </a:cubicBezTo>
                  <a:cubicBezTo>
                    <a:pt x="2669" y="4962"/>
                    <a:pt x="2736" y="5129"/>
                    <a:pt x="2736" y="5329"/>
                  </a:cubicBezTo>
                  <a:cubicBezTo>
                    <a:pt x="2703" y="5462"/>
                    <a:pt x="2703" y="5596"/>
                    <a:pt x="2669" y="5729"/>
                  </a:cubicBezTo>
                  <a:cubicBezTo>
                    <a:pt x="2636" y="5863"/>
                    <a:pt x="2569" y="5996"/>
                    <a:pt x="2503" y="6129"/>
                  </a:cubicBezTo>
                  <a:cubicBezTo>
                    <a:pt x="2436" y="6229"/>
                    <a:pt x="2369" y="6330"/>
                    <a:pt x="2269" y="6430"/>
                  </a:cubicBezTo>
                  <a:cubicBezTo>
                    <a:pt x="2202" y="6496"/>
                    <a:pt x="2102" y="6563"/>
                    <a:pt x="2002" y="6630"/>
                  </a:cubicBezTo>
                  <a:cubicBezTo>
                    <a:pt x="1902" y="6696"/>
                    <a:pt x="1835" y="6730"/>
                    <a:pt x="1735" y="6730"/>
                  </a:cubicBezTo>
                  <a:cubicBezTo>
                    <a:pt x="1669" y="6730"/>
                    <a:pt x="1569" y="6730"/>
                    <a:pt x="1535" y="6696"/>
                  </a:cubicBezTo>
                  <a:cubicBezTo>
                    <a:pt x="1469" y="6663"/>
                    <a:pt x="1435" y="6630"/>
                    <a:pt x="1402" y="6596"/>
                  </a:cubicBezTo>
                  <a:lnTo>
                    <a:pt x="1268" y="6430"/>
                  </a:lnTo>
                  <a:cubicBezTo>
                    <a:pt x="1268" y="6430"/>
                    <a:pt x="1235" y="6396"/>
                    <a:pt x="1202" y="6363"/>
                  </a:cubicBezTo>
                  <a:cubicBezTo>
                    <a:pt x="1135" y="6363"/>
                    <a:pt x="1068" y="6363"/>
                    <a:pt x="1035" y="6396"/>
                  </a:cubicBezTo>
                  <a:lnTo>
                    <a:pt x="168" y="6897"/>
                  </a:lnTo>
                  <a:cubicBezTo>
                    <a:pt x="101" y="6930"/>
                    <a:pt x="68" y="6997"/>
                    <a:pt x="68" y="7030"/>
                  </a:cubicBezTo>
                  <a:cubicBezTo>
                    <a:pt x="34" y="7097"/>
                    <a:pt x="1" y="7163"/>
                    <a:pt x="1" y="7230"/>
                  </a:cubicBezTo>
                  <a:cubicBezTo>
                    <a:pt x="1" y="7497"/>
                    <a:pt x="68" y="7731"/>
                    <a:pt x="168" y="7997"/>
                  </a:cubicBezTo>
                  <a:cubicBezTo>
                    <a:pt x="234" y="8164"/>
                    <a:pt x="368" y="8364"/>
                    <a:pt x="535" y="8464"/>
                  </a:cubicBezTo>
                  <a:cubicBezTo>
                    <a:pt x="699" y="8547"/>
                    <a:pt x="864" y="8607"/>
                    <a:pt x="1047" y="8607"/>
                  </a:cubicBezTo>
                  <a:cubicBezTo>
                    <a:pt x="1087" y="8607"/>
                    <a:pt x="1127" y="8604"/>
                    <a:pt x="1168" y="8598"/>
                  </a:cubicBezTo>
                  <a:cubicBezTo>
                    <a:pt x="1469" y="8564"/>
                    <a:pt x="1735" y="8464"/>
                    <a:pt x="2002" y="8298"/>
                  </a:cubicBezTo>
                  <a:cubicBezTo>
                    <a:pt x="2269" y="8131"/>
                    <a:pt x="2536" y="7931"/>
                    <a:pt x="2769" y="7697"/>
                  </a:cubicBezTo>
                  <a:cubicBezTo>
                    <a:pt x="3036" y="7430"/>
                    <a:pt x="3236" y="7130"/>
                    <a:pt x="3403" y="6830"/>
                  </a:cubicBezTo>
                  <a:cubicBezTo>
                    <a:pt x="3770" y="6163"/>
                    <a:pt x="3970" y="5396"/>
                    <a:pt x="3970" y="4595"/>
                  </a:cubicBezTo>
                  <a:cubicBezTo>
                    <a:pt x="4004" y="4261"/>
                    <a:pt x="3937" y="3928"/>
                    <a:pt x="3837" y="3628"/>
                  </a:cubicBezTo>
                  <a:cubicBezTo>
                    <a:pt x="3770" y="3394"/>
                    <a:pt x="3637" y="3227"/>
                    <a:pt x="3437" y="3061"/>
                  </a:cubicBezTo>
                  <a:cubicBezTo>
                    <a:pt x="3299" y="2978"/>
                    <a:pt x="3140" y="2918"/>
                    <a:pt x="2976" y="2918"/>
                  </a:cubicBezTo>
                  <a:cubicBezTo>
                    <a:pt x="2940" y="2918"/>
                    <a:pt x="2905" y="2921"/>
                    <a:pt x="2870" y="2927"/>
                  </a:cubicBezTo>
                  <a:cubicBezTo>
                    <a:pt x="2603" y="2960"/>
                    <a:pt x="2369" y="3061"/>
                    <a:pt x="2136" y="3194"/>
                  </a:cubicBezTo>
                  <a:cubicBezTo>
                    <a:pt x="2002" y="3261"/>
                    <a:pt x="1869" y="3361"/>
                    <a:pt x="1769" y="3461"/>
                  </a:cubicBezTo>
                  <a:cubicBezTo>
                    <a:pt x="1669" y="3561"/>
                    <a:pt x="1569" y="3661"/>
                    <a:pt x="1502" y="3794"/>
                  </a:cubicBezTo>
                  <a:lnTo>
                    <a:pt x="1535" y="2827"/>
                  </a:lnTo>
                  <a:lnTo>
                    <a:pt x="3537" y="1693"/>
                  </a:lnTo>
                  <a:cubicBezTo>
                    <a:pt x="3570" y="1660"/>
                    <a:pt x="3637" y="1593"/>
                    <a:pt x="3670" y="1526"/>
                  </a:cubicBezTo>
                  <a:cubicBezTo>
                    <a:pt x="3703" y="1459"/>
                    <a:pt x="3703" y="1359"/>
                    <a:pt x="3703" y="1293"/>
                  </a:cubicBezTo>
                  <a:lnTo>
                    <a:pt x="3703" y="192"/>
                  </a:lnTo>
                  <a:cubicBezTo>
                    <a:pt x="3703" y="125"/>
                    <a:pt x="3703" y="58"/>
                    <a:pt x="3670" y="25"/>
                  </a:cubicBezTo>
                  <a:cubicBezTo>
                    <a:pt x="3653" y="8"/>
                    <a:pt x="3628" y="0"/>
                    <a:pt x="36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4192;p75">
              <a:extLst>
                <a:ext uri="{FF2B5EF4-FFF2-40B4-BE49-F238E27FC236}">
                  <a16:creationId xmlns:a16="http://schemas.microsoft.com/office/drawing/2014/main" id="{EC0C01A4-8A9E-5568-0FBA-503BA0D9D34F}"/>
                </a:ext>
              </a:extLst>
            </p:cNvPr>
            <p:cNvSpPr/>
            <p:nvPr/>
          </p:nvSpPr>
          <p:spPr>
            <a:xfrm>
              <a:off x="3141575" y="2139475"/>
              <a:ext cx="100100" cy="202675"/>
            </a:xfrm>
            <a:custGeom>
              <a:avLst/>
              <a:gdLst/>
              <a:ahLst/>
              <a:cxnLst/>
              <a:rect l="l" t="t" r="r" b="b"/>
              <a:pathLst>
                <a:path w="4004" h="8107" extrusionOk="0">
                  <a:moveTo>
                    <a:pt x="2336" y="1868"/>
                  </a:moveTo>
                  <a:cubicBezTo>
                    <a:pt x="2436" y="1868"/>
                    <a:pt x="2503" y="1935"/>
                    <a:pt x="2569" y="2002"/>
                  </a:cubicBezTo>
                  <a:cubicBezTo>
                    <a:pt x="2636" y="2102"/>
                    <a:pt x="2669" y="2202"/>
                    <a:pt x="2669" y="2302"/>
                  </a:cubicBezTo>
                  <a:cubicBezTo>
                    <a:pt x="2703" y="2469"/>
                    <a:pt x="2736" y="2602"/>
                    <a:pt x="2736" y="2769"/>
                  </a:cubicBezTo>
                  <a:cubicBezTo>
                    <a:pt x="2736" y="3336"/>
                    <a:pt x="2736" y="3937"/>
                    <a:pt x="2736" y="4537"/>
                  </a:cubicBezTo>
                  <a:cubicBezTo>
                    <a:pt x="2736" y="4704"/>
                    <a:pt x="2703" y="4871"/>
                    <a:pt x="2669" y="5037"/>
                  </a:cubicBezTo>
                  <a:cubicBezTo>
                    <a:pt x="2669" y="5204"/>
                    <a:pt x="2636" y="5338"/>
                    <a:pt x="2569" y="5504"/>
                  </a:cubicBezTo>
                  <a:cubicBezTo>
                    <a:pt x="2503" y="5638"/>
                    <a:pt x="2436" y="5738"/>
                    <a:pt x="2336" y="5871"/>
                  </a:cubicBezTo>
                  <a:cubicBezTo>
                    <a:pt x="2236" y="6005"/>
                    <a:pt x="2136" y="6105"/>
                    <a:pt x="2002" y="6172"/>
                  </a:cubicBezTo>
                  <a:cubicBezTo>
                    <a:pt x="1902" y="6238"/>
                    <a:pt x="1769" y="6272"/>
                    <a:pt x="1669" y="6272"/>
                  </a:cubicBezTo>
                  <a:cubicBezTo>
                    <a:pt x="1569" y="6272"/>
                    <a:pt x="1502" y="6205"/>
                    <a:pt x="1435" y="6138"/>
                  </a:cubicBezTo>
                  <a:cubicBezTo>
                    <a:pt x="1368" y="6038"/>
                    <a:pt x="1335" y="5938"/>
                    <a:pt x="1335" y="5838"/>
                  </a:cubicBezTo>
                  <a:cubicBezTo>
                    <a:pt x="1302" y="5671"/>
                    <a:pt x="1268" y="5504"/>
                    <a:pt x="1268" y="5371"/>
                  </a:cubicBezTo>
                  <a:cubicBezTo>
                    <a:pt x="1235" y="4771"/>
                    <a:pt x="1235" y="4203"/>
                    <a:pt x="1268" y="3603"/>
                  </a:cubicBezTo>
                  <a:cubicBezTo>
                    <a:pt x="1268" y="3436"/>
                    <a:pt x="1302" y="3269"/>
                    <a:pt x="1335" y="3103"/>
                  </a:cubicBezTo>
                  <a:cubicBezTo>
                    <a:pt x="1335" y="2936"/>
                    <a:pt x="1402" y="2769"/>
                    <a:pt x="1435" y="2636"/>
                  </a:cubicBezTo>
                  <a:cubicBezTo>
                    <a:pt x="1502" y="2502"/>
                    <a:pt x="1569" y="2369"/>
                    <a:pt x="1669" y="2269"/>
                  </a:cubicBezTo>
                  <a:cubicBezTo>
                    <a:pt x="1769" y="2135"/>
                    <a:pt x="1869" y="2035"/>
                    <a:pt x="2002" y="1969"/>
                  </a:cubicBezTo>
                  <a:cubicBezTo>
                    <a:pt x="2102" y="1902"/>
                    <a:pt x="2236" y="1868"/>
                    <a:pt x="2336" y="1868"/>
                  </a:cubicBezTo>
                  <a:close/>
                  <a:moveTo>
                    <a:pt x="2869" y="0"/>
                  </a:moveTo>
                  <a:cubicBezTo>
                    <a:pt x="2569" y="0"/>
                    <a:pt x="2269" y="101"/>
                    <a:pt x="2002" y="301"/>
                  </a:cubicBezTo>
                  <a:cubicBezTo>
                    <a:pt x="1669" y="467"/>
                    <a:pt x="1368" y="734"/>
                    <a:pt x="1135" y="1035"/>
                  </a:cubicBezTo>
                  <a:cubicBezTo>
                    <a:pt x="868" y="1301"/>
                    <a:pt x="668" y="1635"/>
                    <a:pt x="501" y="2002"/>
                  </a:cubicBezTo>
                  <a:cubicBezTo>
                    <a:pt x="334" y="2335"/>
                    <a:pt x="234" y="2736"/>
                    <a:pt x="134" y="3103"/>
                  </a:cubicBezTo>
                  <a:cubicBezTo>
                    <a:pt x="67" y="3503"/>
                    <a:pt x="34" y="3870"/>
                    <a:pt x="1" y="4270"/>
                  </a:cubicBezTo>
                  <a:lnTo>
                    <a:pt x="1" y="5238"/>
                  </a:lnTo>
                  <a:lnTo>
                    <a:pt x="1" y="6138"/>
                  </a:lnTo>
                  <a:cubicBezTo>
                    <a:pt x="34" y="6472"/>
                    <a:pt x="67" y="6839"/>
                    <a:pt x="134" y="7139"/>
                  </a:cubicBezTo>
                  <a:cubicBezTo>
                    <a:pt x="201" y="7406"/>
                    <a:pt x="334" y="7639"/>
                    <a:pt x="501" y="7839"/>
                  </a:cubicBezTo>
                  <a:cubicBezTo>
                    <a:pt x="668" y="8006"/>
                    <a:pt x="901" y="8106"/>
                    <a:pt x="1135" y="8106"/>
                  </a:cubicBezTo>
                  <a:cubicBezTo>
                    <a:pt x="1435" y="8106"/>
                    <a:pt x="1735" y="8006"/>
                    <a:pt x="2002" y="7839"/>
                  </a:cubicBezTo>
                  <a:cubicBezTo>
                    <a:pt x="2336" y="7639"/>
                    <a:pt x="2636" y="7406"/>
                    <a:pt x="2869" y="7106"/>
                  </a:cubicBezTo>
                  <a:cubicBezTo>
                    <a:pt x="3136" y="6805"/>
                    <a:pt x="3336" y="6472"/>
                    <a:pt x="3503" y="6138"/>
                  </a:cubicBezTo>
                  <a:cubicBezTo>
                    <a:pt x="3670" y="5771"/>
                    <a:pt x="3770" y="5404"/>
                    <a:pt x="3870" y="5004"/>
                  </a:cubicBezTo>
                  <a:cubicBezTo>
                    <a:pt x="3937" y="4637"/>
                    <a:pt x="3970" y="4237"/>
                    <a:pt x="4004" y="3837"/>
                  </a:cubicBezTo>
                  <a:lnTo>
                    <a:pt x="4004" y="2903"/>
                  </a:lnTo>
                  <a:lnTo>
                    <a:pt x="4004" y="1969"/>
                  </a:lnTo>
                  <a:cubicBezTo>
                    <a:pt x="3970" y="1635"/>
                    <a:pt x="3937" y="1301"/>
                    <a:pt x="3870" y="968"/>
                  </a:cubicBezTo>
                  <a:cubicBezTo>
                    <a:pt x="3803" y="701"/>
                    <a:pt x="3670" y="467"/>
                    <a:pt x="3503" y="267"/>
                  </a:cubicBezTo>
                  <a:cubicBezTo>
                    <a:pt x="3336" y="101"/>
                    <a:pt x="3103" y="0"/>
                    <a:pt x="286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4193;p75">
              <a:extLst>
                <a:ext uri="{FF2B5EF4-FFF2-40B4-BE49-F238E27FC236}">
                  <a16:creationId xmlns:a16="http://schemas.microsoft.com/office/drawing/2014/main" id="{B85DA2A3-11C9-82C2-BF5C-0B024E2501E8}"/>
                </a:ext>
              </a:extLst>
            </p:cNvPr>
            <p:cNvSpPr/>
            <p:nvPr/>
          </p:nvSpPr>
          <p:spPr>
            <a:xfrm>
              <a:off x="2998150" y="2514750"/>
              <a:ext cx="42550" cy="61725"/>
            </a:xfrm>
            <a:custGeom>
              <a:avLst/>
              <a:gdLst/>
              <a:ahLst/>
              <a:cxnLst/>
              <a:rect l="l" t="t" r="r" b="b"/>
              <a:pathLst>
                <a:path w="1702" h="2469" extrusionOk="0">
                  <a:moveTo>
                    <a:pt x="868" y="0"/>
                  </a:moveTo>
                  <a:lnTo>
                    <a:pt x="0" y="2469"/>
                  </a:lnTo>
                  <a:lnTo>
                    <a:pt x="0" y="2469"/>
                  </a:lnTo>
                  <a:lnTo>
                    <a:pt x="1702" y="1468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4194;p75">
              <a:extLst>
                <a:ext uri="{FF2B5EF4-FFF2-40B4-BE49-F238E27FC236}">
                  <a16:creationId xmlns:a16="http://schemas.microsoft.com/office/drawing/2014/main" id="{EBA918BD-D784-BF93-99C7-AD8BAF9E48F6}"/>
                </a:ext>
              </a:extLst>
            </p:cNvPr>
            <p:cNvSpPr/>
            <p:nvPr/>
          </p:nvSpPr>
          <p:spPr>
            <a:xfrm>
              <a:off x="2191725" y="3028525"/>
              <a:ext cx="550425" cy="1080125"/>
            </a:xfrm>
            <a:custGeom>
              <a:avLst/>
              <a:gdLst/>
              <a:ahLst/>
              <a:cxnLst/>
              <a:rect l="l" t="t" r="r" b="b"/>
              <a:pathLst>
                <a:path w="22017" h="43205" extrusionOk="0">
                  <a:moveTo>
                    <a:pt x="21525" y="0"/>
                  </a:moveTo>
                  <a:cubicBezTo>
                    <a:pt x="21402" y="0"/>
                    <a:pt x="21264" y="42"/>
                    <a:pt x="21116" y="131"/>
                  </a:cubicBezTo>
                  <a:lnTo>
                    <a:pt x="902" y="11806"/>
                  </a:lnTo>
                  <a:cubicBezTo>
                    <a:pt x="368" y="12139"/>
                    <a:pt x="34" y="12740"/>
                    <a:pt x="1" y="13373"/>
                  </a:cubicBezTo>
                  <a:lnTo>
                    <a:pt x="1" y="42561"/>
                  </a:lnTo>
                  <a:cubicBezTo>
                    <a:pt x="1" y="42969"/>
                    <a:pt x="209" y="43205"/>
                    <a:pt x="512" y="43205"/>
                  </a:cubicBezTo>
                  <a:cubicBezTo>
                    <a:pt x="630" y="43205"/>
                    <a:pt x="762" y="43169"/>
                    <a:pt x="902" y="43095"/>
                  </a:cubicBezTo>
                  <a:lnTo>
                    <a:pt x="21116" y="31420"/>
                  </a:lnTo>
                  <a:cubicBezTo>
                    <a:pt x="21650" y="31053"/>
                    <a:pt x="21983" y="30486"/>
                    <a:pt x="22017" y="29852"/>
                  </a:cubicBezTo>
                  <a:lnTo>
                    <a:pt x="22017" y="664"/>
                  </a:lnTo>
                  <a:cubicBezTo>
                    <a:pt x="22017" y="241"/>
                    <a:pt x="21818" y="0"/>
                    <a:pt x="2152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4195;p75">
              <a:extLst>
                <a:ext uri="{FF2B5EF4-FFF2-40B4-BE49-F238E27FC236}">
                  <a16:creationId xmlns:a16="http://schemas.microsoft.com/office/drawing/2014/main" id="{E3E83FB1-7C48-406A-7CA8-0DDBD2A00DC9}"/>
                </a:ext>
              </a:extLst>
            </p:cNvPr>
            <p:cNvSpPr/>
            <p:nvPr/>
          </p:nvSpPr>
          <p:spPr>
            <a:xfrm>
              <a:off x="2227600" y="3380050"/>
              <a:ext cx="477850" cy="279700"/>
            </a:xfrm>
            <a:custGeom>
              <a:avLst/>
              <a:gdLst/>
              <a:ahLst/>
              <a:cxnLst/>
              <a:rect l="l" t="t" r="r" b="b"/>
              <a:pathLst>
                <a:path w="19114" h="11188" extrusionOk="0">
                  <a:moveTo>
                    <a:pt x="18860" y="0"/>
                  </a:moveTo>
                  <a:cubicBezTo>
                    <a:pt x="18833" y="0"/>
                    <a:pt x="18805" y="5"/>
                    <a:pt x="18780" y="13"/>
                  </a:cubicBezTo>
                  <a:lnTo>
                    <a:pt x="134" y="10787"/>
                  </a:lnTo>
                  <a:cubicBezTo>
                    <a:pt x="34" y="10854"/>
                    <a:pt x="0" y="10988"/>
                    <a:pt x="67" y="11088"/>
                  </a:cubicBezTo>
                  <a:cubicBezTo>
                    <a:pt x="100" y="11121"/>
                    <a:pt x="167" y="11188"/>
                    <a:pt x="267" y="11188"/>
                  </a:cubicBezTo>
                  <a:cubicBezTo>
                    <a:pt x="301" y="11188"/>
                    <a:pt x="334" y="11154"/>
                    <a:pt x="367" y="11154"/>
                  </a:cubicBezTo>
                  <a:lnTo>
                    <a:pt x="18981" y="380"/>
                  </a:lnTo>
                  <a:cubicBezTo>
                    <a:pt x="19081" y="347"/>
                    <a:pt x="19114" y="213"/>
                    <a:pt x="19047" y="113"/>
                  </a:cubicBezTo>
                  <a:cubicBezTo>
                    <a:pt x="19022" y="38"/>
                    <a:pt x="18941" y="0"/>
                    <a:pt x="1886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4196;p75">
              <a:extLst>
                <a:ext uri="{FF2B5EF4-FFF2-40B4-BE49-F238E27FC236}">
                  <a16:creationId xmlns:a16="http://schemas.microsoft.com/office/drawing/2014/main" id="{6971BC47-39C7-5A15-F500-8EFFA9FCB93D}"/>
                </a:ext>
              </a:extLst>
            </p:cNvPr>
            <p:cNvSpPr/>
            <p:nvPr/>
          </p:nvSpPr>
          <p:spPr>
            <a:xfrm>
              <a:off x="2258450" y="3363675"/>
              <a:ext cx="25050" cy="52575"/>
            </a:xfrm>
            <a:custGeom>
              <a:avLst/>
              <a:gdLst/>
              <a:ahLst/>
              <a:cxnLst/>
              <a:rect l="l" t="t" r="r" b="b"/>
              <a:pathLst>
                <a:path w="1002" h="2103" extrusionOk="0">
                  <a:moveTo>
                    <a:pt x="935" y="1"/>
                  </a:moveTo>
                  <a:lnTo>
                    <a:pt x="668" y="134"/>
                  </a:lnTo>
                  <a:cubicBezTo>
                    <a:pt x="668" y="134"/>
                    <a:pt x="668" y="134"/>
                    <a:pt x="668" y="168"/>
                  </a:cubicBezTo>
                  <a:cubicBezTo>
                    <a:pt x="668" y="168"/>
                    <a:pt x="668" y="201"/>
                    <a:pt x="668" y="201"/>
                  </a:cubicBezTo>
                  <a:lnTo>
                    <a:pt x="668" y="1202"/>
                  </a:lnTo>
                  <a:cubicBezTo>
                    <a:pt x="668" y="1302"/>
                    <a:pt x="634" y="1402"/>
                    <a:pt x="601" y="1469"/>
                  </a:cubicBezTo>
                  <a:cubicBezTo>
                    <a:pt x="568" y="1535"/>
                    <a:pt x="534" y="1602"/>
                    <a:pt x="468" y="1635"/>
                  </a:cubicBezTo>
                  <a:cubicBezTo>
                    <a:pt x="434" y="1652"/>
                    <a:pt x="401" y="1660"/>
                    <a:pt x="372" y="1660"/>
                  </a:cubicBezTo>
                  <a:cubicBezTo>
                    <a:pt x="342" y="1660"/>
                    <a:pt x="317" y="1652"/>
                    <a:pt x="301" y="1635"/>
                  </a:cubicBezTo>
                  <a:cubicBezTo>
                    <a:pt x="267" y="1569"/>
                    <a:pt x="267" y="1502"/>
                    <a:pt x="267" y="1435"/>
                  </a:cubicBezTo>
                  <a:lnTo>
                    <a:pt x="267" y="434"/>
                  </a:lnTo>
                  <a:cubicBezTo>
                    <a:pt x="267" y="434"/>
                    <a:pt x="267" y="401"/>
                    <a:pt x="267" y="401"/>
                  </a:cubicBezTo>
                  <a:lnTo>
                    <a:pt x="234" y="401"/>
                  </a:lnTo>
                  <a:lnTo>
                    <a:pt x="34" y="535"/>
                  </a:lnTo>
                  <a:cubicBezTo>
                    <a:pt x="1" y="535"/>
                    <a:pt x="1" y="535"/>
                    <a:pt x="1" y="568"/>
                  </a:cubicBezTo>
                  <a:cubicBezTo>
                    <a:pt x="1" y="568"/>
                    <a:pt x="1" y="601"/>
                    <a:pt x="1" y="601"/>
                  </a:cubicBezTo>
                  <a:lnTo>
                    <a:pt x="1" y="1602"/>
                  </a:lnTo>
                  <a:cubicBezTo>
                    <a:pt x="1" y="1702"/>
                    <a:pt x="1" y="1802"/>
                    <a:pt x="34" y="1902"/>
                  </a:cubicBezTo>
                  <a:cubicBezTo>
                    <a:pt x="34" y="1969"/>
                    <a:pt x="67" y="2002"/>
                    <a:pt x="134" y="2069"/>
                  </a:cubicBezTo>
                  <a:cubicBezTo>
                    <a:pt x="167" y="2102"/>
                    <a:pt x="234" y="2102"/>
                    <a:pt x="301" y="2102"/>
                  </a:cubicBezTo>
                  <a:cubicBezTo>
                    <a:pt x="367" y="2102"/>
                    <a:pt x="434" y="2069"/>
                    <a:pt x="501" y="2036"/>
                  </a:cubicBezTo>
                  <a:cubicBezTo>
                    <a:pt x="568" y="2002"/>
                    <a:pt x="634" y="1936"/>
                    <a:pt x="701" y="1869"/>
                  </a:cubicBezTo>
                  <a:cubicBezTo>
                    <a:pt x="734" y="1802"/>
                    <a:pt x="801" y="1735"/>
                    <a:pt x="834" y="1635"/>
                  </a:cubicBezTo>
                  <a:cubicBezTo>
                    <a:pt x="901" y="1569"/>
                    <a:pt x="935" y="1469"/>
                    <a:pt x="935" y="1368"/>
                  </a:cubicBezTo>
                  <a:cubicBezTo>
                    <a:pt x="968" y="1268"/>
                    <a:pt x="968" y="1135"/>
                    <a:pt x="968" y="1035"/>
                  </a:cubicBezTo>
                  <a:lnTo>
                    <a:pt x="968" y="34"/>
                  </a:lnTo>
                  <a:cubicBezTo>
                    <a:pt x="1001" y="34"/>
                    <a:pt x="1001" y="1"/>
                    <a:pt x="9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4197;p75">
              <a:extLst>
                <a:ext uri="{FF2B5EF4-FFF2-40B4-BE49-F238E27FC236}">
                  <a16:creationId xmlns:a16="http://schemas.microsoft.com/office/drawing/2014/main" id="{5F0624BA-614A-D04D-B6DF-445711A4F5E3}"/>
                </a:ext>
              </a:extLst>
            </p:cNvPr>
            <p:cNvSpPr/>
            <p:nvPr/>
          </p:nvSpPr>
          <p:spPr>
            <a:xfrm>
              <a:off x="2289300" y="3350350"/>
              <a:ext cx="23375" cy="52550"/>
            </a:xfrm>
            <a:custGeom>
              <a:avLst/>
              <a:gdLst/>
              <a:ahLst/>
              <a:cxnLst/>
              <a:rect l="l" t="t" r="r" b="b"/>
              <a:pathLst>
                <a:path w="935" h="2102" extrusionOk="0">
                  <a:moveTo>
                    <a:pt x="601" y="467"/>
                  </a:moveTo>
                  <a:cubicBezTo>
                    <a:pt x="668" y="500"/>
                    <a:pt x="668" y="534"/>
                    <a:pt x="668" y="601"/>
                  </a:cubicBezTo>
                  <a:cubicBezTo>
                    <a:pt x="668" y="734"/>
                    <a:pt x="568" y="834"/>
                    <a:pt x="468" y="867"/>
                  </a:cubicBezTo>
                  <a:lnTo>
                    <a:pt x="268" y="1001"/>
                  </a:lnTo>
                  <a:lnTo>
                    <a:pt x="301" y="601"/>
                  </a:lnTo>
                  <a:lnTo>
                    <a:pt x="501" y="467"/>
                  </a:lnTo>
                  <a:close/>
                  <a:moveTo>
                    <a:pt x="668" y="0"/>
                  </a:moveTo>
                  <a:cubicBezTo>
                    <a:pt x="601" y="33"/>
                    <a:pt x="534" y="67"/>
                    <a:pt x="501" y="100"/>
                  </a:cubicBezTo>
                  <a:lnTo>
                    <a:pt x="34" y="367"/>
                  </a:lnTo>
                  <a:cubicBezTo>
                    <a:pt x="1" y="367"/>
                    <a:pt x="1" y="367"/>
                    <a:pt x="1" y="400"/>
                  </a:cubicBezTo>
                  <a:cubicBezTo>
                    <a:pt x="1" y="434"/>
                    <a:pt x="1" y="434"/>
                    <a:pt x="1" y="467"/>
                  </a:cubicBezTo>
                  <a:lnTo>
                    <a:pt x="1" y="2068"/>
                  </a:lnTo>
                  <a:cubicBezTo>
                    <a:pt x="1" y="2068"/>
                    <a:pt x="1" y="2102"/>
                    <a:pt x="1" y="2102"/>
                  </a:cubicBezTo>
                  <a:lnTo>
                    <a:pt x="34" y="2102"/>
                  </a:lnTo>
                  <a:lnTo>
                    <a:pt x="234" y="2002"/>
                  </a:lnTo>
                  <a:cubicBezTo>
                    <a:pt x="268" y="1968"/>
                    <a:pt x="268" y="1935"/>
                    <a:pt x="268" y="1935"/>
                  </a:cubicBezTo>
                  <a:cubicBezTo>
                    <a:pt x="268" y="1935"/>
                    <a:pt x="268" y="1901"/>
                    <a:pt x="268" y="1901"/>
                  </a:cubicBezTo>
                  <a:lnTo>
                    <a:pt x="268" y="1401"/>
                  </a:lnTo>
                  <a:lnTo>
                    <a:pt x="501" y="1268"/>
                  </a:lnTo>
                  <a:cubicBezTo>
                    <a:pt x="568" y="1234"/>
                    <a:pt x="601" y="1168"/>
                    <a:pt x="668" y="1101"/>
                  </a:cubicBezTo>
                  <a:cubicBezTo>
                    <a:pt x="735" y="1068"/>
                    <a:pt x="768" y="1001"/>
                    <a:pt x="801" y="934"/>
                  </a:cubicBezTo>
                  <a:cubicBezTo>
                    <a:pt x="835" y="867"/>
                    <a:pt x="868" y="767"/>
                    <a:pt x="901" y="701"/>
                  </a:cubicBezTo>
                  <a:cubicBezTo>
                    <a:pt x="935" y="601"/>
                    <a:pt x="935" y="500"/>
                    <a:pt x="935" y="400"/>
                  </a:cubicBezTo>
                  <a:cubicBezTo>
                    <a:pt x="935" y="334"/>
                    <a:pt x="935" y="267"/>
                    <a:pt x="901" y="167"/>
                  </a:cubicBezTo>
                  <a:cubicBezTo>
                    <a:pt x="901" y="134"/>
                    <a:pt x="868" y="67"/>
                    <a:pt x="801" y="33"/>
                  </a:cubicBezTo>
                  <a:cubicBezTo>
                    <a:pt x="768" y="33"/>
                    <a:pt x="701" y="0"/>
                    <a:pt x="6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4198;p75">
              <a:extLst>
                <a:ext uri="{FF2B5EF4-FFF2-40B4-BE49-F238E27FC236}">
                  <a16:creationId xmlns:a16="http://schemas.microsoft.com/office/drawing/2014/main" id="{AEC10D2A-F8B7-D72C-385B-109911AAA3E1}"/>
                </a:ext>
              </a:extLst>
            </p:cNvPr>
            <p:cNvSpPr/>
            <p:nvPr/>
          </p:nvSpPr>
          <p:spPr>
            <a:xfrm>
              <a:off x="2313500" y="3328650"/>
              <a:ext cx="20875" cy="65075"/>
            </a:xfrm>
            <a:custGeom>
              <a:avLst/>
              <a:gdLst/>
              <a:ahLst/>
              <a:cxnLst/>
              <a:rect l="l" t="t" r="r" b="b"/>
              <a:pathLst>
                <a:path w="835" h="2603" extrusionOk="0">
                  <a:moveTo>
                    <a:pt x="801" y="1"/>
                  </a:moveTo>
                  <a:lnTo>
                    <a:pt x="601" y="134"/>
                  </a:lnTo>
                  <a:cubicBezTo>
                    <a:pt x="567" y="134"/>
                    <a:pt x="567" y="168"/>
                    <a:pt x="534" y="168"/>
                  </a:cubicBezTo>
                  <a:cubicBezTo>
                    <a:pt x="534" y="201"/>
                    <a:pt x="534" y="234"/>
                    <a:pt x="534" y="234"/>
                  </a:cubicBezTo>
                  <a:lnTo>
                    <a:pt x="0" y="2569"/>
                  </a:lnTo>
                  <a:cubicBezTo>
                    <a:pt x="0" y="2603"/>
                    <a:pt x="0" y="2603"/>
                    <a:pt x="0" y="2603"/>
                  </a:cubicBezTo>
                  <a:lnTo>
                    <a:pt x="33" y="2603"/>
                  </a:lnTo>
                  <a:lnTo>
                    <a:pt x="234" y="2503"/>
                  </a:lnTo>
                  <a:cubicBezTo>
                    <a:pt x="234" y="2503"/>
                    <a:pt x="267" y="2469"/>
                    <a:pt x="267" y="2436"/>
                  </a:cubicBezTo>
                  <a:lnTo>
                    <a:pt x="267" y="2403"/>
                  </a:lnTo>
                  <a:lnTo>
                    <a:pt x="834" y="34"/>
                  </a:lnTo>
                  <a:cubicBezTo>
                    <a:pt x="834" y="34"/>
                    <a:pt x="834" y="34"/>
                    <a:pt x="8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4199;p75">
              <a:extLst>
                <a:ext uri="{FF2B5EF4-FFF2-40B4-BE49-F238E27FC236}">
                  <a16:creationId xmlns:a16="http://schemas.microsoft.com/office/drawing/2014/main" id="{AF89D77D-6320-70C7-B418-5A526B6F2E1E}"/>
                </a:ext>
              </a:extLst>
            </p:cNvPr>
            <p:cNvSpPr/>
            <p:nvPr/>
          </p:nvSpPr>
          <p:spPr>
            <a:xfrm>
              <a:off x="2333500" y="3322825"/>
              <a:ext cx="25875" cy="48400"/>
            </a:xfrm>
            <a:custGeom>
              <a:avLst/>
              <a:gdLst/>
              <a:ahLst/>
              <a:cxnLst/>
              <a:rect l="l" t="t" r="r" b="b"/>
              <a:pathLst>
                <a:path w="1035" h="1936" extrusionOk="0">
                  <a:moveTo>
                    <a:pt x="735" y="0"/>
                  </a:moveTo>
                  <a:cubicBezTo>
                    <a:pt x="634" y="34"/>
                    <a:pt x="568" y="34"/>
                    <a:pt x="534" y="67"/>
                  </a:cubicBezTo>
                  <a:cubicBezTo>
                    <a:pt x="434" y="134"/>
                    <a:pt x="368" y="200"/>
                    <a:pt x="301" y="267"/>
                  </a:cubicBezTo>
                  <a:cubicBezTo>
                    <a:pt x="234" y="334"/>
                    <a:pt x="201" y="401"/>
                    <a:pt x="167" y="501"/>
                  </a:cubicBezTo>
                  <a:cubicBezTo>
                    <a:pt x="101" y="567"/>
                    <a:pt x="67" y="667"/>
                    <a:pt x="67" y="768"/>
                  </a:cubicBezTo>
                  <a:cubicBezTo>
                    <a:pt x="34" y="868"/>
                    <a:pt x="1" y="968"/>
                    <a:pt x="1" y="1068"/>
                  </a:cubicBezTo>
                  <a:lnTo>
                    <a:pt x="1" y="1268"/>
                  </a:lnTo>
                  <a:lnTo>
                    <a:pt x="1" y="1501"/>
                  </a:lnTo>
                  <a:cubicBezTo>
                    <a:pt x="1" y="1568"/>
                    <a:pt x="34" y="1668"/>
                    <a:pt x="67" y="1735"/>
                  </a:cubicBezTo>
                  <a:cubicBezTo>
                    <a:pt x="67" y="1802"/>
                    <a:pt x="101" y="1835"/>
                    <a:pt x="167" y="1902"/>
                  </a:cubicBezTo>
                  <a:cubicBezTo>
                    <a:pt x="201" y="1935"/>
                    <a:pt x="268" y="1935"/>
                    <a:pt x="301" y="1935"/>
                  </a:cubicBezTo>
                  <a:cubicBezTo>
                    <a:pt x="368" y="1935"/>
                    <a:pt x="468" y="1935"/>
                    <a:pt x="534" y="1868"/>
                  </a:cubicBezTo>
                  <a:cubicBezTo>
                    <a:pt x="601" y="1835"/>
                    <a:pt x="668" y="1768"/>
                    <a:pt x="735" y="1735"/>
                  </a:cubicBezTo>
                  <a:cubicBezTo>
                    <a:pt x="768" y="1635"/>
                    <a:pt x="835" y="1568"/>
                    <a:pt x="868" y="1501"/>
                  </a:cubicBezTo>
                  <a:cubicBezTo>
                    <a:pt x="935" y="1401"/>
                    <a:pt x="968" y="1335"/>
                    <a:pt x="1001" y="1235"/>
                  </a:cubicBezTo>
                  <a:cubicBezTo>
                    <a:pt x="1001" y="1168"/>
                    <a:pt x="1035" y="1068"/>
                    <a:pt x="1035" y="968"/>
                  </a:cubicBezTo>
                  <a:lnTo>
                    <a:pt x="1035" y="934"/>
                  </a:lnTo>
                  <a:lnTo>
                    <a:pt x="1001" y="934"/>
                  </a:lnTo>
                  <a:lnTo>
                    <a:pt x="801" y="1068"/>
                  </a:lnTo>
                  <a:cubicBezTo>
                    <a:pt x="768" y="1068"/>
                    <a:pt x="768" y="1101"/>
                    <a:pt x="768" y="1101"/>
                  </a:cubicBezTo>
                  <a:cubicBezTo>
                    <a:pt x="735" y="1134"/>
                    <a:pt x="735" y="1134"/>
                    <a:pt x="768" y="1168"/>
                  </a:cubicBezTo>
                  <a:lnTo>
                    <a:pt x="768" y="1235"/>
                  </a:lnTo>
                  <a:cubicBezTo>
                    <a:pt x="735" y="1268"/>
                    <a:pt x="735" y="1301"/>
                    <a:pt x="735" y="1335"/>
                  </a:cubicBezTo>
                  <a:cubicBezTo>
                    <a:pt x="701" y="1368"/>
                    <a:pt x="668" y="1401"/>
                    <a:pt x="668" y="1401"/>
                  </a:cubicBezTo>
                  <a:cubicBezTo>
                    <a:pt x="634" y="1435"/>
                    <a:pt x="601" y="1468"/>
                    <a:pt x="568" y="1501"/>
                  </a:cubicBezTo>
                  <a:lnTo>
                    <a:pt x="401" y="1501"/>
                  </a:lnTo>
                  <a:cubicBezTo>
                    <a:pt x="401" y="1468"/>
                    <a:pt x="368" y="1435"/>
                    <a:pt x="368" y="1401"/>
                  </a:cubicBezTo>
                  <a:cubicBezTo>
                    <a:pt x="368" y="1368"/>
                    <a:pt x="368" y="1335"/>
                    <a:pt x="368" y="1301"/>
                  </a:cubicBezTo>
                  <a:lnTo>
                    <a:pt x="368" y="1235"/>
                  </a:lnTo>
                  <a:cubicBezTo>
                    <a:pt x="368" y="1168"/>
                    <a:pt x="368" y="1134"/>
                    <a:pt x="368" y="1101"/>
                  </a:cubicBezTo>
                  <a:cubicBezTo>
                    <a:pt x="368" y="1068"/>
                    <a:pt x="368" y="1034"/>
                    <a:pt x="368" y="1001"/>
                  </a:cubicBezTo>
                  <a:lnTo>
                    <a:pt x="368" y="901"/>
                  </a:lnTo>
                  <a:cubicBezTo>
                    <a:pt x="368" y="868"/>
                    <a:pt x="368" y="801"/>
                    <a:pt x="368" y="768"/>
                  </a:cubicBezTo>
                  <a:cubicBezTo>
                    <a:pt x="368" y="734"/>
                    <a:pt x="401" y="701"/>
                    <a:pt x="401" y="667"/>
                  </a:cubicBezTo>
                  <a:cubicBezTo>
                    <a:pt x="434" y="634"/>
                    <a:pt x="434" y="601"/>
                    <a:pt x="468" y="567"/>
                  </a:cubicBezTo>
                  <a:cubicBezTo>
                    <a:pt x="501" y="534"/>
                    <a:pt x="534" y="501"/>
                    <a:pt x="568" y="501"/>
                  </a:cubicBezTo>
                  <a:cubicBezTo>
                    <a:pt x="601" y="467"/>
                    <a:pt x="634" y="467"/>
                    <a:pt x="668" y="467"/>
                  </a:cubicBezTo>
                  <a:cubicBezTo>
                    <a:pt x="668" y="451"/>
                    <a:pt x="676" y="442"/>
                    <a:pt x="689" y="442"/>
                  </a:cubicBezTo>
                  <a:cubicBezTo>
                    <a:pt x="701" y="442"/>
                    <a:pt x="718" y="451"/>
                    <a:pt x="735" y="467"/>
                  </a:cubicBezTo>
                  <a:cubicBezTo>
                    <a:pt x="735" y="467"/>
                    <a:pt x="735" y="467"/>
                    <a:pt x="768" y="501"/>
                  </a:cubicBezTo>
                  <a:cubicBezTo>
                    <a:pt x="768" y="534"/>
                    <a:pt x="768" y="534"/>
                    <a:pt x="768" y="567"/>
                  </a:cubicBezTo>
                  <a:cubicBezTo>
                    <a:pt x="735" y="567"/>
                    <a:pt x="735" y="601"/>
                    <a:pt x="768" y="601"/>
                  </a:cubicBezTo>
                  <a:lnTo>
                    <a:pt x="801" y="601"/>
                  </a:lnTo>
                  <a:lnTo>
                    <a:pt x="1001" y="467"/>
                  </a:lnTo>
                  <a:cubicBezTo>
                    <a:pt x="1001" y="467"/>
                    <a:pt x="1035" y="467"/>
                    <a:pt x="1035" y="434"/>
                  </a:cubicBezTo>
                  <a:cubicBezTo>
                    <a:pt x="1035" y="434"/>
                    <a:pt x="1035" y="434"/>
                    <a:pt x="1035" y="401"/>
                  </a:cubicBezTo>
                  <a:cubicBezTo>
                    <a:pt x="1035" y="334"/>
                    <a:pt x="1001" y="267"/>
                    <a:pt x="1001" y="200"/>
                  </a:cubicBezTo>
                  <a:cubicBezTo>
                    <a:pt x="968" y="134"/>
                    <a:pt x="935" y="100"/>
                    <a:pt x="868" y="67"/>
                  </a:cubicBezTo>
                  <a:cubicBezTo>
                    <a:pt x="835" y="34"/>
                    <a:pt x="768" y="0"/>
                    <a:pt x="7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4200;p75">
              <a:extLst>
                <a:ext uri="{FF2B5EF4-FFF2-40B4-BE49-F238E27FC236}">
                  <a16:creationId xmlns:a16="http://schemas.microsoft.com/office/drawing/2014/main" id="{88028D10-D651-AF16-8418-E170A68C056D}"/>
                </a:ext>
              </a:extLst>
            </p:cNvPr>
            <p:cNvSpPr/>
            <p:nvPr/>
          </p:nvSpPr>
          <p:spPr>
            <a:xfrm>
              <a:off x="2366025" y="3306975"/>
              <a:ext cx="22550" cy="52575"/>
            </a:xfrm>
            <a:custGeom>
              <a:avLst/>
              <a:gdLst/>
              <a:ahLst/>
              <a:cxnLst/>
              <a:rect l="l" t="t" r="r" b="b"/>
              <a:pathLst>
                <a:path w="902" h="2103" extrusionOk="0">
                  <a:moveTo>
                    <a:pt x="568" y="434"/>
                  </a:moveTo>
                  <a:cubicBezTo>
                    <a:pt x="601" y="434"/>
                    <a:pt x="601" y="501"/>
                    <a:pt x="601" y="568"/>
                  </a:cubicBezTo>
                  <a:cubicBezTo>
                    <a:pt x="601" y="601"/>
                    <a:pt x="601" y="668"/>
                    <a:pt x="568" y="734"/>
                  </a:cubicBezTo>
                  <a:cubicBezTo>
                    <a:pt x="534" y="768"/>
                    <a:pt x="501" y="801"/>
                    <a:pt x="434" y="834"/>
                  </a:cubicBezTo>
                  <a:lnTo>
                    <a:pt x="267" y="935"/>
                  </a:lnTo>
                  <a:lnTo>
                    <a:pt x="267" y="568"/>
                  </a:lnTo>
                  <a:lnTo>
                    <a:pt x="434" y="468"/>
                  </a:lnTo>
                  <a:cubicBezTo>
                    <a:pt x="468" y="434"/>
                    <a:pt x="501" y="434"/>
                    <a:pt x="568" y="434"/>
                  </a:cubicBezTo>
                  <a:close/>
                  <a:moveTo>
                    <a:pt x="634" y="1"/>
                  </a:moveTo>
                  <a:cubicBezTo>
                    <a:pt x="568" y="1"/>
                    <a:pt x="501" y="34"/>
                    <a:pt x="434" y="67"/>
                  </a:cubicBezTo>
                  <a:lnTo>
                    <a:pt x="34" y="334"/>
                  </a:lnTo>
                  <a:cubicBezTo>
                    <a:pt x="1" y="367"/>
                    <a:pt x="1" y="367"/>
                    <a:pt x="1" y="367"/>
                  </a:cubicBezTo>
                  <a:cubicBezTo>
                    <a:pt x="1" y="401"/>
                    <a:pt x="1" y="401"/>
                    <a:pt x="1" y="434"/>
                  </a:cubicBezTo>
                  <a:lnTo>
                    <a:pt x="1" y="2035"/>
                  </a:lnTo>
                  <a:cubicBezTo>
                    <a:pt x="1" y="2069"/>
                    <a:pt x="1" y="2069"/>
                    <a:pt x="1" y="2102"/>
                  </a:cubicBezTo>
                  <a:lnTo>
                    <a:pt x="34" y="2102"/>
                  </a:lnTo>
                  <a:lnTo>
                    <a:pt x="234" y="1969"/>
                  </a:lnTo>
                  <a:cubicBezTo>
                    <a:pt x="234" y="1969"/>
                    <a:pt x="267" y="1935"/>
                    <a:pt x="267" y="1935"/>
                  </a:cubicBezTo>
                  <a:cubicBezTo>
                    <a:pt x="267" y="1902"/>
                    <a:pt x="267" y="1902"/>
                    <a:pt x="267" y="1869"/>
                  </a:cubicBezTo>
                  <a:lnTo>
                    <a:pt x="267" y="1335"/>
                  </a:lnTo>
                  <a:lnTo>
                    <a:pt x="401" y="1235"/>
                  </a:lnTo>
                  <a:lnTo>
                    <a:pt x="601" y="1668"/>
                  </a:lnTo>
                  <a:cubicBezTo>
                    <a:pt x="601" y="1668"/>
                    <a:pt x="601" y="1702"/>
                    <a:pt x="601" y="1702"/>
                  </a:cubicBezTo>
                  <a:lnTo>
                    <a:pt x="668" y="1702"/>
                  </a:lnTo>
                  <a:lnTo>
                    <a:pt x="868" y="1568"/>
                  </a:lnTo>
                  <a:cubicBezTo>
                    <a:pt x="901" y="1568"/>
                    <a:pt x="901" y="1568"/>
                    <a:pt x="901" y="1535"/>
                  </a:cubicBezTo>
                  <a:cubicBezTo>
                    <a:pt x="901" y="1535"/>
                    <a:pt x="901" y="1502"/>
                    <a:pt x="901" y="1502"/>
                  </a:cubicBezTo>
                  <a:cubicBezTo>
                    <a:pt x="901" y="1502"/>
                    <a:pt x="901" y="1468"/>
                    <a:pt x="901" y="1468"/>
                  </a:cubicBezTo>
                  <a:lnTo>
                    <a:pt x="701" y="1001"/>
                  </a:lnTo>
                  <a:cubicBezTo>
                    <a:pt x="768" y="901"/>
                    <a:pt x="835" y="834"/>
                    <a:pt x="835" y="734"/>
                  </a:cubicBezTo>
                  <a:cubicBezTo>
                    <a:pt x="901" y="601"/>
                    <a:pt x="901" y="501"/>
                    <a:pt x="901" y="401"/>
                  </a:cubicBezTo>
                  <a:cubicBezTo>
                    <a:pt x="901" y="301"/>
                    <a:pt x="901" y="234"/>
                    <a:pt x="868" y="134"/>
                  </a:cubicBezTo>
                  <a:cubicBezTo>
                    <a:pt x="868" y="101"/>
                    <a:pt x="835" y="67"/>
                    <a:pt x="768" y="34"/>
                  </a:cubicBezTo>
                  <a:cubicBezTo>
                    <a:pt x="734" y="1"/>
                    <a:pt x="668" y="1"/>
                    <a:pt x="6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4201;p75">
              <a:extLst>
                <a:ext uri="{FF2B5EF4-FFF2-40B4-BE49-F238E27FC236}">
                  <a16:creationId xmlns:a16="http://schemas.microsoft.com/office/drawing/2014/main" id="{55B6103F-DAC2-E610-9CE8-B4A1523F16B6}"/>
                </a:ext>
              </a:extLst>
            </p:cNvPr>
            <p:cNvSpPr/>
            <p:nvPr/>
          </p:nvSpPr>
          <p:spPr>
            <a:xfrm>
              <a:off x="2391875" y="3290300"/>
              <a:ext cx="25875" cy="48400"/>
            </a:xfrm>
            <a:custGeom>
              <a:avLst/>
              <a:gdLst/>
              <a:ahLst/>
              <a:cxnLst/>
              <a:rect l="l" t="t" r="r" b="b"/>
              <a:pathLst>
                <a:path w="1035" h="1936" extrusionOk="0">
                  <a:moveTo>
                    <a:pt x="634" y="434"/>
                  </a:moveTo>
                  <a:cubicBezTo>
                    <a:pt x="634" y="434"/>
                    <a:pt x="668" y="467"/>
                    <a:pt x="701" y="467"/>
                  </a:cubicBezTo>
                  <a:cubicBezTo>
                    <a:pt x="701" y="501"/>
                    <a:pt x="735" y="501"/>
                    <a:pt x="735" y="534"/>
                  </a:cubicBezTo>
                  <a:cubicBezTo>
                    <a:pt x="735" y="567"/>
                    <a:pt x="735" y="601"/>
                    <a:pt x="735" y="634"/>
                  </a:cubicBezTo>
                  <a:cubicBezTo>
                    <a:pt x="735" y="668"/>
                    <a:pt x="735" y="701"/>
                    <a:pt x="735" y="734"/>
                  </a:cubicBezTo>
                  <a:lnTo>
                    <a:pt x="735" y="968"/>
                  </a:lnTo>
                  <a:cubicBezTo>
                    <a:pt x="735" y="1001"/>
                    <a:pt x="735" y="1034"/>
                    <a:pt x="735" y="1068"/>
                  </a:cubicBezTo>
                  <a:cubicBezTo>
                    <a:pt x="735" y="1135"/>
                    <a:pt x="735" y="1235"/>
                    <a:pt x="701" y="1301"/>
                  </a:cubicBezTo>
                  <a:cubicBezTo>
                    <a:pt x="668" y="1368"/>
                    <a:pt x="634" y="1435"/>
                    <a:pt x="568" y="1468"/>
                  </a:cubicBezTo>
                  <a:cubicBezTo>
                    <a:pt x="534" y="1485"/>
                    <a:pt x="501" y="1493"/>
                    <a:pt x="472" y="1493"/>
                  </a:cubicBezTo>
                  <a:cubicBezTo>
                    <a:pt x="443" y="1493"/>
                    <a:pt x="418" y="1485"/>
                    <a:pt x="401" y="1468"/>
                  </a:cubicBezTo>
                  <a:cubicBezTo>
                    <a:pt x="368" y="1435"/>
                    <a:pt x="334" y="1368"/>
                    <a:pt x="334" y="1301"/>
                  </a:cubicBezTo>
                  <a:cubicBezTo>
                    <a:pt x="334" y="1268"/>
                    <a:pt x="334" y="1235"/>
                    <a:pt x="334" y="1201"/>
                  </a:cubicBezTo>
                  <a:lnTo>
                    <a:pt x="334" y="968"/>
                  </a:lnTo>
                  <a:cubicBezTo>
                    <a:pt x="334" y="934"/>
                    <a:pt x="334" y="901"/>
                    <a:pt x="334" y="868"/>
                  </a:cubicBezTo>
                  <a:cubicBezTo>
                    <a:pt x="334" y="834"/>
                    <a:pt x="334" y="801"/>
                    <a:pt x="334" y="768"/>
                  </a:cubicBezTo>
                  <a:cubicBezTo>
                    <a:pt x="368" y="734"/>
                    <a:pt x="368" y="668"/>
                    <a:pt x="401" y="634"/>
                  </a:cubicBezTo>
                  <a:cubicBezTo>
                    <a:pt x="401" y="601"/>
                    <a:pt x="434" y="567"/>
                    <a:pt x="468" y="534"/>
                  </a:cubicBezTo>
                  <a:cubicBezTo>
                    <a:pt x="468" y="501"/>
                    <a:pt x="501" y="501"/>
                    <a:pt x="534" y="467"/>
                  </a:cubicBezTo>
                  <a:cubicBezTo>
                    <a:pt x="568" y="467"/>
                    <a:pt x="601" y="434"/>
                    <a:pt x="634" y="434"/>
                  </a:cubicBezTo>
                  <a:close/>
                  <a:moveTo>
                    <a:pt x="735" y="0"/>
                  </a:moveTo>
                  <a:cubicBezTo>
                    <a:pt x="668" y="0"/>
                    <a:pt x="601" y="34"/>
                    <a:pt x="534" y="67"/>
                  </a:cubicBezTo>
                  <a:cubicBezTo>
                    <a:pt x="434" y="134"/>
                    <a:pt x="368" y="167"/>
                    <a:pt x="301" y="234"/>
                  </a:cubicBezTo>
                  <a:cubicBezTo>
                    <a:pt x="234" y="334"/>
                    <a:pt x="201" y="401"/>
                    <a:pt x="167" y="467"/>
                  </a:cubicBezTo>
                  <a:cubicBezTo>
                    <a:pt x="101" y="567"/>
                    <a:pt x="67" y="668"/>
                    <a:pt x="67" y="768"/>
                  </a:cubicBezTo>
                  <a:cubicBezTo>
                    <a:pt x="34" y="868"/>
                    <a:pt x="34" y="934"/>
                    <a:pt x="34" y="1034"/>
                  </a:cubicBezTo>
                  <a:cubicBezTo>
                    <a:pt x="1" y="1135"/>
                    <a:pt x="34" y="1201"/>
                    <a:pt x="34" y="1268"/>
                  </a:cubicBezTo>
                  <a:lnTo>
                    <a:pt x="34" y="1501"/>
                  </a:lnTo>
                  <a:cubicBezTo>
                    <a:pt x="34" y="1568"/>
                    <a:pt x="34" y="1668"/>
                    <a:pt x="67" y="1735"/>
                  </a:cubicBezTo>
                  <a:cubicBezTo>
                    <a:pt x="67" y="1802"/>
                    <a:pt x="101" y="1835"/>
                    <a:pt x="167" y="1902"/>
                  </a:cubicBezTo>
                  <a:cubicBezTo>
                    <a:pt x="201" y="1935"/>
                    <a:pt x="268" y="1935"/>
                    <a:pt x="301" y="1935"/>
                  </a:cubicBezTo>
                  <a:cubicBezTo>
                    <a:pt x="401" y="1935"/>
                    <a:pt x="468" y="1902"/>
                    <a:pt x="534" y="1868"/>
                  </a:cubicBezTo>
                  <a:cubicBezTo>
                    <a:pt x="601" y="1835"/>
                    <a:pt x="668" y="1768"/>
                    <a:pt x="735" y="1702"/>
                  </a:cubicBezTo>
                  <a:cubicBezTo>
                    <a:pt x="801" y="1635"/>
                    <a:pt x="835" y="1535"/>
                    <a:pt x="901" y="1468"/>
                  </a:cubicBezTo>
                  <a:cubicBezTo>
                    <a:pt x="935" y="1368"/>
                    <a:pt x="968" y="1301"/>
                    <a:pt x="1001" y="1201"/>
                  </a:cubicBezTo>
                  <a:cubicBezTo>
                    <a:pt x="1001" y="1101"/>
                    <a:pt x="1035" y="1001"/>
                    <a:pt x="1035" y="901"/>
                  </a:cubicBezTo>
                  <a:lnTo>
                    <a:pt x="1035" y="668"/>
                  </a:lnTo>
                  <a:lnTo>
                    <a:pt x="1035" y="467"/>
                  </a:lnTo>
                  <a:cubicBezTo>
                    <a:pt x="1035" y="367"/>
                    <a:pt x="1001" y="301"/>
                    <a:pt x="1001" y="201"/>
                  </a:cubicBezTo>
                  <a:cubicBezTo>
                    <a:pt x="968" y="167"/>
                    <a:pt x="935" y="100"/>
                    <a:pt x="901" y="67"/>
                  </a:cubicBezTo>
                  <a:cubicBezTo>
                    <a:pt x="835" y="34"/>
                    <a:pt x="801" y="0"/>
                    <a:pt x="7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4202;p75">
              <a:extLst>
                <a:ext uri="{FF2B5EF4-FFF2-40B4-BE49-F238E27FC236}">
                  <a16:creationId xmlns:a16="http://schemas.microsoft.com/office/drawing/2014/main" id="{35CEC0DF-0917-FF8B-CEB4-56D17F280179}"/>
                </a:ext>
              </a:extLst>
            </p:cNvPr>
            <p:cNvSpPr/>
            <p:nvPr/>
          </p:nvSpPr>
          <p:spPr>
            <a:xfrm>
              <a:off x="2421075" y="3274450"/>
              <a:ext cx="25025" cy="49225"/>
            </a:xfrm>
            <a:custGeom>
              <a:avLst/>
              <a:gdLst/>
              <a:ahLst/>
              <a:cxnLst/>
              <a:rect l="l" t="t" r="r" b="b"/>
              <a:pathLst>
                <a:path w="1001" h="1969" extrusionOk="0">
                  <a:moveTo>
                    <a:pt x="667" y="1"/>
                  </a:moveTo>
                  <a:cubicBezTo>
                    <a:pt x="601" y="1"/>
                    <a:pt x="534" y="34"/>
                    <a:pt x="467" y="67"/>
                  </a:cubicBezTo>
                  <a:cubicBezTo>
                    <a:pt x="400" y="101"/>
                    <a:pt x="334" y="167"/>
                    <a:pt x="267" y="234"/>
                  </a:cubicBezTo>
                  <a:cubicBezTo>
                    <a:pt x="234" y="301"/>
                    <a:pt x="167" y="368"/>
                    <a:pt x="134" y="434"/>
                  </a:cubicBezTo>
                  <a:cubicBezTo>
                    <a:pt x="100" y="501"/>
                    <a:pt x="67" y="601"/>
                    <a:pt x="34" y="668"/>
                  </a:cubicBezTo>
                  <a:cubicBezTo>
                    <a:pt x="34" y="734"/>
                    <a:pt x="0" y="801"/>
                    <a:pt x="0" y="901"/>
                  </a:cubicBezTo>
                  <a:cubicBezTo>
                    <a:pt x="0" y="1001"/>
                    <a:pt x="34" y="1101"/>
                    <a:pt x="100" y="1201"/>
                  </a:cubicBezTo>
                  <a:cubicBezTo>
                    <a:pt x="147" y="1225"/>
                    <a:pt x="211" y="1249"/>
                    <a:pt x="268" y="1249"/>
                  </a:cubicBezTo>
                  <a:cubicBezTo>
                    <a:pt x="292" y="1249"/>
                    <a:pt x="314" y="1245"/>
                    <a:pt x="334" y="1235"/>
                  </a:cubicBezTo>
                  <a:lnTo>
                    <a:pt x="501" y="1201"/>
                  </a:lnTo>
                  <a:lnTo>
                    <a:pt x="601" y="1168"/>
                  </a:lnTo>
                  <a:lnTo>
                    <a:pt x="667" y="1168"/>
                  </a:lnTo>
                  <a:cubicBezTo>
                    <a:pt x="667" y="1168"/>
                    <a:pt x="667" y="1201"/>
                    <a:pt x="667" y="1235"/>
                  </a:cubicBezTo>
                  <a:cubicBezTo>
                    <a:pt x="667" y="1268"/>
                    <a:pt x="634" y="1335"/>
                    <a:pt x="601" y="1368"/>
                  </a:cubicBezTo>
                  <a:cubicBezTo>
                    <a:pt x="567" y="1402"/>
                    <a:pt x="501" y="1435"/>
                    <a:pt x="467" y="1468"/>
                  </a:cubicBezTo>
                  <a:cubicBezTo>
                    <a:pt x="434" y="1468"/>
                    <a:pt x="400" y="1502"/>
                    <a:pt x="367" y="1502"/>
                  </a:cubicBezTo>
                  <a:lnTo>
                    <a:pt x="334" y="1502"/>
                  </a:lnTo>
                  <a:cubicBezTo>
                    <a:pt x="300" y="1502"/>
                    <a:pt x="300" y="1468"/>
                    <a:pt x="300" y="1468"/>
                  </a:cubicBezTo>
                  <a:lnTo>
                    <a:pt x="234" y="1468"/>
                  </a:lnTo>
                  <a:lnTo>
                    <a:pt x="0" y="1568"/>
                  </a:lnTo>
                  <a:cubicBezTo>
                    <a:pt x="0" y="1568"/>
                    <a:pt x="0" y="1602"/>
                    <a:pt x="0" y="1602"/>
                  </a:cubicBezTo>
                  <a:cubicBezTo>
                    <a:pt x="0" y="1635"/>
                    <a:pt x="0" y="1635"/>
                    <a:pt x="0" y="1668"/>
                  </a:cubicBezTo>
                  <a:cubicBezTo>
                    <a:pt x="0" y="1702"/>
                    <a:pt x="0" y="1769"/>
                    <a:pt x="34" y="1802"/>
                  </a:cubicBezTo>
                  <a:cubicBezTo>
                    <a:pt x="34" y="1869"/>
                    <a:pt x="100" y="1902"/>
                    <a:pt x="134" y="1935"/>
                  </a:cubicBezTo>
                  <a:cubicBezTo>
                    <a:pt x="167" y="1935"/>
                    <a:pt x="234" y="1969"/>
                    <a:pt x="267" y="1969"/>
                  </a:cubicBezTo>
                  <a:cubicBezTo>
                    <a:pt x="367" y="1935"/>
                    <a:pt x="434" y="1902"/>
                    <a:pt x="501" y="1869"/>
                  </a:cubicBezTo>
                  <a:cubicBezTo>
                    <a:pt x="567" y="1835"/>
                    <a:pt x="634" y="1769"/>
                    <a:pt x="701" y="1735"/>
                  </a:cubicBezTo>
                  <a:cubicBezTo>
                    <a:pt x="734" y="1668"/>
                    <a:pt x="801" y="1602"/>
                    <a:pt x="834" y="1535"/>
                  </a:cubicBezTo>
                  <a:cubicBezTo>
                    <a:pt x="901" y="1435"/>
                    <a:pt x="934" y="1368"/>
                    <a:pt x="934" y="1302"/>
                  </a:cubicBezTo>
                  <a:cubicBezTo>
                    <a:pt x="968" y="1201"/>
                    <a:pt x="1001" y="1135"/>
                    <a:pt x="1001" y="1035"/>
                  </a:cubicBezTo>
                  <a:cubicBezTo>
                    <a:pt x="1001" y="968"/>
                    <a:pt x="1001" y="901"/>
                    <a:pt x="1001" y="868"/>
                  </a:cubicBezTo>
                  <a:cubicBezTo>
                    <a:pt x="968" y="801"/>
                    <a:pt x="968" y="768"/>
                    <a:pt x="934" y="734"/>
                  </a:cubicBezTo>
                  <a:cubicBezTo>
                    <a:pt x="901" y="701"/>
                    <a:pt x="834" y="701"/>
                    <a:pt x="801" y="701"/>
                  </a:cubicBezTo>
                  <a:cubicBezTo>
                    <a:pt x="767" y="701"/>
                    <a:pt x="701" y="701"/>
                    <a:pt x="667" y="734"/>
                  </a:cubicBezTo>
                  <a:lnTo>
                    <a:pt x="501" y="768"/>
                  </a:lnTo>
                  <a:lnTo>
                    <a:pt x="367" y="768"/>
                  </a:lnTo>
                  <a:cubicBezTo>
                    <a:pt x="334" y="734"/>
                    <a:pt x="334" y="734"/>
                    <a:pt x="367" y="701"/>
                  </a:cubicBezTo>
                  <a:cubicBezTo>
                    <a:pt x="367" y="668"/>
                    <a:pt x="367" y="668"/>
                    <a:pt x="367" y="634"/>
                  </a:cubicBezTo>
                  <a:cubicBezTo>
                    <a:pt x="367" y="601"/>
                    <a:pt x="367" y="601"/>
                    <a:pt x="400" y="568"/>
                  </a:cubicBezTo>
                  <a:cubicBezTo>
                    <a:pt x="400" y="568"/>
                    <a:pt x="434" y="534"/>
                    <a:pt x="434" y="534"/>
                  </a:cubicBezTo>
                  <a:cubicBezTo>
                    <a:pt x="467" y="501"/>
                    <a:pt x="467" y="501"/>
                    <a:pt x="501" y="501"/>
                  </a:cubicBezTo>
                  <a:cubicBezTo>
                    <a:pt x="534" y="468"/>
                    <a:pt x="534" y="468"/>
                    <a:pt x="567" y="468"/>
                  </a:cubicBezTo>
                  <a:cubicBezTo>
                    <a:pt x="584" y="451"/>
                    <a:pt x="592" y="443"/>
                    <a:pt x="601" y="443"/>
                  </a:cubicBezTo>
                  <a:cubicBezTo>
                    <a:pt x="609" y="443"/>
                    <a:pt x="617" y="451"/>
                    <a:pt x="634" y="468"/>
                  </a:cubicBezTo>
                  <a:lnTo>
                    <a:pt x="701" y="468"/>
                  </a:lnTo>
                  <a:lnTo>
                    <a:pt x="934" y="368"/>
                  </a:lnTo>
                  <a:cubicBezTo>
                    <a:pt x="934" y="334"/>
                    <a:pt x="934" y="334"/>
                    <a:pt x="968" y="334"/>
                  </a:cubicBezTo>
                  <a:cubicBezTo>
                    <a:pt x="968" y="301"/>
                    <a:pt x="968" y="301"/>
                    <a:pt x="968" y="267"/>
                  </a:cubicBezTo>
                  <a:cubicBezTo>
                    <a:pt x="968" y="234"/>
                    <a:pt x="934" y="167"/>
                    <a:pt x="901" y="134"/>
                  </a:cubicBezTo>
                  <a:cubicBezTo>
                    <a:pt x="901" y="101"/>
                    <a:pt x="867" y="67"/>
                    <a:pt x="834" y="34"/>
                  </a:cubicBezTo>
                  <a:cubicBezTo>
                    <a:pt x="767" y="1"/>
                    <a:pt x="734" y="1"/>
                    <a:pt x="6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4203;p75">
              <a:extLst>
                <a:ext uri="{FF2B5EF4-FFF2-40B4-BE49-F238E27FC236}">
                  <a16:creationId xmlns:a16="http://schemas.microsoft.com/office/drawing/2014/main" id="{A978C1FE-9744-1DFC-C7D4-7C4F1D953E9A}"/>
                </a:ext>
              </a:extLst>
            </p:cNvPr>
            <p:cNvSpPr/>
            <p:nvPr/>
          </p:nvSpPr>
          <p:spPr>
            <a:xfrm>
              <a:off x="2446925" y="3258600"/>
              <a:ext cx="25875" cy="48775"/>
            </a:xfrm>
            <a:custGeom>
              <a:avLst/>
              <a:gdLst/>
              <a:ahLst/>
              <a:cxnLst/>
              <a:rect l="l" t="t" r="r" b="b"/>
              <a:pathLst>
                <a:path w="1035" h="1951" extrusionOk="0">
                  <a:moveTo>
                    <a:pt x="734" y="1"/>
                  </a:moveTo>
                  <a:cubicBezTo>
                    <a:pt x="667" y="1"/>
                    <a:pt x="601" y="34"/>
                    <a:pt x="534" y="68"/>
                  </a:cubicBezTo>
                  <a:cubicBezTo>
                    <a:pt x="434" y="101"/>
                    <a:pt x="367" y="168"/>
                    <a:pt x="300" y="234"/>
                  </a:cubicBezTo>
                  <a:cubicBezTo>
                    <a:pt x="234" y="301"/>
                    <a:pt x="200" y="368"/>
                    <a:pt x="167" y="434"/>
                  </a:cubicBezTo>
                  <a:cubicBezTo>
                    <a:pt x="134" y="501"/>
                    <a:pt x="100" y="568"/>
                    <a:pt x="67" y="668"/>
                  </a:cubicBezTo>
                  <a:cubicBezTo>
                    <a:pt x="34" y="735"/>
                    <a:pt x="34" y="801"/>
                    <a:pt x="34" y="901"/>
                  </a:cubicBezTo>
                  <a:cubicBezTo>
                    <a:pt x="34" y="1002"/>
                    <a:pt x="34" y="1102"/>
                    <a:pt x="100" y="1202"/>
                  </a:cubicBezTo>
                  <a:cubicBezTo>
                    <a:pt x="147" y="1225"/>
                    <a:pt x="211" y="1249"/>
                    <a:pt x="280" y="1249"/>
                  </a:cubicBezTo>
                  <a:cubicBezTo>
                    <a:pt x="309" y="1249"/>
                    <a:pt x="338" y="1245"/>
                    <a:pt x="367" y="1235"/>
                  </a:cubicBezTo>
                  <a:lnTo>
                    <a:pt x="501" y="1202"/>
                  </a:lnTo>
                  <a:cubicBezTo>
                    <a:pt x="534" y="1168"/>
                    <a:pt x="567" y="1168"/>
                    <a:pt x="634" y="1168"/>
                  </a:cubicBezTo>
                  <a:lnTo>
                    <a:pt x="667" y="1168"/>
                  </a:lnTo>
                  <a:cubicBezTo>
                    <a:pt x="701" y="1168"/>
                    <a:pt x="701" y="1202"/>
                    <a:pt x="667" y="1235"/>
                  </a:cubicBezTo>
                  <a:cubicBezTo>
                    <a:pt x="667" y="1268"/>
                    <a:pt x="667" y="1335"/>
                    <a:pt x="634" y="1368"/>
                  </a:cubicBezTo>
                  <a:cubicBezTo>
                    <a:pt x="567" y="1402"/>
                    <a:pt x="534" y="1435"/>
                    <a:pt x="467" y="1469"/>
                  </a:cubicBezTo>
                  <a:cubicBezTo>
                    <a:pt x="467" y="1469"/>
                    <a:pt x="434" y="1502"/>
                    <a:pt x="401" y="1502"/>
                  </a:cubicBezTo>
                  <a:lnTo>
                    <a:pt x="334" y="1502"/>
                  </a:lnTo>
                  <a:cubicBezTo>
                    <a:pt x="334" y="1502"/>
                    <a:pt x="334" y="1469"/>
                    <a:pt x="300" y="1469"/>
                  </a:cubicBezTo>
                  <a:lnTo>
                    <a:pt x="300" y="1435"/>
                  </a:lnTo>
                  <a:lnTo>
                    <a:pt x="267" y="1435"/>
                  </a:lnTo>
                  <a:lnTo>
                    <a:pt x="34" y="1569"/>
                  </a:lnTo>
                  <a:cubicBezTo>
                    <a:pt x="0" y="1569"/>
                    <a:pt x="0" y="1602"/>
                    <a:pt x="0" y="1602"/>
                  </a:cubicBezTo>
                  <a:cubicBezTo>
                    <a:pt x="0" y="1602"/>
                    <a:pt x="0" y="1635"/>
                    <a:pt x="0" y="1635"/>
                  </a:cubicBezTo>
                  <a:cubicBezTo>
                    <a:pt x="0" y="1702"/>
                    <a:pt x="34" y="1769"/>
                    <a:pt x="67" y="1802"/>
                  </a:cubicBezTo>
                  <a:cubicBezTo>
                    <a:pt x="67" y="1869"/>
                    <a:pt x="100" y="1902"/>
                    <a:pt x="167" y="1936"/>
                  </a:cubicBezTo>
                  <a:cubicBezTo>
                    <a:pt x="189" y="1936"/>
                    <a:pt x="226" y="1950"/>
                    <a:pt x="258" y="1950"/>
                  </a:cubicBezTo>
                  <a:cubicBezTo>
                    <a:pt x="275" y="1950"/>
                    <a:pt x="289" y="1947"/>
                    <a:pt x="300" y="1936"/>
                  </a:cubicBezTo>
                  <a:cubicBezTo>
                    <a:pt x="401" y="1936"/>
                    <a:pt x="467" y="1902"/>
                    <a:pt x="501" y="1869"/>
                  </a:cubicBezTo>
                  <a:cubicBezTo>
                    <a:pt x="601" y="1835"/>
                    <a:pt x="667" y="1769"/>
                    <a:pt x="701" y="1735"/>
                  </a:cubicBezTo>
                  <a:cubicBezTo>
                    <a:pt x="767" y="1669"/>
                    <a:pt x="834" y="1602"/>
                    <a:pt x="868" y="1535"/>
                  </a:cubicBezTo>
                  <a:cubicBezTo>
                    <a:pt x="934" y="1435"/>
                    <a:pt x="968" y="1368"/>
                    <a:pt x="968" y="1302"/>
                  </a:cubicBezTo>
                  <a:cubicBezTo>
                    <a:pt x="1001" y="1202"/>
                    <a:pt x="1034" y="1135"/>
                    <a:pt x="1001" y="1035"/>
                  </a:cubicBezTo>
                  <a:cubicBezTo>
                    <a:pt x="1034" y="968"/>
                    <a:pt x="1034" y="901"/>
                    <a:pt x="1001" y="868"/>
                  </a:cubicBezTo>
                  <a:cubicBezTo>
                    <a:pt x="1001" y="801"/>
                    <a:pt x="968" y="768"/>
                    <a:pt x="934" y="735"/>
                  </a:cubicBezTo>
                  <a:cubicBezTo>
                    <a:pt x="934" y="701"/>
                    <a:pt x="868" y="701"/>
                    <a:pt x="834" y="701"/>
                  </a:cubicBezTo>
                  <a:cubicBezTo>
                    <a:pt x="801" y="701"/>
                    <a:pt x="734" y="701"/>
                    <a:pt x="667" y="735"/>
                  </a:cubicBezTo>
                  <a:lnTo>
                    <a:pt x="534" y="768"/>
                  </a:lnTo>
                  <a:lnTo>
                    <a:pt x="367" y="768"/>
                  </a:lnTo>
                  <a:cubicBezTo>
                    <a:pt x="367" y="735"/>
                    <a:pt x="367" y="735"/>
                    <a:pt x="367" y="701"/>
                  </a:cubicBezTo>
                  <a:cubicBezTo>
                    <a:pt x="367" y="668"/>
                    <a:pt x="367" y="668"/>
                    <a:pt x="367" y="635"/>
                  </a:cubicBezTo>
                  <a:cubicBezTo>
                    <a:pt x="401" y="601"/>
                    <a:pt x="401" y="601"/>
                    <a:pt x="401" y="568"/>
                  </a:cubicBezTo>
                  <a:lnTo>
                    <a:pt x="467" y="535"/>
                  </a:lnTo>
                  <a:lnTo>
                    <a:pt x="534" y="501"/>
                  </a:lnTo>
                  <a:cubicBezTo>
                    <a:pt x="534" y="468"/>
                    <a:pt x="567" y="468"/>
                    <a:pt x="601" y="468"/>
                  </a:cubicBezTo>
                  <a:lnTo>
                    <a:pt x="801" y="468"/>
                  </a:lnTo>
                  <a:lnTo>
                    <a:pt x="1001" y="368"/>
                  </a:lnTo>
                  <a:cubicBezTo>
                    <a:pt x="1001" y="334"/>
                    <a:pt x="1001" y="334"/>
                    <a:pt x="1001" y="334"/>
                  </a:cubicBezTo>
                  <a:cubicBezTo>
                    <a:pt x="1001" y="301"/>
                    <a:pt x="1001" y="301"/>
                    <a:pt x="1001" y="268"/>
                  </a:cubicBezTo>
                  <a:cubicBezTo>
                    <a:pt x="1001" y="234"/>
                    <a:pt x="1001" y="168"/>
                    <a:pt x="968" y="134"/>
                  </a:cubicBezTo>
                  <a:cubicBezTo>
                    <a:pt x="968" y="101"/>
                    <a:pt x="934" y="68"/>
                    <a:pt x="868" y="34"/>
                  </a:cubicBezTo>
                  <a:cubicBezTo>
                    <a:pt x="834" y="1"/>
                    <a:pt x="767" y="1"/>
                    <a:pt x="7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4204;p75">
              <a:extLst>
                <a:ext uri="{FF2B5EF4-FFF2-40B4-BE49-F238E27FC236}">
                  <a16:creationId xmlns:a16="http://schemas.microsoft.com/office/drawing/2014/main" id="{3AC550F2-588C-D1C7-CC9C-F28585E172BB}"/>
                </a:ext>
              </a:extLst>
            </p:cNvPr>
            <p:cNvSpPr/>
            <p:nvPr/>
          </p:nvSpPr>
          <p:spPr>
            <a:xfrm>
              <a:off x="2484450" y="3237750"/>
              <a:ext cx="25050" cy="49225"/>
            </a:xfrm>
            <a:custGeom>
              <a:avLst/>
              <a:gdLst/>
              <a:ahLst/>
              <a:cxnLst/>
              <a:rect l="l" t="t" r="r" b="b"/>
              <a:pathLst>
                <a:path w="1002" h="1969" extrusionOk="0">
                  <a:moveTo>
                    <a:pt x="667" y="1"/>
                  </a:moveTo>
                  <a:cubicBezTo>
                    <a:pt x="601" y="1"/>
                    <a:pt x="534" y="34"/>
                    <a:pt x="467" y="68"/>
                  </a:cubicBezTo>
                  <a:cubicBezTo>
                    <a:pt x="401" y="101"/>
                    <a:pt x="334" y="168"/>
                    <a:pt x="267" y="234"/>
                  </a:cubicBezTo>
                  <a:cubicBezTo>
                    <a:pt x="234" y="301"/>
                    <a:pt x="167" y="368"/>
                    <a:pt x="134" y="435"/>
                  </a:cubicBezTo>
                  <a:cubicBezTo>
                    <a:pt x="100" y="501"/>
                    <a:pt x="67" y="601"/>
                    <a:pt x="34" y="668"/>
                  </a:cubicBezTo>
                  <a:cubicBezTo>
                    <a:pt x="34" y="735"/>
                    <a:pt x="0" y="801"/>
                    <a:pt x="0" y="902"/>
                  </a:cubicBezTo>
                  <a:cubicBezTo>
                    <a:pt x="0" y="1002"/>
                    <a:pt x="34" y="1102"/>
                    <a:pt x="100" y="1202"/>
                  </a:cubicBezTo>
                  <a:cubicBezTo>
                    <a:pt x="148" y="1225"/>
                    <a:pt x="211" y="1249"/>
                    <a:pt x="268" y="1249"/>
                  </a:cubicBezTo>
                  <a:cubicBezTo>
                    <a:pt x="292" y="1249"/>
                    <a:pt x="314" y="1245"/>
                    <a:pt x="334" y="1235"/>
                  </a:cubicBezTo>
                  <a:lnTo>
                    <a:pt x="501" y="1202"/>
                  </a:lnTo>
                  <a:lnTo>
                    <a:pt x="601" y="1168"/>
                  </a:lnTo>
                  <a:lnTo>
                    <a:pt x="667" y="1168"/>
                  </a:lnTo>
                  <a:cubicBezTo>
                    <a:pt x="667" y="1168"/>
                    <a:pt x="667" y="1202"/>
                    <a:pt x="667" y="1235"/>
                  </a:cubicBezTo>
                  <a:cubicBezTo>
                    <a:pt x="667" y="1268"/>
                    <a:pt x="634" y="1335"/>
                    <a:pt x="601" y="1369"/>
                  </a:cubicBezTo>
                  <a:cubicBezTo>
                    <a:pt x="567" y="1402"/>
                    <a:pt x="501" y="1435"/>
                    <a:pt x="467" y="1469"/>
                  </a:cubicBezTo>
                  <a:cubicBezTo>
                    <a:pt x="434" y="1469"/>
                    <a:pt x="401" y="1502"/>
                    <a:pt x="367" y="1502"/>
                  </a:cubicBezTo>
                  <a:lnTo>
                    <a:pt x="334" y="1502"/>
                  </a:lnTo>
                  <a:cubicBezTo>
                    <a:pt x="301" y="1502"/>
                    <a:pt x="301" y="1469"/>
                    <a:pt x="301" y="1469"/>
                  </a:cubicBezTo>
                  <a:cubicBezTo>
                    <a:pt x="284" y="1452"/>
                    <a:pt x="276" y="1444"/>
                    <a:pt x="271" y="1444"/>
                  </a:cubicBezTo>
                  <a:cubicBezTo>
                    <a:pt x="267" y="1444"/>
                    <a:pt x="267" y="1452"/>
                    <a:pt x="267" y="1469"/>
                  </a:cubicBezTo>
                  <a:lnTo>
                    <a:pt x="234" y="1469"/>
                  </a:lnTo>
                  <a:lnTo>
                    <a:pt x="0" y="1569"/>
                  </a:lnTo>
                  <a:cubicBezTo>
                    <a:pt x="0" y="1569"/>
                    <a:pt x="0" y="1602"/>
                    <a:pt x="0" y="1602"/>
                  </a:cubicBezTo>
                  <a:cubicBezTo>
                    <a:pt x="0" y="1635"/>
                    <a:pt x="0" y="1635"/>
                    <a:pt x="0" y="1669"/>
                  </a:cubicBezTo>
                  <a:cubicBezTo>
                    <a:pt x="0" y="1702"/>
                    <a:pt x="0" y="1769"/>
                    <a:pt x="34" y="1802"/>
                  </a:cubicBezTo>
                  <a:cubicBezTo>
                    <a:pt x="34" y="1869"/>
                    <a:pt x="100" y="1902"/>
                    <a:pt x="134" y="1936"/>
                  </a:cubicBezTo>
                  <a:cubicBezTo>
                    <a:pt x="167" y="1936"/>
                    <a:pt x="234" y="1969"/>
                    <a:pt x="267" y="1969"/>
                  </a:cubicBezTo>
                  <a:cubicBezTo>
                    <a:pt x="367" y="1936"/>
                    <a:pt x="434" y="1902"/>
                    <a:pt x="501" y="1869"/>
                  </a:cubicBezTo>
                  <a:cubicBezTo>
                    <a:pt x="567" y="1836"/>
                    <a:pt x="634" y="1769"/>
                    <a:pt x="701" y="1735"/>
                  </a:cubicBezTo>
                  <a:cubicBezTo>
                    <a:pt x="734" y="1669"/>
                    <a:pt x="801" y="1602"/>
                    <a:pt x="834" y="1535"/>
                  </a:cubicBezTo>
                  <a:cubicBezTo>
                    <a:pt x="901" y="1469"/>
                    <a:pt x="934" y="1369"/>
                    <a:pt x="934" y="1302"/>
                  </a:cubicBezTo>
                  <a:cubicBezTo>
                    <a:pt x="968" y="1202"/>
                    <a:pt x="1001" y="1135"/>
                    <a:pt x="1001" y="1035"/>
                  </a:cubicBezTo>
                  <a:cubicBezTo>
                    <a:pt x="1001" y="968"/>
                    <a:pt x="1001" y="902"/>
                    <a:pt x="1001" y="835"/>
                  </a:cubicBezTo>
                  <a:cubicBezTo>
                    <a:pt x="968" y="801"/>
                    <a:pt x="968" y="768"/>
                    <a:pt x="934" y="735"/>
                  </a:cubicBezTo>
                  <a:cubicBezTo>
                    <a:pt x="901" y="701"/>
                    <a:pt x="868" y="701"/>
                    <a:pt x="801" y="701"/>
                  </a:cubicBezTo>
                  <a:lnTo>
                    <a:pt x="667" y="701"/>
                  </a:lnTo>
                  <a:lnTo>
                    <a:pt x="501" y="768"/>
                  </a:lnTo>
                  <a:lnTo>
                    <a:pt x="367" y="768"/>
                  </a:lnTo>
                  <a:cubicBezTo>
                    <a:pt x="334" y="735"/>
                    <a:pt x="334" y="735"/>
                    <a:pt x="367" y="701"/>
                  </a:cubicBezTo>
                  <a:cubicBezTo>
                    <a:pt x="367" y="668"/>
                    <a:pt x="367" y="668"/>
                    <a:pt x="367" y="635"/>
                  </a:cubicBezTo>
                  <a:cubicBezTo>
                    <a:pt x="367" y="601"/>
                    <a:pt x="367" y="601"/>
                    <a:pt x="401" y="568"/>
                  </a:cubicBezTo>
                  <a:lnTo>
                    <a:pt x="434" y="535"/>
                  </a:lnTo>
                  <a:cubicBezTo>
                    <a:pt x="467" y="501"/>
                    <a:pt x="467" y="501"/>
                    <a:pt x="501" y="501"/>
                  </a:cubicBezTo>
                  <a:cubicBezTo>
                    <a:pt x="534" y="468"/>
                    <a:pt x="534" y="468"/>
                    <a:pt x="567" y="468"/>
                  </a:cubicBezTo>
                  <a:lnTo>
                    <a:pt x="701" y="468"/>
                  </a:lnTo>
                  <a:lnTo>
                    <a:pt x="934" y="368"/>
                  </a:lnTo>
                  <a:cubicBezTo>
                    <a:pt x="934" y="334"/>
                    <a:pt x="934" y="334"/>
                    <a:pt x="968" y="334"/>
                  </a:cubicBezTo>
                  <a:cubicBezTo>
                    <a:pt x="968" y="301"/>
                    <a:pt x="968" y="301"/>
                    <a:pt x="968" y="301"/>
                  </a:cubicBezTo>
                  <a:cubicBezTo>
                    <a:pt x="968" y="234"/>
                    <a:pt x="934" y="168"/>
                    <a:pt x="901" y="134"/>
                  </a:cubicBezTo>
                  <a:cubicBezTo>
                    <a:pt x="901" y="101"/>
                    <a:pt x="868" y="68"/>
                    <a:pt x="801" y="34"/>
                  </a:cubicBezTo>
                  <a:cubicBezTo>
                    <a:pt x="768" y="1"/>
                    <a:pt x="734" y="1"/>
                    <a:pt x="6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4205;p75">
              <a:extLst>
                <a:ext uri="{FF2B5EF4-FFF2-40B4-BE49-F238E27FC236}">
                  <a16:creationId xmlns:a16="http://schemas.microsoft.com/office/drawing/2014/main" id="{7471E180-6E28-16EA-D72B-E50ADAF4F575}"/>
                </a:ext>
              </a:extLst>
            </p:cNvPr>
            <p:cNvSpPr/>
            <p:nvPr/>
          </p:nvSpPr>
          <p:spPr>
            <a:xfrm>
              <a:off x="2512800" y="3218575"/>
              <a:ext cx="21700" cy="55075"/>
            </a:xfrm>
            <a:custGeom>
              <a:avLst/>
              <a:gdLst/>
              <a:ahLst/>
              <a:cxnLst/>
              <a:rect l="l" t="t" r="r" b="b"/>
              <a:pathLst>
                <a:path w="868" h="2203" extrusionOk="0">
                  <a:moveTo>
                    <a:pt x="801" y="1"/>
                  </a:moveTo>
                  <a:lnTo>
                    <a:pt x="67" y="468"/>
                  </a:lnTo>
                  <a:lnTo>
                    <a:pt x="34" y="468"/>
                  </a:lnTo>
                  <a:cubicBezTo>
                    <a:pt x="0" y="501"/>
                    <a:pt x="0" y="534"/>
                    <a:pt x="34" y="534"/>
                  </a:cubicBezTo>
                  <a:lnTo>
                    <a:pt x="34" y="2169"/>
                  </a:lnTo>
                  <a:cubicBezTo>
                    <a:pt x="0" y="2169"/>
                    <a:pt x="0" y="2169"/>
                    <a:pt x="34" y="2202"/>
                  </a:cubicBezTo>
                  <a:lnTo>
                    <a:pt x="67" y="2202"/>
                  </a:lnTo>
                  <a:lnTo>
                    <a:pt x="834" y="1769"/>
                  </a:lnTo>
                  <a:cubicBezTo>
                    <a:pt x="834" y="1735"/>
                    <a:pt x="868" y="1735"/>
                    <a:pt x="868" y="1702"/>
                  </a:cubicBezTo>
                  <a:cubicBezTo>
                    <a:pt x="868" y="1702"/>
                    <a:pt x="868" y="1669"/>
                    <a:pt x="868" y="1669"/>
                  </a:cubicBezTo>
                  <a:lnTo>
                    <a:pt x="868" y="1402"/>
                  </a:lnTo>
                  <a:cubicBezTo>
                    <a:pt x="868" y="1368"/>
                    <a:pt x="868" y="1368"/>
                    <a:pt x="868" y="1368"/>
                  </a:cubicBezTo>
                  <a:cubicBezTo>
                    <a:pt x="851" y="1352"/>
                    <a:pt x="843" y="1343"/>
                    <a:pt x="839" y="1343"/>
                  </a:cubicBezTo>
                  <a:cubicBezTo>
                    <a:pt x="834" y="1343"/>
                    <a:pt x="834" y="1352"/>
                    <a:pt x="834" y="1368"/>
                  </a:cubicBezTo>
                  <a:lnTo>
                    <a:pt x="301" y="1635"/>
                  </a:lnTo>
                  <a:lnTo>
                    <a:pt x="301" y="1368"/>
                  </a:lnTo>
                  <a:lnTo>
                    <a:pt x="768" y="1101"/>
                  </a:lnTo>
                  <a:cubicBezTo>
                    <a:pt x="801" y="1101"/>
                    <a:pt x="801" y="1068"/>
                    <a:pt x="801" y="1068"/>
                  </a:cubicBezTo>
                  <a:cubicBezTo>
                    <a:pt x="801" y="1035"/>
                    <a:pt x="801" y="1035"/>
                    <a:pt x="801" y="1001"/>
                  </a:cubicBezTo>
                  <a:lnTo>
                    <a:pt x="801" y="735"/>
                  </a:lnTo>
                  <a:cubicBezTo>
                    <a:pt x="801" y="735"/>
                    <a:pt x="801" y="701"/>
                    <a:pt x="801" y="701"/>
                  </a:cubicBezTo>
                  <a:lnTo>
                    <a:pt x="768" y="701"/>
                  </a:lnTo>
                  <a:lnTo>
                    <a:pt x="301" y="968"/>
                  </a:lnTo>
                  <a:lnTo>
                    <a:pt x="301" y="701"/>
                  </a:lnTo>
                  <a:lnTo>
                    <a:pt x="801" y="401"/>
                  </a:lnTo>
                  <a:cubicBezTo>
                    <a:pt x="834" y="401"/>
                    <a:pt x="834" y="401"/>
                    <a:pt x="834" y="368"/>
                  </a:cubicBezTo>
                  <a:cubicBezTo>
                    <a:pt x="834" y="368"/>
                    <a:pt x="834" y="334"/>
                    <a:pt x="834" y="334"/>
                  </a:cubicBezTo>
                  <a:lnTo>
                    <a:pt x="834" y="67"/>
                  </a:lnTo>
                  <a:cubicBezTo>
                    <a:pt x="834" y="34"/>
                    <a:pt x="834" y="34"/>
                    <a:pt x="8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4206;p75">
              <a:extLst>
                <a:ext uri="{FF2B5EF4-FFF2-40B4-BE49-F238E27FC236}">
                  <a16:creationId xmlns:a16="http://schemas.microsoft.com/office/drawing/2014/main" id="{2C7DCEBB-1A09-0458-7922-B4CF38549187}"/>
                </a:ext>
              </a:extLst>
            </p:cNvPr>
            <p:cNvSpPr/>
            <p:nvPr/>
          </p:nvSpPr>
          <p:spPr>
            <a:xfrm>
              <a:off x="2539475" y="3211275"/>
              <a:ext cx="20875" cy="47350"/>
            </a:xfrm>
            <a:custGeom>
              <a:avLst/>
              <a:gdLst/>
              <a:ahLst/>
              <a:cxnLst/>
              <a:rect l="l" t="t" r="r" b="b"/>
              <a:pathLst>
                <a:path w="835" h="1894" extrusionOk="0">
                  <a:moveTo>
                    <a:pt x="264" y="1"/>
                  </a:moveTo>
                  <a:cubicBezTo>
                    <a:pt x="259" y="1"/>
                    <a:pt x="251" y="9"/>
                    <a:pt x="234" y="26"/>
                  </a:cubicBezTo>
                  <a:lnTo>
                    <a:pt x="34" y="126"/>
                  </a:lnTo>
                  <a:cubicBezTo>
                    <a:pt x="1" y="126"/>
                    <a:pt x="1" y="159"/>
                    <a:pt x="1" y="159"/>
                  </a:cubicBezTo>
                  <a:cubicBezTo>
                    <a:pt x="1" y="193"/>
                    <a:pt x="1" y="193"/>
                    <a:pt x="1" y="226"/>
                  </a:cubicBezTo>
                  <a:lnTo>
                    <a:pt x="1" y="1827"/>
                  </a:lnTo>
                  <a:cubicBezTo>
                    <a:pt x="1" y="1860"/>
                    <a:pt x="1" y="1860"/>
                    <a:pt x="1" y="1894"/>
                  </a:cubicBezTo>
                  <a:lnTo>
                    <a:pt x="34" y="1894"/>
                  </a:lnTo>
                  <a:lnTo>
                    <a:pt x="801" y="1460"/>
                  </a:lnTo>
                  <a:cubicBezTo>
                    <a:pt x="835" y="1427"/>
                    <a:pt x="835" y="1393"/>
                    <a:pt x="835" y="1393"/>
                  </a:cubicBezTo>
                  <a:cubicBezTo>
                    <a:pt x="835" y="1393"/>
                    <a:pt x="835" y="1360"/>
                    <a:pt x="835" y="1360"/>
                  </a:cubicBezTo>
                  <a:lnTo>
                    <a:pt x="835" y="1093"/>
                  </a:lnTo>
                  <a:cubicBezTo>
                    <a:pt x="835" y="1060"/>
                    <a:pt x="835" y="1060"/>
                    <a:pt x="835" y="1060"/>
                  </a:cubicBezTo>
                  <a:cubicBezTo>
                    <a:pt x="818" y="1043"/>
                    <a:pt x="810" y="1035"/>
                    <a:pt x="806" y="1035"/>
                  </a:cubicBezTo>
                  <a:cubicBezTo>
                    <a:pt x="801" y="1035"/>
                    <a:pt x="801" y="1043"/>
                    <a:pt x="801" y="1060"/>
                  </a:cubicBezTo>
                  <a:lnTo>
                    <a:pt x="268" y="1327"/>
                  </a:lnTo>
                  <a:lnTo>
                    <a:pt x="268" y="59"/>
                  </a:lnTo>
                  <a:cubicBezTo>
                    <a:pt x="301" y="26"/>
                    <a:pt x="301" y="26"/>
                    <a:pt x="268" y="26"/>
                  </a:cubicBezTo>
                  <a:cubicBezTo>
                    <a:pt x="268" y="9"/>
                    <a:pt x="268" y="1"/>
                    <a:pt x="26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4207;p75">
              <a:extLst>
                <a:ext uri="{FF2B5EF4-FFF2-40B4-BE49-F238E27FC236}">
                  <a16:creationId xmlns:a16="http://schemas.microsoft.com/office/drawing/2014/main" id="{1072F9C5-8797-9566-F2D7-AB2CABB68795}"/>
                </a:ext>
              </a:extLst>
            </p:cNvPr>
            <p:cNvSpPr/>
            <p:nvPr/>
          </p:nvSpPr>
          <p:spPr>
            <a:xfrm>
              <a:off x="2563675" y="3197100"/>
              <a:ext cx="20875" cy="46525"/>
            </a:xfrm>
            <a:custGeom>
              <a:avLst/>
              <a:gdLst/>
              <a:ahLst/>
              <a:cxnLst/>
              <a:rect l="l" t="t" r="r" b="b"/>
              <a:pathLst>
                <a:path w="835" h="1861" extrusionOk="0">
                  <a:moveTo>
                    <a:pt x="271" y="1"/>
                  </a:moveTo>
                  <a:cubicBezTo>
                    <a:pt x="267" y="1"/>
                    <a:pt x="267" y="9"/>
                    <a:pt x="267" y="26"/>
                  </a:cubicBezTo>
                  <a:lnTo>
                    <a:pt x="34" y="126"/>
                  </a:lnTo>
                  <a:cubicBezTo>
                    <a:pt x="34" y="159"/>
                    <a:pt x="34" y="159"/>
                    <a:pt x="34" y="159"/>
                  </a:cubicBezTo>
                  <a:cubicBezTo>
                    <a:pt x="0" y="193"/>
                    <a:pt x="0" y="193"/>
                    <a:pt x="34" y="226"/>
                  </a:cubicBezTo>
                  <a:lnTo>
                    <a:pt x="34" y="1827"/>
                  </a:lnTo>
                  <a:cubicBezTo>
                    <a:pt x="0" y="1827"/>
                    <a:pt x="0" y="1860"/>
                    <a:pt x="34" y="1860"/>
                  </a:cubicBezTo>
                  <a:lnTo>
                    <a:pt x="801" y="1460"/>
                  </a:lnTo>
                  <a:cubicBezTo>
                    <a:pt x="801" y="1427"/>
                    <a:pt x="834" y="1427"/>
                    <a:pt x="834" y="1427"/>
                  </a:cubicBezTo>
                  <a:cubicBezTo>
                    <a:pt x="834" y="1393"/>
                    <a:pt x="834" y="1393"/>
                    <a:pt x="834" y="1360"/>
                  </a:cubicBezTo>
                  <a:lnTo>
                    <a:pt x="834" y="1093"/>
                  </a:lnTo>
                  <a:cubicBezTo>
                    <a:pt x="834" y="1093"/>
                    <a:pt x="834" y="1060"/>
                    <a:pt x="834" y="1060"/>
                  </a:cubicBezTo>
                  <a:lnTo>
                    <a:pt x="801" y="1060"/>
                  </a:lnTo>
                  <a:lnTo>
                    <a:pt x="300" y="1327"/>
                  </a:lnTo>
                  <a:lnTo>
                    <a:pt x="300" y="59"/>
                  </a:lnTo>
                  <a:cubicBezTo>
                    <a:pt x="300" y="26"/>
                    <a:pt x="300" y="26"/>
                    <a:pt x="300" y="26"/>
                  </a:cubicBezTo>
                  <a:cubicBezTo>
                    <a:pt x="284" y="9"/>
                    <a:pt x="275" y="1"/>
                    <a:pt x="2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4208;p75">
              <a:extLst>
                <a:ext uri="{FF2B5EF4-FFF2-40B4-BE49-F238E27FC236}">
                  <a16:creationId xmlns:a16="http://schemas.microsoft.com/office/drawing/2014/main" id="{8ED637DE-5797-B13D-7FFC-66D278059421}"/>
                </a:ext>
              </a:extLst>
            </p:cNvPr>
            <p:cNvSpPr/>
            <p:nvPr/>
          </p:nvSpPr>
          <p:spPr>
            <a:xfrm>
              <a:off x="2255950" y="3708100"/>
              <a:ext cx="25875" cy="48400"/>
            </a:xfrm>
            <a:custGeom>
              <a:avLst/>
              <a:gdLst/>
              <a:ahLst/>
              <a:cxnLst/>
              <a:rect l="l" t="t" r="r" b="b"/>
              <a:pathLst>
                <a:path w="1035" h="1936" extrusionOk="0">
                  <a:moveTo>
                    <a:pt x="734" y="0"/>
                  </a:moveTo>
                  <a:cubicBezTo>
                    <a:pt x="634" y="0"/>
                    <a:pt x="568" y="34"/>
                    <a:pt x="534" y="67"/>
                  </a:cubicBezTo>
                  <a:cubicBezTo>
                    <a:pt x="434" y="134"/>
                    <a:pt x="367" y="167"/>
                    <a:pt x="301" y="267"/>
                  </a:cubicBezTo>
                  <a:cubicBezTo>
                    <a:pt x="234" y="334"/>
                    <a:pt x="201" y="401"/>
                    <a:pt x="167" y="501"/>
                  </a:cubicBezTo>
                  <a:cubicBezTo>
                    <a:pt x="101" y="567"/>
                    <a:pt x="67" y="668"/>
                    <a:pt x="67" y="768"/>
                  </a:cubicBezTo>
                  <a:cubicBezTo>
                    <a:pt x="34" y="868"/>
                    <a:pt x="0" y="934"/>
                    <a:pt x="0" y="1034"/>
                  </a:cubicBezTo>
                  <a:lnTo>
                    <a:pt x="0" y="1268"/>
                  </a:lnTo>
                  <a:lnTo>
                    <a:pt x="0" y="1501"/>
                  </a:lnTo>
                  <a:cubicBezTo>
                    <a:pt x="0" y="1568"/>
                    <a:pt x="34" y="1635"/>
                    <a:pt x="67" y="1735"/>
                  </a:cubicBezTo>
                  <a:cubicBezTo>
                    <a:pt x="67" y="1802"/>
                    <a:pt x="101" y="1835"/>
                    <a:pt x="167" y="1902"/>
                  </a:cubicBezTo>
                  <a:cubicBezTo>
                    <a:pt x="201" y="1935"/>
                    <a:pt x="267" y="1935"/>
                    <a:pt x="301" y="1935"/>
                  </a:cubicBezTo>
                  <a:cubicBezTo>
                    <a:pt x="367" y="1935"/>
                    <a:pt x="467" y="1902"/>
                    <a:pt x="534" y="1868"/>
                  </a:cubicBezTo>
                  <a:cubicBezTo>
                    <a:pt x="601" y="1835"/>
                    <a:pt x="668" y="1768"/>
                    <a:pt x="734" y="1702"/>
                  </a:cubicBezTo>
                  <a:cubicBezTo>
                    <a:pt x="834" y="1568"/>
                    <a:pt x="934" y="1401"/>
                    <a:pt x="1001" y="1235"/>
                  </a:cubicBezTo>
                  <a:cubicBezTo>
                    <a:pt x="1001" y="1135"/>
                    <a:pt x="1035" y="1068"/>
                    <a:pt x="1035" y="968"/>
                  </a:cubicBezTo>
                  <a:cubicBezTo>
                    <a:pt x="1035" y="968"/>
                    <a:pt x="1035" y="934"/>
                    <a:pt x="1035" y="934"/>
                  </a:cubicBezTo>
                  <a:lnTo>
                    <a:pt x="1001" y="934"/>
                  </a:lnTo>
                  <a:lnTo>
                    <a:pt x="801" y="1068"/>
                  </a:lnTo>
                  <a:lnTo>
                    <a:pt x="768" y="1101"/>
                  </a:lnTo>
                  <a:cubicBezTo>
                    <a:pt x="734" y="1101"/>
                    <a:pt x="734" y="1135"/>
                    <a:pt x="768" y="1168"/>
                  </a:cubicBezTo>
                  <a:cubicBezTo>
                    <a:pt x="768" y="1168"/>
                    <a:pt x="768" y="1201"/>
                    <a:pt x="768" y="1235"/>
                  </a:cubicBezTo>
                  <a:cubicBezTo>
                    <a:pt x="734" y="1268"/>
                    <a:pt x="734" y="1301"/>
                    <a:pt x="701" y="1335"/>
                  </a:cubicBezTo>
                  <a:cubicBezTo>
                    <a:pt x="701" y="1368"/>
                    <a:pt x="668" y="1368"/>
                    <a:pt x="668" y="1401"/>
                  </a:cubicBezTo>
                  <a:cubicBezTo>
                    <a:pt x="634" y="1435"/>
                    <a:pt x="601" y="1468"/>
                    <a:pt x="568" y="1468"/>
                  </a:cubicBezTo>
                  <a:cubicBezTo>
                    <a:pt x="534" y="1501"/>
                    <a:pt x="501" y="1501"/>
                    <a:pt x="467" y="1501"/>
                  </a:cubicBezTo>
                  <a:cubicBezTo>
                    <a:pt x="434" y="1501"/>
                    <a:pt x="434" y="1501"/>
                    <a:pt x="401" y="1468"/>
                  </a:cubicBezTo>
                  <a:cubicBezTo>
                    <a:pt x="401" y="1468"/>
                    <a:pt x="367" y="1435"/>
                    <a:pt x="367" y="1401"/>
                  </a:cubicBezTo>
                  <a:cubicBezTo>
                    <a:pt x="367" y="1368"/>
                    <a:pt x="367" y="1335"/>
                    <a:pt x="367" y="1301"/>
                  </a:cubicBezTo>
                  <a:lnTo>
                    <a:pt x="367" y="1201"/>
                  </a:lnTo>
                  <a:lnTo>
                    <a:pt x="367" y="1101"/>
                  </a:lnTo>
                  <a:lnTo>
                    <a:pt x="367" y="968"/>
                  </a:lnTo>
                  <a:lnTo>
                    <a:pt x="367" y="901"/>
                  </a:lnTo>
                  <a:cubicBezTo>
                    <a:pt x="367" y="834"/>
                    <a:pt x="367" y="801"/>
                    <a:pt x="367" y="768"/>
                  </a:cubicBezTo>
                  <a:cubicBezTo>
                    <a:pt x="367" y="734"/>
                    <a:pt x="401" y="701"/>
                    <a:pt x="401" y="668"/>
                  </a:cubicBezTo>
                  <a:cubicBezTo>
                    <a:pt x="434" y="634"/>
                    <a:pt x="434" y="601"/>
                    <a:pt x="467" y="567"/>
                  </a:cubicBezTo>
                  <a:cubicBezTo>
                    <a:pt x="501" y="534"/>
                    <a:pt x="534" y="501"/>
                    <a:pt x="568" y="501"/>
                  </a:cubicBezTo>
                  <a:cubicBezTo>
                    <a:pt x="601" y="467"/>
                    <a:pt x="634" y="467"/>
                    <a:pt x="668" y="467"/>
                  </a:cubicBezTo>
                  <a:cubicBezTo>
                    <a:pt x="668" y="451"/>
                    <a:pt x="676" y="442"/>
                    <a:pt x="684" y="442"/>
                  </a:cubicBezTo>
                  <a:cubicBezTo>
                    <a:pt x="693" y="442"/>
                    <a:pt x="701" y="451"/>
                    <a:pt x="701" y="467"/>
                  </a:cubicBezTo>
                  <a:cubicBezTo>
                    <a:pt x="734" y="467"/>
                    <a:pt x="734" y="467"/>
                    <a:pt x="768" y="501"/>
                  </a:cubicBezTo>
                  <a:cubicBezTo>
                    <a:pt x="768" y="501"/>
                    <a:pt x="768" y="534"/>
                    <a:pt x="768" y="567"/>
                  </a:cubicBezTo>
                  <a:cubicBezTo>
                    <a:pt x="734" y="567"/>
                    <a:pt x="734" y="567"/>
                    <a:pt x="768" y="601"/>
                  </a:cubicBezTo>
                  <a:lnTo>
                    <a:pt x="801" y="601"/>
                  </a:lnTo>
                  <a:lnTo>
                    <a:pt x="1001" y="467"/>
                  </a:lnTo>
                  <a:cubicBezTo>
                    <a:pt x="1001" y="467"/>
                    <a:pt x="1035" y="467"/>
                    <a:pt x="1035" y="434"/>
                  </a:cubicBezTo>
                  <a:cubicBezTo>
                    <a:pt x="1035" y="434"/>
                    <a:pt x="1035" y="401"/>
                    <a:pt x="1035" y="401"/>
                  </a:cubicBezTo>
                  <a:cubicBezTo>
                    <a:pt x="1035" y="334"/>
                    <a:pt x="1001" y="234"/>
                    <a:pt x="1001" y="167"/>
                  </a:cubicBezTo>
                  <a:cubicBezTo>
                    <a:pt x="968" y="134"/>
                    <a:pt x="934" y="67"/>
                    <a:pt x="868" y="34"/>
                  </a:cubicBezTo>
                  <a:cubicBezTo>
                    <a:pt x="834" y="0"/>
                    <a:pt x="768" y="0"/>
                    <a:pt x="73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4209;p75">
              <a:extLst>
                <a:ext uri="{FF2B5EF4-FFF2-40B4-BE49-F238E27FC236}">
                  <a16:creationId xmlns:a16="http://schemas.microsoft.com/office/drawing/2014/main" id="{70043288-9767-BA63-87A6-7562F3B20BB1}"/>
                </a:ext>
              </a:extLst>
            </p:cNvPr>
            <p:cNvSpPr/>
            <p:nvPr/>
          </p:nvSpPr>
          <p:spPr>
            <a:xfrm>
              <a:off x="2288475" y="3688300"/>
              <a:ext cx="22550" cy="56525"/>
            </a:xfrm>
            <a:custGeom>
              <a:avLst/>
              <a:gdLst/>
              <a:ahLst/>
              <a:cxnLst/>
              <a:rect l="l" t="t" r="r" b="b"/>
              <a:pathLst>
                <a:path w="902" h="2261" extrusionOk="0">
                  <a:moveTo>
                    <a:pt x="884" y="0"/>
                  </a:moveTo>
                  <a:cubicBezTo>
                    <a:pt x="876" y="0"/>
                    <a:pt x="868" y="8"/>
                    <a:pt x="868" y="25"/>
                  </a:cubicBezTo>
                  <a:lnTo>
                    <a:pt x="668" y="125"/>
                  </a:lnTo>
                  <a:cubicBezTo>
                    <a:pt x="634" y="125"/>
                    <a:pt x="634" y="159"/>
                    <a:pt x="634" y="159"/>
                  </a:cubicBezTo>
                  <a:cubicBezTo>
                    <a:pt x="634" y="192"/>
                    <a:pt x="634" y="192"/>
                    <a:pt x="634" y="225"/>
                  </a:cubicBezTo>
                  <a:lnTo>
                    <a:pt x="634" y="826"/>
                  </a:lnTo>
                  <a:lnTo>
                    <a:pt x="267" y="1026"/>
                  </a:lnTo>
                  <a:lnTo>
                    <a:pt x="267" y="425"/>
                  </a:lnTo>
                  <a:cubicBezTo>
                    <a:pt x="267" y="425"/>
                    <a:pt x="267" y="392"/>
                    <a:pt x="267" y="392"/>
                  </a:cubicBezTo>
                  <a:lnTo>
                    <a:pt x="234" y="392"/>
                  </a:lnTo>
                  <a:lnTo>
                    <a:pt x="34" y="526"/>
                  </a:lnTo>
                  <a:cubicBezTo>
                    <a:pt x="0" y="526"/>
                    <a:pt x="0" y="526"/>
                    <a:pt x="0" y="559"/>
                  </a:cubicBezTo>
                  <a:cubicBezTo>
                    <a:pt x="0" y="559"/>
                    <a:pt x="0" y="592"/>
                    <a:pt x="0" y="592"/>
                  </a:cubicBezTo>
                  <a:lnTo>
                    <a:pt x="0" y="2227"/>
                  </a:lnTo>
                  <a:cubicBezTo>
                    <a:pt x="0" y="2227"/>
                    <a:pt x="0" y="2260"/>
                    <a:pt x="0" y="2260"/>
                  </a:cubicBezTo>
                  <a:lnTo>
                    <a:pt x="34" y="2260"/>
                  </a:lnTo>
                  <a:lnTo>
                    <a:pt x="234" y="2127"/>
                  </a:lnTo>
                  <a:cubicBezTo>
                    <a:pt x="267" y="2127"/>
                    <a:pt x="267" y="2127"/>
                    <a:pt x="267" y="2093"/>
                  </a:cubicBezTo>
                  <a:cubicBezTo>
                    <a:pt x="267" y="2093"/>
                    <a:pt x="267" y="2060"/>
                    <a:pt x="267" y="2060"/>
                  </a:cubicBezTo>
                  <a:lnTo>
                    <a:pt x="267" y="1426"/>
                  </a:lnTo>
                  <a:lnTo>
                    <a:pt x="634" y="1226"/>
                  </a:lnTo>
                  <a:lnTo>
                    <a:pt x="634" y="1860"/>
                  </a:lnTo>
                  <a:cubicBezTo>
                    <a:pt x="634" y="1860"/>
                    <a:pt x="634" y="1860"/>
                    <a:pt x="634" y="1893"/>
                  </a:cubicBezTo>
                  <a:lnTo>
                    <a:pt x="668" y="1893"/>
                  </a:lnTo>
                  <a:lnTo>
                    <a:pt x="868" y="1760"/>
                  </a:lnTo>
                  <a:cubicBezTo>
                    <a:pt x="901" y="1760"/>
                    <a:pt x="901" y="1726"/>
                    <a:pt x="901" y="1726"/>
                  </a:cubicBezTo>
                  <a:cubicBezTo>
                    <a:pt x="901" y="1693"/>
                    <a:pt x="901" y="1693"/>
                    <a:pt x="901" y="1660"/>
                  </a:cubicBezTo>
                  <a:lnTo>
                    <a:pt x="901" y="59"/>
                  </a:lnTo>
                  <a:cubicBezTo>
                    <a:pt x="901" y="25"/>
                    <a:pt x="901" y="25"/>
                    <a:pt x="901" y="25"/>
                  </a:cubicBezTo>
                  <a:cubicBezTo>
                    <a:pt x="901" y="8"/>
                    <a:pt x="893" y="0"/>
                    <a:pt x="8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4210;p75">
              <a:extLst>
                <a:ext uri="{FF2B5EF4-FFF2-40B4-BE49-F238E27FC236}">
                  <a16:creationId xmlns:a16="http://schemas.microsoft.com/office/drawing/2014/main" id="{8FC5372E-0ACF-C767-7E73-30237207C178}"/>
                </a:ext>
              </a:extLst>
            </p:cNvPr>
            <p:cNvSpPr/>
            <p:nvPr/>
          </p:nvSpPr>
          <p:spPr>
            <a:xfrm>
              <a:off x="2316000" y="3670575"/>
              <a:ext cx="25025" cy="52550"/>
            </a:xfrm>
            <a:custGeom>
              <a:avLst/>
              <a:gdLst/>
              <a:ahLst/>
              <a:cxnLst/>
              <a:rect l="l" t="t" r="r" b="b"/>
              <a:pathLst>
                <a:path w="1001" h="2102" extrusionOk="0">
                  <a:moveTo>
                    <a:pt x="968" y="0"/>
                  </a:moveTo>
                  <a:lnTo>
                    <a:pt x="701" y="134"/>
                  </a:lnTo>
                  <a:cubicBezTo>
                    <a:pt x="701" y="134"/>
                    <a:pt x="667" y="134"/>
                    <a:pt x="667" y="167"/>
                  </a:cubicBezTo>
                  <a:cubicBezTo>
                    <a:pt x="667" y="167"/>
                    <a:pt x="667" y="200"/>
                    <a:pt x="667" y="234"/>
                  </a:cubicBezTo>
                  <a:lnTo>
                    <a:pt x="667" y="1201"/>
                  </a:lnTo>
                  <a:cubicBezTo>
                    <a:pt x="667" y="1301"/>
                    <a:pt x="667" y="1401"/>
                    <a:pt x="634" y="1468"/>
                  </a:cubicBezTo>
                  <a:cubicBezTo>
                    <a:pt x="601" y="1535"/>
                    <a:pt x="534" y="1601"/>
                    <a:pt x="501" y="1635"/>
                  </a:cubicBezTo>
                  <a:cubicBezTo>
                    <a:pt x="467" y="1651"/>
                    <a:pt x="434" y="1660"/>
                    <a:pt x="405" y="1660"/>
                  </a:cubicBezTo>
                  <a:cubicBezTo>
                    <a:pt x="375" y="1660"/>
                    <a:pt x="350" y="1651"/>
                    <a:pt x="334" y="1635"/>
                  </a:cubicBezTo>
                  <a:cubicBezTo>
                    <a:pt x="300" y="1568"/>
                    <a:pt x="300" y="1501"/>
                    <a:pt x="300" y="1435"/>
                  </a:cubicBezTo>
                  <a:lnTo>
                    <a:pt x="300" y="434"/>
                  </a:lnTo>
                  <a:cubicBezTo>
                    <a:pt x="300" y="434"/>
                    <a:pt x="300" y="401"/>
                    <a:pt x="300" y="401"/>
                  </a:cubicBezTo>
                  <a:lnTo>
                    <a:pt x="267" y="401"/>
                  </a:lnTo>
                  <a:lnTo>
                    <a:pt x="34" y="534"/>
                  </a:lnTo>
                  <a:cubicBezTo>
                    <a:pt x="34" y="534"/>
                    <a:pt x="34" y="534"/>
                    <a:pt x="34" y="567"/>
                  </a:cubicBezTo>
                  <a:cubicBezTo>
                    <a:pt x="0" y="567"/>
                    <a:pt x="0" y="601"/>
                    <a:pt x="34" y="601"/>
                  </a:cubicBezTo>
                  <a:lnTo>
                    <a:pt x="34" y="1601"/>
                  </a:lnTo>
                  <a:cubicBezTo>
                    <a:pt x="0" y="1702"/>
                    <a:pt x="34" y="1802"/>
                    <a:pt x="67" y="1902"/>
                  </a:cubicBezTo>
                  <a:cubicBezTo>
                    <a:pt x="67" y="1968"/>
                    <a:pt x="100" y="2002"/>
                    <a:pt x="167" y="2068"/>
                  </a:cubicBezTo>
                  <a:cubicBezTo>
                    <a:pt x="200" y="2102"/>
                    <a:pt x="267" y="2102"/>
                    <a:pt x="300" y="2102"/>
                  </a:cubicBezTo>
                  <a:cubicBezTo>
                    <a:pt x="367" y="2102"/>
                    <a:pt x="434" y="2068"/>
                    <a:pt x="501" y="2035"/>
                  </a:cubicBezTo>
                  <a:cubicBezTo>
                    <a:pt x="567" y="2002"/>
                    <a:pt x="667" y="1935"/>
                    <a:pt x="701" y="1868"/>
                  </a:cubicBezTo>
                  <a:cubicBezTo>
                    <a:pt x="767" y="1802"/>
                    <a:pt x="834" y="1735"/>
                    <a:pt x="867" y="1668"/>
                  </a:cubicBezTo>
                  <a:cubicBezTo>
                    <a:pt x="901" y="1568"/>
                    <a:pt x="934" y="1468"/>
                    <a:pt x="968" y="1368"/>
                  </a:cubicBezTo>
                  <a:cubicBezTo>
                    <a:pt x="1001" y="1268"/>
                    <a:pt x="1001" y="1168"/>
                    <a:pt x="1001" y="1034"/>
                  </a:cubicBezTo>
                  <a:lnTo>
                    <a:pt x="1001" y="34"/>
                  </a:lnTo>
                  <a:cubicBezTo>
                    <a:pt x="1001" y="34"/>
                    <a:pt x="1001" y="34"/>
                    <a:pt x="10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4211;p75">
              <a:extLst>
                <a:ext uri="{FF2B5EF4-FFF2-40B4-BE49-F238E27FC236}">
                  <a16:creationId xmlns:a16="http://schemas.microsoft.com/office/drawing/2014/main" id="{7D4A27CE-6455-7509-0196-3CCA04B334B6}"/>
                </a:ext>
              </a:extLst>
            </p:cNvPr>
            <p:cNvSpPr/>
            <p:nvPr/>
          </p:nvSpPr>
          <p:spPr>
            <a:xfrm>
              <a:off x="2347675" y="3658050"/>
              <a:ext cx="23375" cy="52575"/>
            </a:xfrm>
            <a:custGeom>
              <a:avLst/>
              <a:gdLst/>
              <a:ahLst/>
              <a:cxnLst/>
              <a:rect l="l" t="t" r="r" b="b"/>
              <a:pathLst>
                <a:path w="935" h="2103" extrusionOk="0">
                  <a:moveTo>
                    <a:pt x="568" y="435"/>
                  </a:moveTo>
                  <a:cubicBezTo>
                    <a:pt x="601" y="435"/>
                    <a:pt x="601" y="468"/>
                    <a:pt x="601" y="568"/>
                  </a:cubicBezTo>
                  <a:cubicBezTo>
                    <a:pt x="601" y="601"/>
                    <a:pt x="601" y="668"/>
                    <a:pt x="568" y="735"/>
                  </a:cubicBezTo>
                  <a:cubicBezTo>
                    <a:pt x="534" y="768"/>
                    <a:pt x="501" y="802"/>
                    <a:pt x="468" y="835"/>
                  </a:cubicBezTo>
                  <a:lnTo>
                    <a:pt x="268" y="935"/>
                  </a:lnTo>
                  <a:lnTo>
                    <a:pt x="268" y="568"/>
                  </a:lnTo>
                  <a:lnTo>
                    <a:pt x="468" y="468"/>
                  </a:lnTo>
                  <a:cubicBezTo>
                    <a:pt x="501" y="435"/>
                    <a:pt x="534" y="435"/>
                    <a:pt x="568" y="435"/>
                  </a:cubicBezTo>
                  <a:close/>
                  <a:moveTo>
                    <a:pt x="635" y="1"/>
                  </a:moveTo>
                  <a:cubicBezTo>
                    <a:pt x="568" y="1"/>
                    <a:pt x="501" y="34"/>
                    <a:pt x="468" y="68"/>
                  </a:cubicBezTo>
                  <a:lnTo>
                    <a:pt x="34" y="335"/>
                  </a:lnTo>
                  <a:cubicBezTo>
                    <a:pt x="34" y="335"/>
                    <a:pt x="34" y="368"/>
                    <a:pt x="34" y="368"/>
                  </a:cubicBezTo>
                  <a:cubicBezTo>
                    <a:pt x="1" y="401"/>
                    <a:pt x="1" y="401"/>
                    <a:pt x="34" y="435"/>
                  </a:cubicBezTo>
                  <a:lnTo>
                    <a:pt x="34" y="2036"/>
                  </a:lnTo>
                  <a:cubicBezTo>
                    <a:pt x="1" y="2069"/>
                    <a:pt x="1" y="2069"/>
                    <a:pt x="34" y="2102"/>
                  </a:cubicBezTo>
                  <a:lnTo>
                    <a:pt x="268" y="1969"/>
                  </a:lnTo>
                  <a:cubicBezTo>
                    <a:pt x="268" y="1969"/>
                    <a:pt x="301" y="1936"/>
                    <a:pt x="301" y="1936"/>
                  </a:cubicBezTo>
                  <a:cubicBezTo>
                    <a:pt x="301" y="1902"/>
                    <a:pt x="301" y="1902"/>
                    <a:pt x="301" y="1869"/>
                  </a:cubicBezTo>
                  <a:lnTo>
                    <a:pt x="301" y="1335"/>
                  </a:lnTo>
                  <a:lnTo>
                    <a:pt x="434" y="1269"/>
                  </a:lnTo>
                  <a:lnTo>
                    <a:pt x="635" y="1669"/>
                  </a:lnTo>
                  <a:cubicBezTo>
                    <a:pt x="635" y="1669"/>
                    <a:pt x="635" y="1702"/>
                    <a:pt x="635" y="1702"/>
                  </a:cubicBezTo>
                  <a:lnTo>
                    <a:pt x="668" y="1702"/>
                  </a:lnTo>
                  <a:lnTo>
                    <a:pt x="901" y="1569"/>
                  </a:lnTo>
                  <a:cubicBezTo>
                    <a:pt x="901" y="1569"/>
                    <a:pt x="901" y="1569"/>
                    <a:pt x="901" y="1535"/>
                  </a:cubicBezTo>
                  <a:cubicBezTo>
                    <a:pt x="935" y="1535"/>
                    <a:pt x="935" y="1502"/>
                    <a:pt x="901" y="1502"/>
                  </a:cubicBezTo>
                  <a:cubicBezTo>
                    <a:pt x="935" y="1502"/>
                    <a:pt x="935" y="1469"/>
                    <a:pt x="901" y="1469"/>
                  </a:cubicBezTo>
                  <a:lnTo>
                    <a:pt x="701" y="1002"/>
                  </a:lnTo>
                  <a:cubicBezTo>
                    <a:pt x="768" y="902"/>
                    <a:pt x="835" y="835"/>
                    <a:pt x="868" y="735"/>
                  </a:cubicBezTo>
                  <a:cubicBezTo>
                    <a:pt x="901" y="601"/>
                    <a:pt x="901" y="501"/>
                    <a:pt x="901" y="368"/>
                  </a:cubicBezTo>
                  <a:cubicBezTo>
                    <a:pt x="901" y="301"/>
                    <a:pt x="901" y="234"/>
                    <a:pt x="868" y="134"/>
                  </a:cubicBezTo>
                  <a:cubicBezTo>
                    <a:pt x="868" y="101"/>
                    <a:pt x="835" y="34"/>
                    <a:pt x="801" y="34"/>
                  </a:cubicBezTo>
                  <a:cubicBezTo>
                    <a:pt x="735" y="1"/>
                    <a:pt x="701" y="1"/>
                    <a:pt x="63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4212;p75">
              <a:extLst>
                <a:ext uri="{FF2B5EF4-FFF2-40B4-BE49-F238E27FC236}">
                  <a16:creationId xmlns:a16="http://schemas.microsoft.com/office/drawing/2014/main" id="{1922399A-14C0-01FA-F74D-B4F7F1B844FB}"/>
                </a:ext>
              </a:extLst>
            </p:cNvPr>
            <p:cNvSpPr/>
            <p:nvPr/>
          </p:nvSpPr>
          <p:spPr>
            <a:xfrm>
              <a:off x="2376025" y="3637225"/>
              <a:ext cx="22550" cy="56500"/>
            </a:xfrm>
            <a:custGeom>
              <a:avLst/>
              <a:gdLst/>
              <a:ahLst/>
              <a:cxnLst/>
              <a:rect l="l" t="t" r="r" b="b"/>
              <a:pathLst>
                <a:path w="902" h="2260" extrusionOk="0">
                  <a:moveTo>
                    <a:pt x="868" y="0"/>
                  </a:moveTo>
                  <a:lnTo>
                    <a:pt x="668" y="133"/>
                  </a:lnTo>
                  <a:cubicBezTo>
                    <a:pt x="635" y="133"/>
                    <a:pt x="635" y="167"/>
                    <a:pt x="635" y="167"/>
                  </a:cubicBezTo>
                  <a:cubicBezTo>
                    <a:pt x="635" y="200"/>
                    <a:pt x="635" y="200"/>
                    <a:pt x="635" y="234"/>
                  </a:cubicBezTo>
                  <a:lnTo>
                    <a:pt x="635" y="1067"/>
                  </a:lnTo>
                  <a:lnTo>
                    <a:pt x="268" y="434"/>
                  </a:lnTo>
                  <a:lnTo>
                    <a:pt x="268" y="400"/>
                  </a:lnTo>
                  <a:lnTo>
                    <a:pt x="201" y="400"/>
                  </a:lnTo>
                  <a:lnTo>
                    <a:pt x="34" y="500"/>
                  </a:lnTo>
                  <a:cubicBezTo>
                    <a:pt x="34" y="500"/>
                    <a:pt x="1" y="534"/>
                    <a:pt x="1" y="534"/>
                  </a:cubicBezTo>
                  <a:cubicBezTo>
                    <a:pt x="1" y="567"/>
                    <a:pt x="1" y="567"/>
                    <a:pt x="1" y="600"/>
                  </a:cubicBezTo>
                  <a:lnTo>
                    <a:pt x="1" y="2202"/>
                  </a:lnTo>
                  <a:cubicBezTo>
                    <a:pt x="1" y="2235"/>
                    <a:pt x="1" y="2235"/>
                    <a:pt x="1" y="2235"/>
                  </a:cubicBezTo>
                  <a:cubicBezTo>
                    <a:pt x="18" y="2252"/>
                    <a:pt x="26" y="2260"/>
                    <a:pt x="30" y="2260"/>
                  </a:cubicBezTo>
                  <a:cubicBezTo>
                    <a:pt x="34" y="2260"/>
                    <a:pt x="34" y="2252"/>
                    <a:pt x="34" y="2235"/>
                  </a:cubicBezTo>
                  <a:lnTo>
                    <a:pt x="268" y="2135"/>
                  </a:lnTo>
                  <a:cubicBezTo>
                    <a:pt x="268" y="2102"/>
                    <a:pt x="268" y="2102"/>
                    <a:pt x="301" y="2102"/>
                  </a:cubicBezTo>
                  <a:cubicBezTo>
                    <a:pt x="301" y="2068"/>
                    <a:pt x="301" y="2035"/>
                    <a:pt x="301" y="2035"/>
                  </a:cubicBezTo>
                  <a:lnTo>
                    <a:pt x="301" y="1201"/>
                  </a:lnTo>
                  <a:lnTo>
                    <a:pt x="668" y="1835"/>
                  </a:lnTo>
                  <a:cubicBezTo>
                    <a:pt x="668" y="1868"/>
                    <a:pt x="635" y="1868"/>
                    <a:pt x="668" y="1868"/>
                  </a:cubicBezTo>
                  <a:lnTo>
                    <a:pt x="701" y="1868"/>
                  </a:lnTo>
                  <a:lnTo>
                    <a:pt x="868" y="1768"/>
                  </a:lnTo>
                  <a:cubicBezTo>
                    <a:pt x="902" y="1768"/>
                    <a:pt x="902" y="1735"/>
                    <a:pt x="902" y="1735"/>
                  </a:cubicBezTo>
                  <a:cubicBezTo>
                    <a:pt x="902" y="1701"/>
                    <a:pt x="902" y="1701"/>
                    <a:pt x="902" y="1668"/>
                  </a:cubicBezTo>
                  <a:lnTo>
                    <a:pt x="902" y="67"/>
                  </a:lnTo>
                  <a:cubicBezTo>
                    <a:pt x="902" y="33"/>
                    <a:pt x="902" y="33"/>
                    <a:pt x="9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4213;p75">
              <a:extLst>
                <a:ext uri="{FF2B5EF4-FFF2-40B4-BE49-F238E27FC236}">
                  <a16:creationId xmlns:a16="http://schemas.microsoft.com/office/drawing/2014/main" id="{B03627DF-B48C-75B3-EFA8-1DD97275349B}"/>
                </a:ext>
              </a:extLst>
            </p:cNvPr>
            <p:cNvSpPr/>
            <p:nvPr/>
          </p:nvSpPr>
          <p:spPr>
            <a:xfrm>
              <a:off x="2260125" y="3465925"/>
              <a:ext cx="21700" cy="51225"/>
            </a:xfrm>
            <a:custGeom>
              <a:avLst/>
              <a:gdLst/>
              <a:ahLst/>
              <a:cxnLst/>
              <a:rect l="l" t="t" r="r" b="b"/>
              <a:pathLst>
                <a:path w="868" h="2049" extrusionOk="0">
                  <a:moveTo>
                    <a:pt x="567" y="347"/>
                  </a:moveTo>
                  <a:cubicBezTo>
                    <a:pt x="634" y="347"/>
                    <a:pt x="634" y="414"/>
                    <a:pt x="634" y="514"/>
                  </a:cubicBezTo>
                  <a:cubicBezTo>
                    <a:pt x="634" y="581"/>
                    <a:pt x="601" y="648"/>
                    <a:pt x="567" y="714"/>
                  </a:cubicBezTo>
                  <a:cubicBezTo>
                    <a:pt x="534" y="781"/>
                    <a:pt x="467" y="814"/>
                    <a:pt x="401" y="848"/>
                  </a:cubicBezTo>
                  <a:lnTo>
                    <a:pt x="167" y="981"/>
                  </a:lnTo>
                  <a:lnTo>
                    <a:pt x="167" y="514"/>
                  </a:lnTo>
                  <a:lnTo>
                    <a:pt x="401" y="381"/>
                  </a:lnTo>
                  <a:cubicBezTo>
                    <a:pt x="467" y="347"/>
                    <a:pt x="501" y="347"/>
                    <a:pt x="567" y="347"/>
                  </a:cubicBezTo>
                  <a:close/>
                  <a:moveTo>
                    <a:pt x="624" y="1"/>
                  </a:moveTo>
                  <a:cubicBezTo>
                    <a:pt x="571" y="1"/>
                    <a:pt x="507" y="25"/>
                    <a:pt x="434" y="80"/>
                  </a:cubicBezTo>
                  <a:lnTo>
                    <a:pt x="34" y="314"/>
                  </a:lnTo>
                  <a:cubicBezTo>
                    <a:pt x="0" y="314"/>
                    <a:pt x="0" y="314"/>
                    <a:pt x="0" y="347"/>
                  </a:cubicBezTo>
                  <a:cubicBezTo>
                    <a:pt x="0" y="347"/>
                    <a:pt x="0" y="381"/>
                    <a:pt x="0" y="414"/>
                  </a:cubicBezTo>
                  <a:lnTo>
                    <a:pt x="0" y="2015"/>
                  </a:lnTo>
                  <a:cubicBezTo>
                    <a:pt x="0" y="2015"/>
                    <a:pt x="0" y="2049"/>
                    <a:pt x="0" y="2049"/>
                  </a:cubicBezTo>
                  <a:lnTo>
                    <a:pt x="34" y="2049"/>
                  </a:lnTo>
                  <a:lnTo>
                    <a:pt x="167" y="1982"/>
                  </a:lnTo>
                  <a:cubicBezTo>
                    <a:pt x="167" y="1982"/>
                    <a:pt x="167" y="1948"/>
                    <a:pt x="200" y="1948"/>
                  </a:cubicBezTo>
                  <a:cubicBezTo>
                    <a:pt x="200" y="1915"/>
                    <a:pt x="200" y="1915"/>
                    <a:pt x="200" y="1882"/>
                  </a:cubicBezTo>
                  <a:lnTo>
                    <a:pt x="200" y="1315"/>
                  </a:lnTo>
                  <a:lnTo>
                    <a:pt x="401" y="1181"/>
                  </a:lnTo>
                  <a:lnTo>
                    <a:pt x="601" y="1648"/>
                  </a:lnTo>
                  <a:lnTo>
                    <a:pt x="634" y="1682"/>
                  </a:lnTo>
                  <a:lnTo>
                    <a:pt x="701" y="1682"/>
                  </a:lnTo>
                  <a:lnTo>
                    <a:pt x="834" y="1582"/>
                  </a:lnTo>
                  <a:cubicBezTo>
                    <a:pt x="834" y="1582"/>
                    <a:pt x="834" y="1582"/>
                    <a:pt x="834" y="1548"/>
                  </a:cubicBezTo>
                  <a:cubicBezTo>
                    <a:pt x="834" y="1548"/>
                    <a:pt x="834" y="1515"/>
                    <a:pt x="834" y="1515"/>
                  </a:cubicBezTo>
                  <a:cubicBezTo>
                    <a:pt x="834" y="1515"/>
                    <a:pt x="834" y="1481"/>
                    <a:pt x="834" y="1481"/>
                  </a:cubicBezTo>
                  <a:lnTo>
                    <a:pt x="634" y="1014"/>
                  </a:lnTo>
                  <a:cubicBezTo>
                    <a:pt x="701" y="914"/>
                    <a:pt x="734" y="814"/>
                    <a:pt x="801" y="714"/>
                  </a:cubicBezTo>
                  <a:cubicBezTo>
                    <a:pt x="834" y="614"/>
                    <a:pt x="834" y="481"/>
                    <a:pt x="834" y="381"/>
                  </a:cubicBezTo>
                  <a:cubicBezTo>
                    <a:pt x="868" y="247"/>
                    <a:pt x="834" y="114"/>
                    <a:pt x="734" y="47"/>
                  </a:cubicBezTo>
                  <a:cubicBezTo>
                    <a:pt x="704" y="17"/>
                    <a:pt x="667" y="1"/>
                    <a:pt x="6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4214;p75">
              <a:extLst>
                <a:ext uri="{FF2B5EF4-FFF2-40B4-BE49-F238E27FC236}">
                  <a16:creationId xmlns:a16="http://schemas.microsoft.com/office/drawing/2014/main" id="{587D67B6-CC1F-2686-52F3-18BE9A6DE84E}"/>
                </a:ext>
              </a:extLst>
            </p:cNvPr>
            <p:cNvSpPr/>
            <p:nvPr/>
          </p:nvSpPr>
          <p:spPr>
            <a:xfrm>
              <a:off x="2284300" y="3462925"/>
              <a:ext cx="20050" cy="35875"/>
            </a:xfrm>
            <a:custGeom>
              <a:avLst/>
              <a:gdLst/>
              <a:ahLst/>
              <a:cxnLst/>
              <a:rect l="l" t="t" r="r" b="b"/>
              <a:pathLst>
                <a:path w="802" h="1435" extrusionOk="0">
                  <a:moveTo>
                    <a:pt x="534" y="334"/>
                  </a:moveTo>
                  <a:cubicBezTo>
                    <a:pt x="568" y="334"/>
                    <a:pt x="568" y="334"/>
                    <a:pt x="601" y="367"/>
                  </a:cubicBezTo>
                  <a:cubicBezTo>
                    <a:pt x="601" y="367"/>
                    <a:pt x="634" y="401"/>
                    <a:pt x="634" y="401"/>
                  </a:cubicBezTo>
                  <a:lnTo>
                    <a:pt x="634" y="501"/>
                  </a:lnTo>
                  <a:lnTo>
                    <a:pt x="267" y="701"/>
                  </a:lnTo>
                  <a:cubicBezTo>
                    <a:pt x="267" y="667"/>
                    <a:pt x="267" y="634"/>
                    <a:pt x="267" y="601"/>
                  </a:cubicBezTo>
                  <a:cubicBezTo>
                    <a:pt x="267" y="567"/>
                    <a:pt x="267" y="534"/>
                    <a:pt x="301" y="501"/>
                  </a:cubicBezTo>
                  <a:cubicBezTo>
                    <a:pt x="301" y="467"/>
                    <a:pt x="334" y="467"/>
                    <a:pt x="368" y="434"/>
                  </a:cubicBezTo>
                  <a:cubicBezTo>
                    <a:pt x="368" y="401"/>
                    <a:pt x="401" y="367"/>
                    <a:pt x="434" y="367"/>
                  </a:cubicBezTo>
                  <a:cubicBezTo>
                    <a:pt x="468" y="334"/>
                    <a:pt x="501" y="334"/>
                    <a:pt x="534" y="334"/>
                  </a:cubicBezTo>
                  <a:close/>
                  <a:moveTo>
                    <a:pt x="568" y="0"/>
                  </a:moveTo>
                  <a:cubicBezTo>
                    <a:pt x="534" y="0"/>
                    <a:pt x="468" y="34"/>
                    <a:pt x="434" y="67"/>
                  </a:cubicBezTo>
                  <a:cubicBezTo>
                    <a:pt x="368" y="100"/>
                    <a:pt x="301" y="134"/>
                    <a:pt x="234" y="200"/>
                  </a:cubicBezTo>
                  <a:cubicBezTo>
                    <a:pt x="201" y="267"/>
                    <a:pt x="167" y="334"/>
                    <a:pt x="134" y="434"/>
                  </a:cubicBezTo>
                  <a:cubicBezTo>
                    <a:pt x="101" y="501"/>
                    <a:pt x="67" y="601"/>
                    <a:pt x="34" y="701"/>
                  </a:cubicBezTo>
                  <a:cubicBezTo>
                    <a:pt x="34" y="768"/>
                    <a:pt x="1" y="868"/>
                    <a:pt x="34" y="968"/>
                  </a:cubicBezTo>
                  <a:cubicBezTo>
                    <a:pt x="34" y="1034"/>
                    <a:pt x="34" y="1134"/>
                    <a:pt x="34" y="1201"/>
                  </a:cubicBezTo>
                  <a:cubicBezTo>
                    <a:pt x="67" y="1268"/>
                    <a:pt x="101" y="1335"/>
                    <a:pt x="134" y="1368"/>
                  </a:cubicBezTo>
                  <a:cubicBezTo>
                    <a:pt x="167" y="1435"/>
                    <a:pt x="201" y="1435"/>
                    <a:pt x="267" y="1435"/>
                  </a:cubicBezTo>
                  <a:cubicBezTo>
                    <a:pt x="301" y="1435"/>
                    <a:pt x="368" y="1435"/>
                    <a:pt x="434" y="1401"/>
                  </a:cubicBezTo>
                  <a:cubicBezTo>
                    <a:pt x="468" y="1368"/>
                    <a:pt x="534" y="1335"/>
                    <a:pt x="568" y="1268"/>
                  </a:cubicBezTo>
                  <a:cubicBezTo>
                    <a:pt x="634" y="1235"/>
                    <a:pt x="668" y="1168"/>
                    <a:pt x="701" y="1101"/>
                  </a:cubicBezTo>
                  <a:cubicBezTo>
                    <a:pt x="734" y="1068"/>
                    <a:pt x="734" y="1001"/>
                    <a:pt x="768" y="968"/>
                  </a:cubicBezTo>
                  <a:cubicBezTo>
                    <a:pt x="768" y="934"/>
                    <a:pt x="801" y="901"/>
                    <a:pt x="801" y="868"/>
                  </a:cubicBezTo>
                  <a:cubicBezTo>
                    <a:pt x="801" y="834"/>
                    <a:pt x="801" y="834"/>
                    <a:pt x="801" y="801"/>
                  </a:cubicBezTo>
                  <a:lnTo>
                    <a:pt x="768" y="801"/>
                  </a:lnTo>
                  <a:lnTo>
                    <a:pt x="634" y="901"/>
                  </a:lnTo>
                  <a:lnTo>
                    <a:pt x="601" y="901"/>
                  </a:lnTo>
                  <a:cubicBezTo>
                    <a:pt x="601" y="934"/>
                    <a:pt x="568" y="934"/>
                    <a:pt x="568" y="968"/>
                  </a:cubicBezTo>
                  <a:lnTo>
                    <a:pt x="534" y="1034"/>
                  </a:lnTo>
                  <a:cubicBezTo>
                    <a:pt x="501" y="1068"/>
                    <a:pt x="468" y="1068"/>
                    <a:pt x="434" y="1101"/>
                  </a:cubicBezTo>
                  <a:lnTo>
                    <a:pt x="334" y="1134"/>
                  </a:lnTo>
                  <a:lnTo>
                    <a:pt x="301" y="1134"/>
                  </a:lnTo>
                  <a:cubicBezTo>
                    <a:pt x="267" y="1101"/>
                    <a:pt x="234" y="1101"/>
                    <a:pt x="234" y="1068"/>
                  </a:cubicBezTo>
                  <a:cubicBezTo>
                    <a:pt x="234" y="1034"/>
                    <a:pt x="234" y="1001"/>
                    <a:pt x="234" y="968"/>
                  </a:cubicBezTo>
                  <a:lnTo>
                    <a:pt x="801" y="667"/>
                  </a:lnTo>
                  <a:cubicBezTo>
                    <a:pt x="801" y="667"/>
                    <a:pt x="801" y="634"/>
                    <a:pt x="801" y="634"/>
                  </a:cubicBezTo>
                  <a:cubicBezTo>
                    <a:pt x="801" y="601"/>
                    <a:pt x="801" y="601"/>
                    <a:pt x="801" y="567"/>
                  </a:cubicBezTo>
                  <a:lnTo>
                    <a:pt x="801" y="467"/>
                  </a:lnTo>
                  <a:cubicBezTo>
                    <a:pt x="801" y="401"/>
                    <a:pt x="801" y="301"/>
                    <a:pt x="801" y="234"/>
                  </a:cubicBezTo>
                  <a:cubicBezTo>
                    <a:pt x="768" y="167"/>
                    <a:pt x="734" y="134"/>
                    <a:pt x="701" y="67"/>
                  </a:cubicBezTo>
                  <a:cubicBezTo>
                    <a:pt x="668" y="34"/>
                    <a:pt x="634" y="34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4215;p75">
              <a:extLst>
                <a:ext uri="{FF2B5EF4-FFF2-40B4-BE49-F238E27FC236}">
                  <a16:creationId xmlns:a16="http://schemas.microsoft.com/office/drawing/2014/main" id="{84FB3200-2C6B-95C0-7D6E-90BB8533E94D}"/>
                </a:ext>
              </a:extLst>
            </p:cNvPr>
            <p:cNvSpPr/>
            <p:nvPr/>
          </p:nvSpPr>
          <p:spPr>
            <a:xfrm>
              <a:off x="2306825" y="3446250"/>
              <a:ext cx="20875" cy="38375"/>
            </a:xfrm>
            <a:custGeom>
              <a:avLst/>
              <a:gdLst/>
              <a:ahLst/>
              <a:cxnLst/>
              <a:rect l="l" t="t" r="r" b="b"/>
              <a:pathLst>
                <a:path w="835" h="1535" extrusionOk="0">
                  <a:moveTo>
                    <a:pt x="801" y="0"/>
                  </a:moveTo>
                  <a:lnTo>
                    <a:pt x="667" y="67"/>
                  </a:lnTo>
                  <a:cubicBezTo>
                    <a:pt x="634" y="100"/>
                    <a:pt x="634" y="100"/>
                    <a:pt x="634" y="134"/>
                  </a:cubicBezTo>
                  <a:cubicBezTo>
                    <a:pt x="634" y="134"/>
                    <a:pt x="634" y="167"/>
                    <a:pt x="634" y="167"/>
                  </a:cubicBezTo>
                  <a:lnTo>
                    <a:pt x="401" y="1068"/>
                  </a:lnTo>
                  <a:lnTo>
                    <a:pt x="200" y="434"/>
                  </a:lnTo>
                  <a:cubicBezTo>
                    <a:pt x="200" y="400"/>
                    <a:pt x="200" y="400"/>
                    <a:pt x="200" y="400"/>
                  </a:cubicBezTo>
                  <a:lnTo>
                    <a:pt x="167" y="400"/>
                  </a:lnTo>
                  <a:lnTo>
                    <a:pt x="34" y="467"/>
                  </a:lnTo>
                  <a:cubicBezTo>
                    <a:pt x="34" y="467"/>
                    <a:pt x="0" y="501"/>
                    <a:pt x="0" y="501"/>
                  </a:cubicBezTo>
                  <a:cubicBezTo>
                    <a:pt x="0" y="534"/>
                    <a:pt x="0" y="534"/>
                    <a:pt x="0" y="567"/>
                  </a:cubicBezTo>
                  <a:lnTo>
                    <a:pt x="334" y="1535"/>
                  </a:lnTo>
                  <a:lnTo>
                    <a:pt x="467" y="1501"/>
                  </a:lnTo>
                  <a:cubicBezTo>
                    <a:pt x="467" y="1468"/>
                    <a:pt x="467" y="1468"/>
                    <a:pt x="501" y="1435"/>
                  </a:cubicBezTo>
                  <a:cubicBezTo>
                    <a:pt x="501" y="1435"/>
                    <a:pt x="501" y="1401"/>
                    <a:pt x="501" y="1401"/>
                  </a:cubicBezTo>
                  <a:lnTo>
                    <a:pt x="801" y="34"/>
                  </a:lnTo>
                  <a:cubicBezTo>
                    <a:pt x="834" y="34"/>
                    <a:pt x="834" y="34"/>
                    <a:pt x="8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4216;p75">
              <a:extLst>
                <a:ext uri="{FF2B5EF4-FFF2-40B4-BE49-F238E27FC236}">
                  <a16:creationId xmlns:a16="http://schemas.microsoft.com/office/drawing/2014/main" id="{738CC3CB-EC98-DF49-EEC9-22CBDAB43B99}"/>
                </a:ext>
              </a:extLst>
            </p:cNvPr>
            <p:cNvSpPr/>
            <p:nvPr/>
          </p:nvSpPr>
          <p:spPr>
            <a:xfrm>
              <a:off x="2330175" y="3437075"/>
              <a:ext cx="20025" cy="35875"/>
            </a:xfrm>
            <a:custGeom>
              <a:avLst/>
              <a:gdLst/>
              <a:ahLst/>
              <a:cxnLst/>
              <a:rect l="l" t="t" r="r" b="b"/>
              <a:pathLst>
                <a:path w="801" h="1435" extrusionOk="0">
                  <a:moveTo>
                    <a:pt x="534" y="300"/>
                  </a:moveTo>
                  <a:cubicBezTo>
                    <a:pt x="534" y="300"/>
                    <a:pt x="567" y="334"/>
                    <a:pt x="601" y="334"/>
                  </a:cubicBezTo>
                  <a:cubicBezTo>
                    <a:pt x="601" y="367"/>
                    <a:pt x="601" y="367"/>
                    <a:pt x="601" y="401"/>
                  </a:cubicBezTo>
                  <a:lnTo>
                    <a:pt x="601" y="467"/>
                  </a:lnTo>
                  <a:lnTo>
                    <a:pt x="234" y="667"/>
                  </a:lnTo>
                  <a:cubicBezTo>
                    <a:pt x="234" y="634"/>
                    <a:pt x="234" y="601"/>
                    <a:pt x="234" y="601"/>
                  </a:cubicBezTo>
                  <a:cubicBezTo>
                    <a:pt x="267" y="567"/>
                    <a:pt x="267" y="534"/>
                    <a:pt x="300" y="501"/>
                  </a:cubicBezTo>
                  <a:cubicBezTo>
                    <a:pt x="300" y="467"/>
                    <a:pt x="300" y="434"/>
                    <a:pt x="334" y="401"/>
                  </a:cubicBezTo>
                  <a:cubicBezTo>
                    <a:pt x="367" y="367"/>
                    <a:pt x="401" y="367"/>
                    <a:pt x="434" y="334"/>
                  </a:cubicBezTo>
                  <a:lnTo>
                    <a:pt x="401" y="334"/>
                  </a:lnTo>
                  <a:cubicBezTo>
                    <a:pt x="434" y="300"/>
                    <a:pt x="467" y="300"/>
                    <a:pt x="534" y="300"/>
                  </a:cubicBezTo>
                  <a:close/>
                  <a:moveTo>
                    <a:pt x="567" y="0"/>
                  </a:moveTo>
                  <a:cubicBezTo>
                    <a:pt x="501" y="0"/>
                    <a:pt x="434" y="0"/>
                    <a:pt x="401" y="34"/>
                  </a:cubicBezTo>
                  <a:cubicBezTo>
                    <a:pt x="334" y="67"/>
                    <a:pt x="267" y="134"/>
                    <a:pt x="234" y="200"/>
                  </a:cubicBezTo>
                  <a:cubicBezTo>
                    <a:pt x="167" y="267"/>
                    <a:pt x="134" y="334"/>
                    <a:pt x="100" y="401"/>
                  </a:cubicBezTo>
                  <a:cubicBezTo>
                    <a:pt x="67" y="501"/>
                    <a:pt x="34" y="567"/>
                    <a:pt x="34" y="667"/>
                  </a:cubicBezTo>
                  <a:cubicBezTo>
                    <a:pt x="0" y="767"/>
                    <a:pt x="0" y="868"/>
                    <a:pt x="0" y="934"/>
                  </a:cubicBezTo>
                  <a:cubicBezTo>
                    <a:pt x="0" y="1034"/>
                    <a:pt x="0" y="1101"/>
                    <a:pt x="0" y="1201"/>
                  </a:cubicBezTo>
                  <a:cubicBezTo>
                    <a:pt x="34" y="1268"/>
                    <a:pt x="67" y="1301"/>
                    <a:pt x="100" y="1368"/>
                  </a:cubicBezTo>
                  <a:cubicBezTo>
                    <a:pt x="134" y="1401"/>
                    <a:pt x="167" y="1435"/>
                    <a:pt x="234" y="1435"/>
                  </a:cubicBezTo>
                  <a:cubicBezTo>
                    <a:pt x="267" y="1435"/>
                    <a:pt x="334" y="1401"/>
                    <a:pt x="367" y="1368"/>
                  </a:cubicBezTo>
                  <a:cubicBezTo>
                    <a:pt x="434" y="1335"/>
                    <a:pt x="501" y="1301"/>
                    <a:pt x="534" y="1234"/>
                  </a:cubicBezTo>
                  <a:cubicBezTo>
                    <a:pt x="601" y="1201"/>
                    <a:pt x="634" y="1168"/>
                    <a:pt x="667" y="1101"/>
                  </a:cubicBezTo>
                  <a:cubicBezTo>
                    <a:pt x="701" y="1034"/>
                    <a:pt x="701" y="1001"/>
                    <a:pt x="734" y="934"/>
                  </a:cubicBezTo>
                  <a:cubicBezTo>
                    <a:pt x="767" y="901"/>
                    <a:pt x="767" y="868"/>
                    <a:pt x="767" y="834"/>
                  </a:cubicBezTo>
                  <a:cubicBezTo>
                    <a:pt x="767" y="834"/>
                    <a:pt x="767" y="801"/>
                    <a:pt x="767" y="801"/>
                  </a:cubicBezTo>
                  <a:lnTo>
                    <a:pt x="734" y="801"/>
                  </a:lnTo>
                  <a:lnTo>
                    <a:pt x="601" y="868"/>
                  </a:lnTo>
                  <a:lnTo>
                    <a:pt x="567" y="901"/>
                  </a:lnTo>
                  <a:lnTo>
                    <a:pt x="534" y="934"/>
                  </a:lnTo>
                  <a:cubicBezTo>
                    <a:pt x="534" y="968"/>
                    <a:pt x="501" y="1001"/>
                    <a:pt x="501" y="1001"/>
                  </a:cubicBezTo>
                  <a:cubicBezTo>
                    <a:pt x="467" y="1034"/>
                    <a:pt x="434" y="1068"/>
                    <a:pt x="401" y="1068"/>
                  </a:cubicBezTo>
                  <a:cubicBezTo>
                    <a:pt x="367" y="1101"/>
                    <a:pt x="367" y="1101"/>
                    <a:pt x="334" y="1101"/>
                  </a:cubicBezTo>
                  <a:lnTo>
                    <a:pt x="267" y="1101"/>
                  </a:lnTo>
                  <a:cubicBezTo>
                    <a:pt x="234" y="1101"/>
                    <a:pt x="234" y="1068"/>
                    <a:pt x="234" y="1068"/>
                  </a:cubicBezTo>
                  <a:cubicBezTo>
                    <a:pt x="234" y="1034"/>
                    <a:pt x="234" y="1001"/>
                    <a:pt x="234" y="968"/>
                  </a:cubicBezTo>
                  <a:lnTo>
                    <a:pt x="767" y="634"/>
                  </a:lnTo>
                  <a:cubicBezTo>
                    <a:pt x="767" y="634"/>
                    <a:pt x="801" y="634"/>
                    <a:pt x="801" y="601"/>
                  </a:cubicBezTo>
                  <a:cubicBezTo>
                    <a:pt x="801" y="601"/>
                    <a:pt x="801" y="567"/>
                    <a:pt x="801" y="567"/>
                  </a:cubicBezTo>
                  <a:lnTo>
                    <a:pt x="801" y="434"/>
                  </a:lnTo>
                  <a:cubicBezTo>
                    <a:pt x="801" y="367"/>
                    <a:pt x="801" y="300"/>
                    <a:pt x="767" y="200"/>
                  </a:cubicBezTo>
                  <a:cubicBezTo>
                    <a:pt x="767" y="167"/>
                    <a:pt x="734" y="100"/>
                    <a:pt x="701" y="67"/>
                  </a:cubicBezTo>
                  <a:cubicBezTo>
                    <a:pt x="667" y="34"/>
                    <a:pt x="601" y="0"/>
                    <a:pt x="56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4217;p75">
              <a:extLst>
                <a:ext uri="{FF2B5EF4-FFF2-40B4-BE49-F238E27FC236}">
                  <a16:creationId xmlns:a16="http://schemas.microsoft.com/office/drawing/2014/main" id="{9024A07E-F620-5C67-41BC-840B8C3A7985}"/>
                </a:ext>
              </a:extLst>
            </p:cNvPr>
            <p:cNvSpPr/>
            <p:nvPr/>
          </p:nvSpPr>
          <p:spPr>
            <a:xfrm>
              <a:off x="2356025" y="3422050"/>
              <a:ext cx="18375" cy="40050"/>
            </a:xfrm>
            <a:custGeom>
              <a:avLst/>
              <a:gdLst/>
              <a:ahLst/>
              <a:cxnLst/>
              <a:rect l="l" t="t" r="r" b="b"/>
              <a:pathLst>
                <a:path w="735" h="1602" extrusionOk="0">
                  <a:moveTo>
                    <a:pt x="567" y="1"/>
                  </a:moveTo>
                  <a:cubicBezTo>
                    <a:pt x="501" y="1"/>
                    <a:pt x="467" y="1"/>
                    <a:pt x="401" y="34"/>
                  </a:cubicBezTo>
                  <a:cubicBezTo>
                    <a:pt x="367" y="68"/>
                    <a:pt x="301" y="134"/>
                    <a:pt x="267" y="168"/>
                  </a:cubicBezTo>
                  <a:cubicBezTo>
                    <a:pt x="234" y="234"/>
                    <a:pt x="200" y="268"/>
                    <a:pt x="167" y="334"/>
                  </a:cubicBezTo>
                  <a:lnTo>
                    <a:pt x="167" y="268"/>
                  </a:lnTo>
                  <a:cubicBezTo>
                    <a:pt x="167" y="268"/>
                    <a:pt x="167" y="234"/>
                    <a:pt x="167" y="234"/>
                  </a:cubicBezTo>
                  <a:lnTo>
                    <a:pt x="134" y="234"/>
                  </a:lnTo>
                  <a:lnTo>
                    <a:pt x="34" y="301"/>
                  </a:lnTo>
                  <a:cubicBezTo>
                    <a:pt x="0" y="301"/>
                    <a:pt x="0" y="334"/>
                    <a:pt x="0" y="334"/>
                  </a:cubicBezTo>
                  <a:cubicBezTo>
                    <a:pt x="0" y="368"/>
                    <a:pt x="0" y="368"/>
                    <a:pt x="0" y="401"/>
                  </a:cubicBezTo>
                  <a:lnTo>
                    <a:pt x="0" y="1569"/>
                  </a:lnTo>
                  <a:cubicBezTo>
                    <a:pt x="0" y="1602"/>
                    <a:pt x="0" y="1602"/>
                    <a:pt x="0" y="1602"/>
                  </a:cubicBezTo>
                  <a:lnTo>
                    <a:pt x="34" y="1602"/>
                  </a:lnTo>
                  <a:lnTo>
                    <a:pt x="134" y="1535"/>
                  </a:lnTo>
                  <a:cubicBezTo>
                    <a:pt x="167" y="1535"/>
                    <a:pt x="167" y="1535"/>
                    <a:pt x="167" y="1502"/>
                  </a:cubicBezTo>
                  <a:cubicBezTo>
                    <a:pt x="167" y="1502"/>
                    <a:pt x="167" y="1469"/>
                    <a:pt x="167" y="1469"/>
                  </a:cubicBezTo>
                  <a:lnTo>
                    <a:pt x="167" y="835"/>
                  </a:lnTo>
                  <a:cubicBezTo>
                    <a:pt x="167" y="735"/>
                    <a:pt x="200" y="635"/>
                    <a:pt x="234" y="568"/>
                  </a:cubicBezTo>
                  <a:cubicBezTo>
                    <a:pt x="267" y="468"/>
                    <a:pt x="301" y="434"/>
                    <a:pt x="367" y="401"/>
                  </a:cubicBezTo>
                  <a:cubicBezTo>
                    <a:pt x="401" y="368"/>
                    <a:pt x="426" y="351"/>
                    <a:pt x="446" y="351"/>
                  </a:cubicBezTo>
                  <a:cubicBezTo>
                    <a:pt x="467" y="351"/>
                    <a:pt x="484" y="368"/>
                    <a:pt x="501" y="401"/>
                  </a:cubicBezTo>
                  <a:cubicBezTo>
                    <a:pt x="534" y="434"/>
                    <a:pt x="567" y="535"/>
                    <a:pt x="534" y="601"/>
                  </a:cubicBezTo>
                  <a:lnTo>
                    <a:pt x="534" y="1235"/>
                  </a:lnTo>
                  <a:cubicBezTo>
                    <a:pt x="534" y="1235"/>
                    <a:pt x="534" y="1268"/>
                    <a:pt x="534" y="1268"/>
                  </a:cubicBezTo>
                  <a:lnTo>
                    <a:pt x="567" y="1268"/>
                  </a:lnTo>
                  <a:lnTo>
                    <a:pt x="701" y="1202"/>
                  </a:lnTo>
                  <a:cubicBezTo>
                    <a:pt x="701" y="1202"/>
                    <a:pt x="734" y="1168"/>
                    <a:pt x="734" y="1168"/>
                  </a:cubicBezTo>
                  <a:cubicBezTo>
                    <a:pt x="734" y="1135"/>
                    <a:pt x="734" y="1135"/>
                    <a:pt x="734" y="1102"/>
                  </a:cubicBezTo>
                  <a:lnTo>
                    <a:pt x="734" y="434"/>
                  </a:lnTo>
                  <a:cubicBezTo>
                    <a:pt x="734" y="368"/>
                    <a:pt x="734" y="301"/>
                    <a:pt x="734" y="201"/>
                  </a:cubicBezTo>
                  <a:cubicBezTo>
                    <a:pt x="734" y="168"/>
                    <a:pt x="701" y="101"/>
                    <a:pt x="667" y="68"/>
                  </a:cubicBezTo>
                  <a:cubicBezTo>
                    <a:pt x="667" y="34"/>
                    <a:pt x="634" y="1"/>
                    <a:pt x="5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4218;p75">
              <a:extLst>
                <a:ext uri="{FF2B5EF4-FFF2-40B4-BE49-F238E27FC236}">
                  <a16:creationId xmlns:a16="http://schemas.microsoft.com/office/drawing/2014/main" id="{1880BA00-21BB-8BAF-DFF7-7D477B93E8FA}"/>
                </a:ext>
              </a:extLst>
            </p:cNvPr>
            <p:cNvSpPr/>
            <p:nvPr/>
          </p:nvSpPr>
          <p:spPr>
            <a:xfrm>
              <a:off x="2379375" y="3404550"/>
              <a:ext cx="18375" cy="40050"/>
            </a:xfrm>
            <a:custGeom>
              <a:avLst/>
              <a:gdLst/>
              <a:ahLst/>
              <a:cxnLst/>
              <a:rect l="l" t="t" r="r" b="b"/>
              <a:pathLst>
                <a:path w="735" h="1602" extrusionOk="0">
                  <a:moveTo>
                    <a:pt x="701" y="0"/>
                  </a:moveTo>
                  <a:lnTo>
                    <a:pt x="567" y="100"/>
                  </a:lnTo>
                  <a:cubicBezTo>
                    <a:pt x="567" y="100"/>
                    <a:pt x="567" y="100"/>
                    <a:pt x="534" y="134"/>
                  </a:cubicBezTo>
                  <a:cubicBezTo>
                    <a:pt x="534" y="134"/>
                    <a:pt x="534" y="167"/>
                    <a:pt x="534" y="167"/>
                  </a:cubicBezTo>
                  <a:lnTo>
                    <a:pt x="534" y="801"/>
                  </a:lnTo>
                  <a:cubicBezTo>
                    <a:pt x="534" y="901"/>
                    <a:pt x="534" y="1001"/>
                    <a:pt x="501" y="1068"/>
                  </a:cubicBezTo>
                  <a:cubicBezTo>
                    <a:pt x="467" y="1134"/>
                    <a:pt x="434" y="1201"/>
                    <a:pt x="367" y="1235"/>
                  </a:cubicBezTo>
                  <a:cubicBezTo>
                    <a:pt x="334" y="1268"/>
                    <a:pt x="309" y="1285"/>
                    <a:pt x="288" y="1285"/>
                  </a:cubicBezTo>
                  <a:cubicBezTo>
                    <a:pt x="267" y="1285"/>
                    <a:pt x="250" y="1268"/>
                    <a:pt x="234" y="1235"/>
                  </a:cubicBezTo>
                  <a:cubicBezTo>
                    <a:pt x="200" y="1168"/>
                    <a:pt x="200" y="1101"/>
                    <a:pt x="200" y="1034"/>
                  </a:cubicBezTo>
                  <a:lnTo>
                    <a:pt x="200" y="401"/>
                  </a:lnTo>
                  <a:cubicBezTo>
                    <a:pt x="200" y="367"/>
                    <a:pt x="200" y="367"/>
                    <a:pt x="200" y="367"/>
                  </a:cubicBezTo>
                  <a:lnTo>
                    <a:pt x="167" y="367"/>
                  </a:lnTo>
                  <a:lnTo>
                    <a:pt x="34" y="434"/>
                  </a:lnTo>
                  <a:cubicBezTo>
                    <a:pt x="0" y="434"/>
                    <a:pt x="0" y="467"/>
                    <a:pt x="0" y="467"/>
                  </a:cubicBezTo>
                  <a:cubicBezTo>
                    <a:pt x="0" y="467"/>
                    <a:pt x="0" y="501"/>
                    <a:pt x="0" y="534"/>
                  </a:cubicBezTo>
                  <a:lnTo>
                    <a:pt x="0" y="1168"/>
                  </a:lnTo>
                  <a:cubicBezTo>
                    <a:pt x="0" y="1235"/>
                    <a:pt x="0" y="1335"/>
                    <a:pt x="0" y="1401"/>
                  </a:cubicBezTo>
                  <a:cubicBezTo>
                    <a:pt x="0" y="1435"/>
                    <a:pt x="34" y="1501"/>
                    <a:pt x="67" y="1535"/>
                  </a:cubicBezTo>
                  <a:cubicBezTo>
                    <a:pt x="67" y="1568"/>
                    <a:pt x="100" y="1601"/>
                    <a:pt x="167" y="1601"/>
                  </a:cubicBezTo>
                  <a:cubicBezTo>
                    <a:pt x="200" y="1601"/>
                    <a:pt x="267" y="1601"/>
                    <a:pt x="334" y="1568"/>
                  </a:cubicBezTo>
                  <a:cubicBezTo>
                    <a:pt x="367" y="1535"/>
                    <a:pt x="434" y="1501"/>
                    <a:pt x="467" y="1435"/>
                  </a:cubicBezTo>
                  <a:cubicBezTo>
                    <a:pt x="501" y="1401"/>
                    <a:pt x="534" y="1335"/>
                    <a:pt x="534" y="1301"/>
                  </a:cubicBezTo>
                  <a:lnTo>
                    <a:pt x="534" y="1335"/>
                  </a:lnTo>
                  <a:cubicBezTo>
                    <a:pt x="534" y="1368"/>
                    <a:pt x="534" y="1368"/>
                    <a:pt x="534" y="1401"/>
                  </a:cubicBezTo>
                  <a:lnTo>
                    <a:pt x="567" y="1401"/>
                  </a:lnTo>
                  <a:lnTo>
                    <a:pt x="701" y="1301"/>
                  </a:lnTo>
                  <a:cubicBezTo>
                    <a:pt x="734" y="1301"/>
                    <a:pt x="734" y="1301"/>
                    <a:pt x="734" y="1268"/>
                  </a:cubicBezTo>
                  <a:cubicBezTo>
                    <a:pt x="734" y="1268"/>
                    <a:pt x="734" y="1235"/>
                    <a:pt x="734" y="1235"/>
                  </a:cubicBezTo>
                  <a:lnTo>
                    <a:pt x="734" y="67"/>
                  </a:lnTo>
                  <a:cubicBezTo>
                    <a:pt x="734" y="34"/>
                    <a:pt x="734" y="34"/>
                    <a:pt x="73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4219;p75">
              <a:extLst>
                <a:ext uri="{FF2B5EF4-FFF2-40B4-BE49-F238E27FC236}">
                  <a16:creationId xmlns:a16="http://schemas.microsoft.com/office/drawing/2014/main" id="{4765D5AB-4DC7-A57F-C820-E7AF289F75E8}"/>
                </a:ext>
              </a:extLst>
            </p:cNvPr>
            <p:cNvSpPr/>
            <p:nvPr/>
          </p:nvSpPr>
          <p:spPr>
            <a:xfrm>
              <a:off x="2403550" y="3394550"/>
              <a:ext cx="20050" cy="35875"/>
            </a:xfrm>
            <a:custGeom>
              <a:avLst/>
              <a:gdLst/>
              <a:ahLst/>
              <a:cxnLst/>
              <a:rect l="l" t="t" r="r" b="b"/>
              <a:pathLst>
                <a:path w="802" h="1435" extrusionOk="0">
                  <a:moveTo>
                    <a:pt x="468" y="319"/>
                  </a:moveTo>
                  <a:cubicBezTo>
                    <a:pt x="479" y="319"/>
                    <a:pt x="490" y="323"/>
                    <a:pt x="501" y="334"/>
                  </a:cubicBezTo>
                  <a:lnTo>
                    <a:pt x="568" y="334"/>
                  </a:lnTo>
                  <a:cubicBezTo>
                    <a:pt x="568" y="367"/>
                    <a:pt x="568" y="367"/>
                    <a:pt x="601" y="400"/>
                  </a:cubicBezTo>
                  <a:cubicBezTo>
                    <a:pt x="601" y="434"/>
                    <a:pt x="601" y="434"/>
                    <a:pt x="601" y="467"/>
                  </a:cubicBezTo>
                  <a:lnTo>
                    <a:pt x="234" y="701"/>
                  </a:lnTo>
                  <a:lnTo>
                    <a:pt x="234" y="600"/>
                  </a:lnTo>
                  <a:cubicBezTo>
                    <a:pt x="234" y="567"/>
                    <a:pt x="234" y="534"/>
                    <a:pt x="268" y="500"/>
                  </a:cubicBezTo>
                  <a:lnTo>
                    <a:pt x="334" y="400"/>
                  </a:lnTo>
                  <a:cubicBezTo>
                    <a:pt x="334" y="400"/>
                    <a:pt x="368" y="367"/>
                    <a:pt x="401" y="334"/>
                  </a:cubicBezTo>
                  <a:cubicBezTo>
                    <a:pt x="423" y="334"/>
                    <a:pt x="445" y="319"/>
                    <a:pt x="468" y="319"/>
                  </a:cubicBezTo>
                  <a:close/>
                  <a:moveTo>
                    <a:pt x="568" y="0"/>
                  </a:moveTo>
                  <a:cubicBezTo>
                    <a:pt x="501" y="0"/>
                    <a:pt x="434" y="0"/>
                    <a:pt x="401" y="33"/>
                  </a:cubicBezTo>
                  <a:cubicBezTo>
                    <a:pt x="334" y="67"/>
                    <a:pt x="268" y="133"/>
                    <a:pt x="234" y="200"/>
                  </a:cubicBezTo>
                  <a:cubicBezTo>
                    <a:pt x="167" y="267"/>
                    <a:pt x="134" y="334"/>
                    <a:pt x="101" y="400"/>
                  </a:cubicBezTo>
                  <a:cubicBezTo>
                    <a:pt x="67" y="500"/>
                    <a:pt x="34" y="567"/>
                    <a:pt x="34" y="667"/>
                  </a:cubicBezTo>
                  <a:cubicBezTo>
                    <a:pt x="1" y="767"/>
                    <a:pt x="1" y="867"/>
                    <a:pt x="1" y="967"/>
                  </a:cubicBezTo>
                  <a:cubicBezTo>
                    <a:pt x="1" y="1034"/>
                    <a:pt x="1" y="1101"/>
                    <a:pt x="1" y="1201"/>
                  </a:cubicBezTo>
                  <a:cubicBezTo>
                    <a:pt x="34" y="1268"/>
                    <a:pt x="34" y="1301"/>
                    <a:pt x="101" y="1368"/>
                  </a:cubicBezTo>
                  <a:cubicBezTo>
                    <a:pt x="134" y="1401"/>
                    <a:pt x="167" y="1434"/>
                    <a:pt x="201" y="1434"/>
                  </a:cubicBezTo>
                  <a:cubicBezTo>
                    <a:pt x="268" y="1434"/>
                    <a:pt x="334" y="1401"/>
                    <a:pt x="368" y="1368"/>
                  </a:cubicBezTo>
                  <a:cubicBezTo>
                    <a:pt x="434" y="1334"/>
                    <a:pt x="501" y="1301"/>
                    <a:pt x="534" y="1268"/>
                  </a:cubicBezTo>
                  <a:cubicBezTo>
                    <a:pt x="601" y="1201"/>
                    <a:pt x="634" y="1168"/>
                    <a:pt x="668" y="1101"/>
                  </a:cubicBezTo>
                  <a:cubicBezTo>
                    <a:pt x="701" y="1067"/>
                    <a:pt x="701" y="1001"/>
                    <a:pt x="735" y="934"/>
                  </a:cubicBezTo>
                  <a:cubicBezTo>
                    <a:pt x="735" y="934"/>
                    <a:pt x="735" y="867"/>
                    <a:pt x="735" y="834"/>
                  </a:cubicBezTo>
                  <a:lnTo>
                    <a:pt x="735" y="801"/>
                  </a:lnTo>
                  <a:lnTo>
                    <a:pt x="601" y="867"/>
                  </a:lnTo>
                  <a:lnTo>
                    <a:pt x="568" y="901"/>
                  </a:lnTo>
                  <a:lnTo>
                    <a:pt x="534" y="934"/>
                  </a:lnTo>
                  <a:cubicBezTo>
                    <a:pt x="501" y="967"/>
                    <a:pt x="501" y="1001"/>
                    <a:pt x="468" y="1034"/>
                  </a:cubicBezTo>
                  <a:cubicBezTo>
                    <a:pt x="468" y="1034"/>
                    <a:pt x="434" y="1067"/>
                    <a:pt x="401" y="1101"/>
                  </a:cubicBezTo>
                  <a:lnTo>
                    <a:pt x="334" y="1101"/>
                  </a:lnTo>
                  <a:cubicBezTo>
                    <a:pt x="318" y="1118"/>
                    <a:pt x="301" y="1126"/>
                    <a:pt x="288" y="1126"/>
                  </a:cubicBezTo>
                  <a:cubicBezTo>
                    <a:pt x="276" y="1126"/>
                    <a:pt x="268" y="1118"/>
                    <a:pt x="268" y="1101"/>
                  </a:cubicBezTo>
                  <a:cubicBezTo>
                    <a:pt x="234" y="1101"/>
                    <a:pt x="234" y="1067"/>
                    <a:pt x="234" y="1067"/>
                  </a:cubicBezTo>
                  <a:cubicBezTo>
                    <a:pt x="201" y="1034"/>
                    <a:pt x="201" y="1001"/>
                    <a:pt x="234" y="967"/>
                  </a:cubicBezTo>
                  <a:lnTo>
                    <a:pt x="768" y="667"/>
                  </a:lnTo>
                  <a:cubicBezTo>
                    <a:pt x="768" y="634"/>
                    <a:pt x="801" y="634"/>
                    <a:pt x="801" y="600"/>
                  </a:cubicBezTo>
                  <a:cubicBezTo>
                    <a:pt x="801" y="600"/>
                    <a:pt x="801" y="567"/>
                    <a:pt x="801" y="567"/>
                  </a:cubicBezTo>
                  <a:lnTo>
                    <a:pt x="801" y="434"/>
                  </a:lnTo>
                  <a:cubicBezTo>
                    <a:pt x="801" y="367"/>
                    <a:pt x="801" y="300"/>
                    <a:pt x="768" y="234"/>
                  </a:cubicBezTo>
                  <a:cubicBezTo>
                    <a:pt x="768" y="167"/>
                    <a:pt x="735" y="100"/>
                    <a:pt x="701" y="67"/>
                  </a:cubicBezTo>
                  <a:cubicBezTo>
                    <a:pt x="668" y="33"/>
                    <a:pt x="601" y="0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4220;p75">
              <a:extLst>
                <a:ext uri="{FF2B5EF4-FFF2-40B4-BE49-F238E27FC236}">
                  <a16:creationId xmlns:a16="http://schemas.microsoft.com/office/drawing/2014/main" id="{8FCFE4A2-3FAF-86B8-8216-40815516B631}"/>
                </a:ext>
              </a:extLst>
            </p:cNvPr>
            <p:cNvSpPr/>
            <p:nvPr/>
          </p:nvSpPr>
          <p:spPr>
            <a:xfrm>
              <a:off x="2257625" y="3804000"/>
              <a:ext cx="21700" cy="50900"/>
            </a:xfrm>
            <a:custGeom>
              <a:avLst/>
              <a:gdLst/>
              <a:ahLst/>
              <a:cxnLst/>
              <a:rect l="l" t="t" r="r" b="b"/>
              <a:pathLst>
                <a:path w="868" h="2036" extrusionOk="0">
                  <a:moveTo>
                    <a:pt x="834" y="0"/>
                  </a:moveTo>
                  <a:lnTo>
                    <a:pt x="34" y="467"/>
                  </a:lnTo>
                  <a:cubicBezTo>
                    <a:pt x="34" y="467"/>
                    <a:pt x="34" y="501"/>
                    <a:pt x="0" y="501"/>
                  </a:cubicBezTo>
                  <a:cubicBezTo>
                    <a:pt x="0" y="534"/>
                    <a:pt x="0" y="534"/>
                    <a:pt x="0" y="568"/>
                  </a:cubicBezTo>
                  <a:lnTo>
                    <a:pt x="0" y="734"/>
                  </a:lnTo>
                  <a:cubicBezTo>
                    <a:pt x="0" y="768"/>
                    <a:pt x="0" y="768"/>
                    <a:pt x="0" y="768"/>
                  </a:cubicBezTo>
                  <a:lnTo>
                    <a:pt x="34" y="768"/>
                  </a:lnTo>
                  <a:lnTo>
                    <a:pt x="334" y="601"/>
                  </a:lnTo>
                  <a:lnTo>
                    <a:pt x="334" y="1969"/>
                  </a:lnTo>
                  <a:cubicBezTo>
                    <a:pt x="334" y="2002"/>
                    <a:pt x="334" y="2002"/>
                    <a:pt x="334" y="2035"/>
                  </a:cubicBezTo>
                  <a:lnTo>
                    <a:pt x="367" y="2035"/>
                  </a:lnTo>
                  <a:lnTo>
                    <a:pt x="501" y="1935"/>
                  </a:lnTo>
                  <a:cubicBezTo>
                    <a:pt x="501" y="1935"/>
                    <a:pt x="534" y="1935"/>
                    <a:pt x="534" y="1902"/>
                  </a:cubicBezTo>
                  <a:cubicBezTo>
                    <a:pt x="534" y="1902"/>
                    <a:pt x="534" y="1868"/>
                    <a:pt x="534" y="1835"/>
                  </a:cubicBezTo>
                  <a:lnTo>
                    <a:pt x="534" y="467"/>
                  </a:lnTo>
                  <a:lnTo>
                    <a:pt x="834" y="301"/>
                  </a:lnTo>
                  <a:cubicBezTo>
                    <a:pt x="834" y="301"/>
                    <a:pt x="834" y="301"/>
                    <a:pt x="867" y="267"/>
                  </a:cubicBezTo>
                  <a:cubicBezTo>
                    <a:pt x="867" y="267"/>
                    <a:pt x="867" y="234"/>
                    <a:pt x="867" y="234"/>
                  </a:cubicBezTo>
                  <a:lnTo>
                    <a:pt x="867" y="34"/>
                  </a:lnTo>
                  <a:cubicBezTo>
                    <a:pt x="867" y="34"/>
                    <a:pt x="867" y="0"/>
                    <a:pt x="86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4221;p75">
              <a:extLst>
                <a:ext uri="{FF2B5EF4-FFF2-40B4-BE49-F238E27FC236}">
                  <a16:creationId xmlns:a16="http://schemas.microsoft.com/office/drawing/2014/main" id="{1B545227-3170-92DE-181A-21A33BA6EDEF}"/>
                </a:ext>
              </a:extLst>
            </p:cNvPr>
            <p:cNvSpPr/>
            <p:nvPr/>
          </p:nvSpPr>
          <p:spPr>
            <a:xfrm>
              <a:off x="2278475" y="3807325"/>
              <a:ext cx="20025" cy="36725"/>
            </a:xfrm>
            <a:custGeom>
              <a:avLst/>
              <a:gdLst/>
              <a:ahLst/>
              <a:cxnLst/>
              <a:rect l="l" t="t" r="r" b="b"/>
              <a:pathLst>
                <a:path w="801" h="1469" extrusionOk="0">
                  <a:moveTo>
                    <a:pt x="534" y="334"/>
                  </a:moveTo>
                  <a:cubicBezTo>
                    <a:pt x="567" y="334"/>
                    <a:pt x="567" y="368"/>
                    <a:pt x="567" y="401"/>
                  </a:cubicBezTo>
                  <a:cubicBezTo>
                    <a:pt x="601" y="435"/>
                    <a:pt x="601" y="468"/>
                    <a:pt x="601" y="501"/>
                  </a:cubicBezTo>
                  <a:lnTo>
                    <a:pt x="601" y="735"/>
                  </a:lnTo>
                  <a:cubicBezTo>
                    <a:pt x="601" y="768"/>
                    <a:pt x="601" y="835"/>
                    <a:pt x="567" y="868"/>
                  </a:cubicBezTo>
                  <a:cubicBezTo>
                    <a:pt x="567" y="902"/>
                    <a:pt x="567" y="935"/>
                    <a:pt x="534" y="968"/>
                  </a:cubicBezTo>
                  <a:cubicBezTo>
                    <a:pt x="500" y="1002"/>
                    <a:pt x="500" y="1035"/>
                    <a:pt x="467" y="1035"/>
                  </a:cubicBezTo>
                  <a:cubicBezTo>
                    <a:pt x="467" y="1068"/>
                    <a:pt x="434" y="1102"/>
                    <a:pt x="400" y="1102"/>
                  </a:cubicBezTo>
                  <a:lnTo>
                    <a:pt x="334" y="1135"/>
                  </a:lnTo>
                  <a:lnTo>
                    <a:pt x="267" y="1135"/>
                  </a:lnTo>
                  <a:cubicBezTo>
                    <a:pt x="267" y="1102"/>
                    <a:pt x="234" y="1102"/>
                    <a:pt x="234" y="1068"/>
                  </a:cubicBezTo>
                  <a:cubicBezTo>
                    <a:pt x="234" y="1035"/>
                    <a:pt x="234" y="1002"/>
                    <a:pt x="234" y="968"/>
                  </a:cubicBezTo>
                  <a:cubicBezTo>
                    <a:pt x="234" y="935"/>
                    <a:pt x="234" y="935"/>
                    <a:pt x="234" y="902"/>
                  </a:cubicBezTo>
                  <a:lnTo>
                    <a:pt x="234" y="801"/>
                  </a:lnTo>
                  <a:cubicBezTo>
                    <a:pt x="234" y="768"/>
                    <a:pt x="234" y="768"/>
                    <a:pt x="234" y="735"/>
                  </a:cubicBezTo>
                  <a:cubicBezTo>
                    <a:pt x="234" y="701"/>
                    <a:pt x="234" y="635"/>
                    <a:pt x="234" y="601"/>
                  </a:cubicBezTo>
                  <a:cubicBezTo>
                    <a:pt x="234" y="568"/>
                    <a:pt x="267" y="535"/>
                    <a:pt x="267" y="501"/>
                  </a:cubicBezTo>
                  <a:lnTo>
                    <a:pt x="334" y="401"/>
                  </a:lnTo>
                  <a:cubicBezTo>
                    <a:pt x="367" y="401"/>
                    <a:pt x="367" y="368"/>
                    <a:pt x="400" y="368"/>
                  </a:cubicBezTo>
                  <a:cubicBezTo>
                    <a:pt x="434" y="334"/>
                    <a:pt x="434" y="334"/>
                    <a:pt x="467" y="334"/>
                  </a:cubicBezTo>
                  <a:close/>
                  <a:moveTo>
                    <a:pt x="567" y="1"/>
                  </a:moveTo>
                  <a:cubicBezTo>
                    <a:pt x="500" y="1"/>
                    <a:pt x="467" y="34"/>
                    <a:pt x="400" y="68"/>
                  </a:cubicBezTo>
                  <a:cubicBezTo>
                    <a:pt x="334" y="101"/>
                    <a:pt x="300" y="134"/>
                    <a:pt x="234" y="201"/>
                  </a:cubicBezTo>
                  <a:cubicBezTo>
                    <a:pt x="200" y="234"/>
                    <a:pt x="134" y="301"/>
                    <a:pt x="134" y="368"/>
                  </a:cubicBezTo>
                  <a:cubicBezTo>
                    <a:pt x="67" y="468"/>
                    <a:pt x="67" y="535"/>
                    <a:pt x="33" y="601"/>
                  </a:cubicBezTo>
                  <a:cubicBezTo>
                    <a:pt x="0" y="668"/>
                    <a:pt x="0" y="768"/>
                    <a:pt x="0" y="835"/>
                  </a:cubicBezTo>
                  <a:lnTo>
                    <a:pt x="0" y="902"/>
                  </a:lnTo>
                  <a:lnTo>
                    <a:pt x="0" y="1035"/>
                  </a:lnTo>
                  <a:lnTo>
                    <a:pt x="0" y="1102"/>
                  </a:lnTo>
                  <a:cubicBezTo>
                    <a:pt x="0" y="1168"/>
                    <a:pt x="0" y="1235"/>
                    <a:pt x="33" y="1268"/>
                  </a:cubicBezTo>
                  <a:cubicBezTo>
                    <a:pt x="33" y="1335"/>
                    <a:pt x="67" y="1369"/>
                    <a:pt x="134" y="1402"/>
                  </a:cubicBezTo>
                  <a:cubicBezTo>
                    <a:pt x="167" y="1435"/>
                    <a:pt x="200" y="1469"/>
                    <a:pt x="234" y="1469"/>
                  </a:cubicBezTo>
                  <a:cubicBezTo>
                    <a:pt x="300" y="1469"/>
                    <a:pt x="367" y="1435"/>
                    <a:pt x="400" y="1402"/>
                  </a:cubicBezTo>
                  <a:cubicBezTo>
                    <a:pt x="467" y="1369"/>
                    <a:pt x="534" y="1335"/>
                    <a:pt x="567" y="1268"/>
                  </a:cubicBezTo>
                  <a:cubicBezTo>
                    <a:pt x="601" y="1202"/>
                    <a:pt x="667" y="1135"/>
                    <a:pt x="701" y="1068"/>
                  </a:cubicBezTo>
                  <a:cubicBezTo>
                    <a:pt x="734" y="1002"/>
                    <a:pt x="767" y="935"/>
                    <a:pt x="767" y="868"/>
                  </a:cubicBezTo>
                  <a:cubicBezTo>
                    <a:pt x="801" y="768"/>
                    <a:pt x="801" y="701"/>
                    <a:pt x="801" y="635"/>
                  </a:cubicBezTo>
                  <a:lnTo>
                    <a:pt x="801" y="368"/>
                  </a:lnTo>
                  <a:cubicBezTo>
                    <a:pt x="801" y="301"/>
                    <a:pt x="801" y="234"/>
                    <a:pt x="767" y="168"/>
                  </a:cubicBezTo>
                  <a:cubicBezTo>
                    <a:pt x="767" y="134"/>
                    <a:pt x="734" y="68"/>
                    <a:pt x="701" y="68"/>
                  </a:cubicBezTo>
                  <a:cubicBezTo>
                    <a:pt x="667" y="34"/>
                    <a:pt x="601" y="1"/>
                    <a:pt x="5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4222;p75">
              <a:extLst>
                <a:ext uri="{FF2B5EF4-FFF2-40B4-BE49-F238E27FC236}">
                  <a16:creationId xmlns:a16="http://schemas.microsoft.com/office/drawing/2014/main" id="{82A07777-7BAE-06EF-4647-F9808E153E81}"/>
                </a:ext>
              </a:extLst>
            </p:cNvPr>
            <p:cNvSpPr/>
            <p:nvPr/>
          </p:nvSpPr>
          <p:spPr>
            <a:xfrm>
              <a:off x="2301825" y="3785650"/>
              <a:ext cx="15025" cy="43950"/>
            </a:xfrm>
            <a:custGeom>
              <a:avLst/>
              <a:gdLst/>
              <a:ahLst/>
              <a:cxnLst/>
              <a:rect l="l" t="t" r="r" b="b"/>
              <a:pathLst>
                <a:path w="601" h="1758" extrusionOk="0">
                  <a:moveTo>
                    <a:pt x="300" y="1"/>
                  </a:moveTo>
                  <a:lnTo>
                    <a:pt x="167" y="67"/>
                  </a:lnTo>
                  <a:cubicBezTo>
                    <a:pt x="134" y="67"/>
                    <a:pt x="134" y="101"/>
                    <a:pt x="134" y="101"/>
                  </a:cubicBezTo>
                  <a:cubicBezTo>
                    <a:pt x="134" y="134"/>
                    <a:pt x="134" y="134"/>
                    <a:pt x="134" y="167"/>
                  </a:cubicBezTo>
                  <a:lnTo>
                    <a:pt x="134" y="568"/>
                  </a:lnTo>
                  <a:lnTo>
                    <a:pt x="33" y="634"/>
                  </a:lnTo>
                  <a:cubicBezTo>
                    <a:pt x="0" y="634"/>
                    <a:pt x="0" y="668"/>
                    <a:pt x="0" y="668"/>
                  </a:cubicBezTo>
                  <a:cubicBezTo>
                    <a:pt x="0" y="701"/>
                    <a:pt x="0" y="701"/>
                    <a:pt x="0" y="734"/>
                  </a:cubicBezTo>
                  <a:lnTo>
                    <a:pt x="0" y="901"/>
                  </a:lnTo>
                  <a:cubicBezTo>
                    <a:pt x="0" y="901"/>
                    <a:pt x="0" y="935"/>
                    <a:pt x="0" y="935"/>
                  </a:cubicBezTo>
                  <a:lnTo>
                    <a:pt x="33" y="935"/>
                  </a:lnTo>
                  <a:lnTo>
                    <a:pt x="134" y="868"/>
                  </a:lnTo>
                  <a:lnTo>
                    <a:pt x="134" y="1435"/>
                  </a:lnTo>
                  <a:cubicBezTo>
                    <a:pt x="134" y="1568"/>
                    <a:pt x="167" y="1668"/>
                    <a:pt x="200" y="1735"/>
                  </a:cubicBezTo>
                  <a:cubicBezTo>
                    <a:pt x="228" y="1749"/>
                    <a:pt x="256" y="1757"/>
                    <a:pt x="286" y="1757"/>
                  </a:cubicBezTo>
                  <a:cubicBezTo>
                    <a:pt x="328" y="1757"/>
                    <a:pt x="375" y="1741"/>
                    <a:pt x="434" y="1702"/>
                  </a:cubicBezTo>
                  <a:lnTo>
                    <a:pt x="567" y="1635"/>
                  </a:lnTo>
                  <a:cubicBezTo>
                    <a:pt x="567" y="1635"/>
                    <a:pt x="601" y="1602"/>
                    <a:pt x="601" y="1602"/>
                  </a:cubicBezTo>
                  <a:cubicBezTo>
                    <a:pt x="601" y="1568"/>
                    <a:pt x="601" y="1568"/>
                    <a:pt x="601" y="1535"/>
                  </a:cubicBezTo>
                  <a:lnTo>
                    <a:pt x="601" y="1368"/>
                  </a:lnTo>
                  <a:cubicBezTo>
                    <a:pt x="601" y="1368"/>
                    <a:pt x="601" y="1335"/>
                    <a:pt x="601" y="1335"/>
                  </a:cubicBezTo>
                  <a:lnTo>
                    <a:pt x="567" y="1335"/>
                  </a:lnTo>
                  <a:lnTo>
                    <a:pt x="467" y="1402"/>
                  </a:lnTo>
                  <a:lnTo>
                    <a:pt x="367" y="1402"/>
                  </a:lnTo>
                  <a:cubicBezTo>
                    <a:pt x="334" y="1368"/>
                    <a:pt x="334" y="1302"/>
                    <a:pt x="334" y="1268"/>
                  </a:cubicBezTo>
                  <a:lnTo>
                    <a:pt x="300" y="768"/>
                  </a:lnTo>
                  <a:lnTo>
                    <a:pt x="500" y="634"/>
                  </a:lnTo>
                  <a:cubicBezTo>
                    <a:pt x="534" y="601"/>
                    <a:pt x="567" y="568"/>
                    <a:pt x="567" y="534"/>
                  </a:cubicBezTo>
                  <a:lnTo>
                    <a:pt x="567" y="368"/>
                  </a:lnTo>
                  <a:cubicBezTo>
                    <a:pt x="567" y="368"/>
                    <a:pt x="567" y="334"/>
                    <a:pt x="567" y="334"/>
                  </a:cubicBezTo>
                  <a:lnTo>
                    <a:pt x="534" y="334"/>
                  </a:lnTo>
                  <a:lnTo>
                    <a:pt x="300" y="468"/>
                  </a:lnTo>
                  <a:lnTo>
                    <a:pt x="300" y="34"/>
                  </a:lnTo>
                  <a:cubicBezTo>
                    <a:pt x="334" y="34"/>
                    <a:pt x="334" y="1"/>
                    <a:pt x="30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4223;p75">
              <a:extLst>
                <a:ext uri="{FF2B5EF4-FFF2-40B4-BE49-F238E27FC236}">
                  <a16:creationId xmlns:a16="http://schemas.microsoft.com/office/drawing/2014/main" id="{99E742B8-643B-B5D8-3598-69F2F9139FC4}"/>
                </a:ext>
              </a:extLst>
            </p:cNvPr>
            <p:cNvSpPr/>
            <p:nvPr/>
          </p:nvSpPr>
          <p:spPr>
            <a:xfrm>
              <a:off x="2320150" y="3783650"/>
              <a:ext cx="18375" cy="37875"/>
            </a:xfrm>
            <a:custGeom>
              <a:avLst/>
              <a:gdLst/>
              <a:ahLst/>
              <a:cxnLst/>
              <a:rect l="l" t="t" r="r" b="b"/>
              <a:pathLst>
                <a:path w="735" h="1515" extrusionOk="0">
                  <a:moveTo>
                    <a:pt x="535" y="714"/>
                  </a:moveTo>
                  <a:lnTo>
                    <a:pt x="535" y="748"/>
                  </a:lnTo>
                  <a:cubicBezTo>
                    <a:pt x="535" y="781"/>
                    <a:pt x="535" y="814"/>
                    <a:pt x="535" y="848"/>
                  </a:cubicBezTo>
                  <a:cubicBezTo>
                    <a:pt x="501" y="881"/>
                    <a:pt x="501" y="915"/>
                    <a:pt x="468" y="948"/>
                  </a:cubicBezTo>
                  <a:cubicBezTo>
                    <a:pt x="468" y="1015"/>
                    <a:pt x="435" y="1048"/>
                    <a:pt x="401" y="1081"/>
                  </a:cubicBezTo>
                  <a:cubicBezTo>
                    <a:pt x="368" y="1115"/>
                    <a:pt x="335" y="1115"/>
                    <a:pt x="301" y="1148"/>
                  </a:cubicBezTo>
                  <a:cubicBezTo>
                    <a:pt x="268" y="1181"/>
                    <a:pt x="234" y="1181"/>
                    <a:pt x="201" y="1181"/>
                  </a:cubicBezTo>
                  <a:cubicBezTo>
                    <a:pt x="168" y="1181"/>
                    <a:pt x="168" y="1148"/>
                    <a:pt x="168" y="1115"/>
                  </a:cubicBezTo>
                  <a:cubicBezTo>
                    <a:pt x="168" y="1081"/>
                    <a:pt x="201" y="1048"/>
                    <a:pt x="201" y="1015"/>
                  </a:cubicBezTo>
                  <a:cubicBezTo>
                    <a:pt x="234" y="948"/>
                    <a:pt x="268" y="915"/>
                    <a:pt x="301" y="915"/>
                  </a:cubicBezTo>
                  <a:lnTo>
                    <a:pt x="535" y="714"/>
                  </a:lnTo>
                  <a:close/>
                  <a:moveTo>
                    <a:pt x="564" y="0"/>
                  </a:moveTo>
                  <a:cubicBezTo>
                    <a:pt x="554" y="0"/>
                    <a:pt x="544" y="4"/>
                    <a:pt x="535" y="14"/>
                  </a:cubicBezTo>
                  <a:cubicBezTo>
                    <a:pt x="468" y="14"/>
                    <a:pt x="435" y="14"/>
                    <a:pt x="401" y="47"/>
                  </a:cubicBezTo>
                  <a:cubicBezTo>
                    <a:pt x="335" y="81"/>
                    <a:pt x="268" y="114"/>
                    <a:pt x="234" y="181"/>
                  </a:cubicBezTo>
                  <a:cubicBezTo>
                    <a:pt x="201" y="214"/>
                    <a:pt x="168" y="281"/>
                    <a:pt x="134" y="314"/>
                  </a:cubicBezTo>
                  <a:cubicBezTo>
                    <a:pt x="101" y="381"/>
                    <a:pt x="68" y="414"/>
                    <a:pt x="68" y="481"/>
                  </a:cubicBezTo>
                  <a:cubicBezTo>
                    <a:pt x="68" y="514"/>
                    <a:pt x="34" y="548"/>
                    <a:pt x="34" y="614"/>
                  </a:cubicBezTo>
                  <a:cubicBezTo>
                    <a:pt x="34" y="614"/>
                    <a:pt x="101" y="648"/>
                    <a:pt x="101" y="648"/>
                  </a:cubicBezTo>
                  <a:lnTo>
                    <a:pt x="134" y="648"/>
                  </a:lnTo>
                  <a:lnTo>
                    <a:pt x="268" y="548"/>
                  </a:lnTo>
                  <a:lnTo>
                    <a:pt x="301" y="514"/>
                  </a:lnTo>
                  <a:lnTo>
                    <a:pt x="335" y="481"/>
                  </a:lnTo>
                  <a:cubicBezTo>
                    <a:pt x="335" y="448"/>
                    <a:pt x="335" y="448"/>
                    <a:pt x="368" y="414"/>
                  </a:cubicBezTo>
                  <a:cubicBezTo>
                    <a:pt x="368" y="381"/>
                    <a:pt x="401" y="381"/>
                    <a:pt x="435" y="347"/>
                  </a:cubicBezTo>
                  <a:cubicBezTo>
                    <a:pt x="457" y="347"/>
                    <a:pt x="479" y="333"/>
                    <a:pt x="501" y="333"/>
                  </a:cubicBezTo>
                  <a:cubicBezTo>
                    <a:pt x="512" y="333"/>
                    <a:pt x="524" y="336"/>
                    <a:pt x="535" y="347"/>
                  </a:cubicBezTo>
                  <a:cubicBezTo>
                    <a:pt x="568" y="347"/>
                    <a:pt x="568" y="381"/>
                    <a:pt x="568" y="448"/>
                  </a:cubicBezTo>
                  <a:lnTo>
                    <a:pt x="335" y="681"/>
                  </a:lnTo>
                  <a:cubicBezTo>
                    <a:pt x="234" y="748"/>
                    <a:pt x="168" y="848"/>
                    <a:pt x="101" y="948"/>
                  </a:cubicBezTo>
                  <a:cubicBezTo>
                    <a:pt x="34" y="1048"/>
                    <a:pt x="34" y="1148"/>
                    <a:pt x="34" y="1248"/>
                  </a:cubicBezTo>
                  <a:cubicBezTo>
                    <a:pt x="1" y="1315"/>
                    <a:pt x="1" y="1348"/>
                    <a:pt x="34" y="1382"/>
                  </a:cubicBezTo>
                  <a:cubicBezTo>
                    <a:pt x="34" y="1415"/>
                    <a:pt x="68" y="1448"/>
                    <a:pt x="68" y="1482"/>
                  </a:cubicBezTo>
                  <a:cubicBezTo>
                    <a:pt x="101" y="1515"/>
                    <a:pt x="134" y="1515"/>
                    <a:pt x="168" y="1515"/>
                  </a:cubicBezTo>
                  <a:cubicBezTo>
                    <a:pt x="201" y="1515"/>
                    <a:pt x="268" y="1482"/>
                    <a:pt x="301" y="1482"/>
                  </a:cubicBezTo>
                  <a:cubicBezTo>
                    <a:pt x="368" y="1448"/>
                    <a:pt x="435" y="1382"/>
                    <a:pt x="468" y="1315"/>
                  </a:cubicBezTo>
                  <a:cubicBezTo>
                    <a:pt x="501" y="1281"/>
                    <a:pt x="535" y="1215"/>
                    <a:pt x="568" y="1148"/>
                  </a:cubicBezTo>
                  <a:lnTo>
                    <a:pt x="568" y="1215"/>
                  </a:lnTo>
                  <a:cubicBezTo>
                    <a:pt x="568" y="1248"/>
                    <a:pt x="568" y="1248"/>
                    <a:pt x="568" y="1281"/>
                  </a:cubicBezTo>
                  <a:lnTo>
                    <a:pt x="601" y="1281"/>
                  </a:lnTo>
                  <a:lnTo>
                    <a:pt x="701" y="1181"/>
                  </a:lnTo>
                  <a:cubicBezTo>
                    <a:pt x="735" y="1181"/>
                    <a:pt x="735" y="1181"/>
                    <a:pt x="735" y="1148"/>
                  </a:cubicBezTo>
                  <a:cubicBezTo>
                    <a:pt x="735" y="1148"/>
                    <a:pt x="735" y="1115"/>
                    <a:pt x="735" y="1115"/>
                  </a:cubicBezTo>
                  <a:lnTo>
                    <a:pt x="735" y="381"/>
                  </a:lnTo>
                  <a:cubicBezTo>
                    <a:pt x="735" y="281"/>
                    <a:pt x="735" y="214"/>
                    <a:pt x="735" y="147"/>
                  </a:cubicBezTo>
                  <a:cubicBezTo>
                    <a:pt x="701" y="114"/>
                    <a:pt x="668" y="81"/>
                    <a:pt x="635" y="47"/>
                  </a:cubicBezTo>
                  <a:cubicBezTo>
                    <a:pt x="611" y="24"/>
                    <a:pt x="588" y="0"/>
                    <a:pt x="5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4224;p75">
              <a:extLst>
                <a:ext uri="{FF2B5EF4-FFF2-40B4-BE49-F238E27FC236}">
                  <a16:creationId xmlns:a16="http://schemas.microsoft.com/office/drawing/2014/main" id="{968118F7-6230-071E-3136-E979D24BD56B}"/>
                </a:ext>
              </a:extLst>
            </p:cNvPr>
            <p:cNvSpPr/>
            <p:nvPr/>
          </p:nvSpPr>
          <p:spPr>
            <a:xfrm>
              <a:off x="2344350" y="3763125"/>
              <a:ext cx="5025" cy="45900"/>
            </a:xfrm>
            <a:custGeom>
              <a:avLst/>
              <a:gdLst/>
              <a:ahLst/>
              <a:cxnLst/>
              <a:rect l="l" t="t" r="r" b="b"/>
              <a:pathLst>
                <a:path w="201" h="1836" extrusionOk="0">
                  <a:moveTo>
                    <a:pt x="167" y="1"/>
                  </a:moveTo>
                  <a:lnTo>
                    <a:pt x="67" y="68"/>
                  </a:lnTo>
                  <a:cubicBezTo>
                    <a:pt x="34" y="68"/>
                    <a:pt x="34" y="101"/>
                    <a:pt x="34" y="101"/>
                  </a:cubicBezTo>
                  <a:cubicBezTo>
                    <a:pt x="34" y="134"/>
                    <a:pt x="34" y="134"/>
                    <a:pt x="34" y="168"/>
                  </a:cubicBezTo>
                  <a:lnTo>
                    <a:pt x="34" y="1802"/>
                  </a:lnTo>
                  <a:cubicBezTo>
                    <a:pt x="0" y="1802"/>
                    <a:pt x="0" y="1836"/>
                    <a:pt x="34" y="1836"/>
                  </a:cubicBezTo>
                  <a:lnTo>
                    <a:pt x="67" y="1836"/>
                  </a:lnTo>
                  <a:lnTo>
                    <a:pt x="167" y="1769"/>
                  </a:lnTo>
                  <a:cubicBezTo>
                    <a:pt x="200" y="1769"/>
                    <a:pt x="200" y="1736"/>
                    <a:pt x="200" y="1736"/>
                  </a:cubicBezTo>
                  <a:cubicBezTo>
                    <a:pt x="200" y="1702"/>
                    <a:pt x="200" y="1702"/>
                    <a:pt x="200" y="1669"/>
                  </a:cubicBezTo>
                  <a:lnTo>
                    <a:pt x="200" y="34"/>
                  </a:lnTo>
                  <a:cubicBezTo>
                    <a:pt x="200" y="34"/>
                    <a:pt x="200" y="1"/>
                    <a:pt x="20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4225;p75">
              <a:extLst>
                <a:ext uri="{FF2B5EF4-FFF2-40B4-BE49-F238E27FC236}">
                  <a16:creationId xmlns:a16="http://schemas.microsoft.com/office/drawing/2014/main" id="{BB8EE482-17FE-80C3-28B3-82F9F2405556}"/>
                </a:ext>
              </a:extLst>
            </p:cNvPr>
            <p:cNvSpPr/>
            <p:nvPr/>
          </p:nvSpPr>
          <p:spPr>
            <a:xfrm>
              <a:off x="2260125" y="3880650"/>
              <a:ext cx="21700" cy="51800"/>
            </a:xfrm>
            <a:custGeom>
              <a:avLst/>
              <a:gdLst/>
              <a:ahLst/>
              <a:cxnLst/>
              <a:rect l="l" t="t" r="r" b="b"/>
              <a:pathLst>
                <a:path w="868" h="2072" extrusionOk="0">
                  <a:moveTo>
                    <a:pt x="567" y="337"/>
                  </a:moveTo>
                  <a:cubicBezTo>
                    <a:pt x="634" y="370"/>
                    <a:pt x="634" y="404"/>
                    <a:pt x="634" y="504"/>
                  </a:cubicBezTo>
                  <a:cubicBezTo>
                    <a:pt x="634" y="570"/>
                    <a:pt x="601" y="670"/>
                    <a:pt x="567" y="737"/>
                  </a:cubicBezTo>
                  <a:cubicBezTo>
                    <a:pt x="534" y="771"/>
                    <a:pt x="467" y="837"/>
                    <a:pt x="401" y="871"/>
                  </a:cubicBezTo>
                  <a:lnTo>
                    <a:pt x="167" y="1004"/>
                  </a:lnTo>
                  <a:lnTo>
                    <a:pt x="167" y="504"/>
                  </a:lnTo>
                  <a:lnTo>
                    <a:pt x="401" y="370"/>
                  </a:lnTo>
                  <a:cubicBezTo>
                    <a:pt x="467" y="337"/>
                    <a:pt x="501" y="337"/>
                    <a:pt x="567" y="337"/>
                  </a:cubicBezTo>
                  <a:close/>
                  <a:moveTo>
                    <a:pt x="643" y="0"/>
                  </a:moveTo>
                  <a:cubicBezTo>
                    <a:pt x="586" y="0"/>
                    <a:pt x="516" y="29"/>
                    <a:pt x="434" y="70"/>
                  </a:cubicBezTo>
                  <a:lnTo>
                    <a:pt x="34" y="337"/>
                  </a:lnTo>
                  <a:cubicBezTo>
                    <a:pt x="0" y="337"/>
                    <a:pt x="0" y="337"/>
                    <a:pt x="0" y="370"/>
                  </a:cubicBezTo>
                  <a:cubicBezTo>
                    <a:pt x="0" y="370"/>
                    <a:pt x="0" y="404"/>
                    <a:pt x="0" y="404"/>
                  </a:cubicBezTo>
                  <a:lnTo>
                    <a:pt x="0" y="2038"/>
                  </a:lnTo>
                  <a:cubicBezTo>
                    <a:pt x="0" y="2038"/>
                    <a:pt x="0" y="2071"/>
                    <a:pt x="0" y="2071"/>
                  </a:cubicBezTo>
                  <a:lnTo>
                    <a:pt x="34" y="2071"/>
                  </a:lnTo>
                  <a:lnTo>
                    <a:pt x="167" y="2005"/>
                  </a:lnTo>
                  <a:cubicBezTo>
                    <a:pt x="167" y="1971"/>
                    <a:pt x="167" y="1971"/>
                    <a:pt x="200" y="1971"/>
                  </a:cubicBezTo>
                  <a:cubicBezTo>
                    <a:pt x="200" y="1938"/>
                    <a:pt x="200" y="1938"/>
                    <a:pt x="200" y="1905"/>
                  </a:cubicBezTo>
                  <a:lnTo>
                    <a:pt x="200" y="1304"/>
                  </a:lnTo>
                  <a:lnTo>
                    <a:pt x="401" y="1171"/>
                  </a:lnTo>
                  <a:lnTo>
                    <a:pt x="601" y="1638"/>
                  </a:lnTo>
                  <a:cubicBezTo>
                    <a:pt x="634" y="1638"/>
                    <a:pt x="634" y="1671"/>
                    <a:pt x="634" y="1671"/>
                  </a:cubicBezTo>
                  <a:lnTo>
                    <a:pt x="701" y="1671"/>
                  </a:lnTo>
                  <a:lnTo>
                    <a:pt x="834" y="1604"/>
                  </a:lnTo>
                  <a:cubicBezTo>
                    <a:pt x="834" y="1571"/>
                    <a:pt x="834" y="1571"/>
                    <a:pt x="834" y="1571"/>
                  </a:cubicBezTo>
                  <a:cubicBezTo>
                    <a:pt x="868" y="1538"/>
                    <a:pt x="868" y="1538"/>
                    <a:pt x="834" y="1504"/>
                  </a:cubicBezTo>
                  <a:lnTo>
                    <a:pt x="634" y="1004"/>
                  </a:lnTo>
                  <a:cubicBezTo>
                    <a:pt x="701" y="904"/>
                    <a:pt x="734" y="804"/>
                    <a:pt x="801" y="704"/>
                  </a:cubicBezTo>
                  <a:cubicBezTo>
                    <a:pt x="834" y="604"/>
                    <a:pt x="834" y="504"/>
                    <a:pt x="834" y="370"/>
                  </a:cubicBezTo>
                  <a:cubicBezTo>
                    <a:pt x="868" y="237"/>
                    <a:pt x="834" y="137"/>
                    <a:pt x="734" y="37"/>
                  </a:cubicBezTo>
                  <a:cubicBezTo>
                    <a:pt x="709" y="11"/>
                    <a:pt x="678" y="0"/>
                    <a:pt x="64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4226;p75">
              <a:extLst>
                <a:ext uri="{FF2B5EF4-FFF2-40B4-BE49-F238E27FC236}">
                  <a16:creationId xmlns:a16="http://schemas.microsoft.com/office/drawing/2014/main" id="{EE9752B1-5B0D-B2D9-8D00-71829ACBFA3E}"/>
                </a:ext>
              </a:extLst>
            </p:cNvPr>
            <p:cNvSpPr/>
            <p:nvPr/>
          </p:nvSpPr>
          <p:spPr>
            <a:xfrm>
              <a:off x="2285125" y="3877375"/>
              <a:ext cx="18375" cy="38400"/>
            </a:xfrm>
            <a:custGeom>
              <a:avLst/>
              <a:gdLst/>
              <a:ahLst/>
              <a:cxnLst/>
              <a:rect l="l" t="t" r="r" b="b"/>
              <a:pathLst>
                <a:path w="735" h="1536" extrusionOk="0">
                  <a:moveTo>
                    <a:pt x="535" y="735"/>
                  </a:moveTo>
                  <a:lnTo>
                    <a:pt x="535" y="768"/>
                  </a:lnTo>
                  <a:cubicBezTo>
                    <a:pt x="535" y="801"/>
                    <a:pt x="535" y="835"/>
                    <a:pt x="535" y="868"/>
                  </a:cubicBezTo>
                  <a:cubicBezTo>
                    <a:pt x="501" y="902"/>
                    <a:pt x="501" y="935"/>
                    <a:pt x="468" y="968"/>
                  </a:cubicBezTo>
                  <a:cubicBezTo>
                    <a:pt x="468" y="1002"/>
                    <a:pt x="435" y="1068"/>
                    <a:pt x="401" y="1102"/>
                  </a:cubicBezTo>
                  <a:cubicBezTo>
                    <a:pt x="368" y="1102"/>
                    <a:pt x="335" y="1135"/>
                    <a:pt x="301" y="1168"/>
                  </a:cubicBezTo>
                  <a:cubicBezTo>
                    <a:pt x="268" y="1168"/>
                    <a:pt x="234" y="1202"/>
                    <a:pt x="201" y="1202"/>
                  </a:cubicBezTo>
                  <a:cubicBezTo>
                    <a:pt x="168" y="1168"/>
                    <a:pt x="168" y="1168"/>
                    <a:pt x="168" y="1135"/>
                  </a:cubicBezTo>
                  <a:cubicBezTo>
                    <a:pt x="168" y="1102"/>
                    <a:pt x="201" y="1068"/>
                    <a:pt x="201" y="1035"/>
                  </a:cubicBezTo>
                  <a:cubicBezTo>
                    <a:pt x="234" y="968"/>
                    <a:pt x="268" y="935"/>
                    <a:pt x="301" y="902"/>
                  </a:cubicBezTo>
                  <a:lnTo>
                    <a:pt x="535" y="735"/>
                  </a:lnTo>
                  <a:close/>
                  <a:moveTo>
                    <a:pt x="535" y="1"/>
                  </a:moveTo>
                  <a:cubicBezTo>
                    <a:pt x="468" y="34"/>
                    <a:pt x="435" y="34"/>
                    <a:pt x="401" y="68"/>
                  </a:cubicBezTo>
                  <a:cubicBezTo>
                    <a:pt x="335" y="101"/>
                    <a:pt x="268" y="134"/>
                    <a:pt x="234" y="201"/>
                  </a:cubicBezTo>
                  <a:cubicBezTo>
                    <a:pt x="201" y="234"/>
                    <a:pt x="168" y="268"/>
                    <a:pt x="134" y="334"/>
                  </a:cubicBezTo>
                  <a:cubicBezTo>
                    <a:pt x="101" y="368"/>
                    <a:pt x="68" y="435"/>
                    <a:pt x="68" y="501"/>
                  </a:cubicBezTo>
                  <a:cubicBezTo>
                    <a:pt x="68" y="535"/>
                    <a:pt x="34" y="568"/>
                    <a:pt x="34" y="601"/>
                  </a:cubicBezTo>
                  <a:cubicBezTo>
                    <a:pt x="34" y="635"/>
                    <a:pt x="101" y="635"/>
                    <a:pt x="101" y="635"/>
                  </a:cubicBezTo>
                  <a:lnTo>
                    <a:pt x="268" y="568"/>
                  </a:lnTo>
                  <a:lnTo>
                    <a:pt x="301" y="535"/>
                  </a:lnTo>
                  <a:lnTo>
                    <a:pt x="301" y="501"/>
                  </a:lnTo>
                  <a:cubicBezTo>
                    <a:pt x="335" y="468"/>
                    <a:pt x="335" y="435"/>
                    <a:pt x="368" y="435"/>
                  </a:cubicBezTo>
                  <a:cubicBezTo>
                    <a:pt x="368" y="401"/>
                    <a:pt x="401" y="368"/>
                    <a:pt x="435" y="368"/>
                  </a:cubicBezTo>
                  <a:cubicBezTo>
                    <a:pt x="468" y="334"/>
                    <a:pt x="501" y="334"/>
                    <a:pt x="535" y="334"/>
                  </a:cubicBezTo>
                  <a:cubicBezTo>
                    <a:pt x="568" y="368"/>
                    <a:pt x="568" y="401"/>
                    <a:pt x="568" y="468"/>
                  </a:cubicBezTo>
                  <a:lnTo>
                    <a:pt x="301" y="701"/>
                  </a:lnTo>
                  <a:cubicBezTo>
                    <a:pt x="234" y="768"/>
                    <a:pt x="168" y="835"/>
                    <a:pt x="101" y="935"/>
                  </a:cubicBezTo>
                  <a:cubicBezTo>
                    <a:pt x="34" y="1035"/>
                    <a:pt x="34" y="1168"/>
                    <a:pt x="34" y="1268"/>
                  </a:cubicBezTo>
                  <a:cubicBezTo>
                    <a:pt x="1" y="1302"/>
                    <a:pt x="1" y="1369"/>
                    <a:pt x="34" y="1402"/>
                  </a:cubicBezTo>
                  <a:cubicBezTo>
                    <a:pt x="34" y="1435"/>
                    <a:pt x="68" y="1469"/>
                    <a:pt x="68" y="1502"/>
                  </a:cubicBezTo>
                  <a:cubicBezTo>
                    <a:pt x="101" y="1502"/>
                    <a:pt x="134" y="1535"/>
                    <a:pt x="168" y="1535"/>
                  </a:cubicBezTo>
                  <a:cubicBezTo>
                    <a:pt x="234" y="1535"/>
                    <a:pt x="268" y="1502"/>
                    <a:pt x="301" y="1469"/>
                  </a:cubicBezTo>
                  <a:cubicBezTo>
                    <a:pt x="368" y="1435"/>
                    <a:pt x="435" y="1402"/>
                    <a:pt x="468" y="1335"/>
                  </a:cubicBezTo>
                  <a:cubicBezTo>
                    <a:pt x="501" y="1268"/>
                    <a:pt x="535" y="1235"/>
                    <a:pt x="568" y="1168"/>
                  </a:cubicBezTo>
                  <a:lnTo>
                    <a:pt x="568" y="1235"/>
                  </a:lnTo>
                  <a:cubicBezTo>
                    <a:pt x="568" y="1268"/>
                    <a:pt x="568" y="1268"/>
                    <a:pt x="568" y="1268"/>
                  </a:cubicBezTo>
                  <a:cubicBezTo>
                    <a:pt x="568" y="1285"/>
                    <a:pt x="568" y="1293"/>
                    <a:pt x="572" y="1293"/>
                  </a:cubicBezTo>
                  <a:cubicBezTo>
                    <a:pt x="576" y="1293"/>
                    <a:pt x="585" y="1285"/>
                    <a:pt x="601" y="1268"/>
                  </a:cubicBezTo>
                  <a:lnTo>
                    <a:pt x="701" y="1202"/>
                  </a:lnTo>
                  <a:cubicBezTo>
                    <a:pt x="735" y="1202"/>
                    <a:pt x="735" y="1202"/>
                    <a:pt x="735" y="1168"/>
                  </a:cubicBezTo>
                  <a:cubicBezTo>
                    <a:pt x="735" y="1168"/>
                    <a:pt x="735" y="1135"/>
                    <a:pt x="735" y="1102"/>
                  </a:cubicBezTo>
                  <a:lnTo>
                    <a:pt x="735" y="368"/>
                  </a:lnTo>
                  <a:cubicBezTo>
                    <a:pt x="735" y="301"/>
                    <a:pt x="735" y="234"/>
                    <a:pt x="735" y="168"/>
                  </a:cubicBezTo>
                  <a:cubicBezTo>
                    <a:pt x="701" y="134"/>
                    <a:pt x="668" y="68"/>
                    <a:pt x="635" y="34"/>
                  </a:cubicBezTo>
                  <a:cubicBezTo>
                    <a:pt x="601" y="34"/>
                    <a:pt x="568" y="1"/>
                    <a:pt x="53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4227;p75">
              <a:extLst>
                <a:ext uri="{FF2B5EF4-FFF2-40B4-BE49-F238E27FC236}">
                  <a16:creationId xmlns:a16="http://schemas.microsoft.com/office/drawing/2014/main" id="{C4C44C2E-90AD-9AD3-CE8C-DC449FDD5DD2}"/>
                </a:ext>
              </a:extLst>
            </p:cNvPr>
            <p:cNvSpPr/>
            <p:nvPr/>
          </p:nvSpPr>
          <p:spPr>
            <a:xfrm>
              <a:off x="2306825" y="3856525"/>
              <a:ext cx="15875" cy="43125"/>
            </a:xfrm>
            <a:custGeom>
              <a:avLst/>
              <a:gdLst/>
              <a:ahLst/>
              <a:cxnLst/>
              <a:rect l="l" t="t" r="r" b="b"/>
              <a:pathLst>
                <a:path w="635" h="1725" extrusionOk="0">
                  <a:moveTo>
                    <a:pt x="300" y="1"/>
                  </a:moveTo>
                  <a:lnTo>
                    <a:pt x="200" y="68"/>
                  </a:lnTo>
                  <a:cubicBezTo>
                    <a:pt x="167" y="68"/>
                    <a:pt x="167" y="101"/>
                    <a:pt x="167" y="101"/>
                  </a:cubicBezTo>
                  <a:cubicBezTo>
                    <a:pt x="167" y="101"/>
                    <a:pt x="167" y="134"/>
                    <a:pt x="167" y="134"/>
                  </a:cubicBezTo>
                  <a:lnTo>
                    <a:pt x="167" y="568"/>
                  </a:lnTo>
                  <a:lnTo>
                    <a:pt x="34" y="635"/>
                  </a:lnTo>
                  <a:cubicBezTo>
                    <a:pt x="34" y="635"/>
                    <a:pt x="34" y="635"/>
                    <a:pt x="34" y="668"/>
                  </a:cubicBezTo>
                  <a:cubicBezTo>
                    <a:pt x="0" y="701"/>
                    <a:pt x="0" y="701"/>
                    <a:pt x="34" y="735"/>
                  </a:cubicBezTo>
                  <a:lnTo>
                    <a:pt x="34" y="868"/>
                  </a:lnTo>
                  <a:cubicBezTo>
                    <a:pt x="0" y="902"/>
                    <a:pt x="0" y="902"/>
                    <a:pt x="34" y="935"/>
                  </a:cubicBezTo>
                  <a:lnTo>
                    <a:pt x="167" y="868"/>
                  </a:lnTo>
                  <a:lnTo>
                    <a:pt x="167" y="1402"/>
                  </a:lnTo>
                  <a:cubicBezTo>
                    <a:pt x="134" y="1502"/>
                    <a:pt x="167" y="1602"/>
                    <a:pt x="234" y="1702"/>
                  </a:cubicBezTo>
                  <a:cubicBezTo>
                    <a:pt x="261" y="1716"/>
                    <a:pt x="289" y="1724"/>
                    <a:pt x="319" y="1724"/>
                  </a:cubicBezTo>
                  <a:cubicBezTo>
                    <a:pt x="361" y="1724"/>
                    <a:pt x="409" y="1708"/>
                    <a:pt x="467" y="1669"/>
                  </a:cubicBezTo>
                  <a:lnTo>
                    <a:pt x="601" y="1602"/>
                  </a:lnTo>
                  <a:cubicBezTo>
                    <a:pt x="634" y="1602"/>
                    <a:pt x="634" y="1602"/>
                    <a:pt x="634" y="1569"/>
                  </a:cubicBezTo>
                  <a:cubicBezTo>
                    <a:pt x="634" y="1569"/>
                    <a:pt x="634" y="1535"/>
                    <a:pt x="634" y="1502"/>
                  </a:cubicBezTo>
                  <a:lnTo>
                    <a:pt x="634" y="1335"/>
                  </a:lnTo>
                  <a:cubicBezTo>
                    <a:pt x="634" y="1335"/>
                    <a:pt x="634" y="1335"/>
                    <a:pt x="634" y="1302"/>
                  </a:cubicBezTo>
                  <a:lnTo>
                    <a:pt x="601" y="1302"/>
                  </a:lnTo>
                  <a:lnTo>
                    <a:pt x="501" y="1369"/>
                  </a:lnTo>
                  <a:lnTo>
                    <a:pt x="401" y="1369"/>
                  </a:lnTo>
                  <a:cubicBezTo>
                    <a:pt x="367" y="1335"/>
                    <a:pt x="367" y="1302"/>
                    <a:pt x="367" y="1269"/>
                  </a:cubicBezTo>
                  <a:lnTo>
                    <a:pt x="334" y="735"/>
                  </a:lnTo>
                  <a:lnTo>
                    <a:pt x="567" y="635"/>
                  </a:lnTo>
                  <a:cubicBezTo>
                    <a:pt x="567" y="601"/>
                    <a:pt x="567" y="601"/>
                    <a:pt x="567" y="568"/>
                  </a:cubicBezTo>
                  <a:cubicBezTo>
                    <a:pt x="601" y="568"/>
                    <a:pt x="601" y="535"/>
                    <a:pt x="567" y="535"/>
                  </a:cubicBezTo>
                  <a:lnTo>
                    <a:pt x="567" y="368"/>
                  </a:lnTo>
                  <a:cubicBezTo>
                    <a:pt x="601" y="368"/>
                    <a:pt x="601" y="335"/>
                    <a:pt x="567" y="335"/>
                  </a:cubicBezTo>
                  <a:lnTo>
                    <a:pt x="334" y="435"/>
                  </a:lnTo>
                  <a:lnTo>
                    <a:pt x="334" y="34"/>
                  </a:lnTo>
                  <a:cubicBezTo>
                    <a:pt x="334" y="1"/>
                    <a:pt x="334" y="1"/>
                    <a:pt x="33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4228;p75">
              <a:extLst>
                <a:ext uri="{FF2B5EF4-FFF2-40B4-BE49-F238E27FC236}">
                  <a16:creationId xmlns:a16="http://schemas.microsoft.com/office/drawing/2014/main" id="{AEDBAEFA-B2B9-80D8-CD13-B8C375455D2B}"/>
                </a:ext>
              </a:extLst>
            </p:cNvPr>
            <p:cNvSpPr/>
            <p:nvPr/>
          </p:nvSpPr>
          <p:spPr>
            <a:xfrm>
              <a:off x="2326000" y="3854025"/>
              <a:ext cx="20050" cy="35900"/>
            </a:xfrm>
            <a:custGeom>
              <a:avLst/>
              <a:gdLst/>
              <a:ahLst/>
              <a:cxnLst/>
              <a:rect l="l" t="t" r="r" b="b"/>
              <a:pathLst>
                <a:path w="802" h="1436" extrusionOk="0">
                  <a:moveTo>
                    <a:pt x="483" y="321"/>
                  </a:moveTo>
                  <a:cubicBezTo>
                    <a:pt x="498" y="321"/>
                    <a:pt x="515" y="325"/>
                    <a:pt x="534" y="334"/>
                  </a:cubicBezTo>
                  <a:cubicBezTo>
                    <a:pt x="534" y="334"/>
                    <a:pt x="568" y="334"/>
                    <a:pt x="568" y="368"/>
                  </a:cubicBezTo>
                  <a:cubicBezTo>
                    <a:pt x="601" y="368"/>
                    <a:pt x="601" y="401"/>
                    <a:pt x="601" y="401"/>
                  </a:cubicBezTo>
                  <a:lnTo>
                    <a:pt x="601" y="468"/>
                  </a:lnTo>
                  <a:lnTo>
                    <a:pt x="234" y="701"/>
                  </a:lnTo>
                  <a:cubicBezTo>
                    <a:pt x="234" y="668"/>
                    <a:pt x="234" y="635"/>
                    <a:pt x="234" y="601"/>
                  </a:cubicBezTo>
                  <a:cubicBezTo>
                    <a:pt x="234" y="568"/>
                    <a:pt x="267" y="535"/>
                    <a:pt x="267" y="501"/>
                  </a:cubicBezTo>
                  <a:cubicBezTo>
                    <a:pt x="301" y="468"/>
                    <a:pt x="301" y="435"/>
                    <a:pt x="334" y="435"/>
                  </a:cubicBezTo>
                  <a:cubicBezTo>
                    <a:pt x="334" y="401"/>
                    <a:pt x="367" y="368"/>
                    <a:pt x="401" y="368"/>
                  </a:cubicBezTo>
                  <a:cubicBezTo>
                    <a:pt x="424" y="344"/>
                    <a:pt x="448" y="321"/>
                    <a:pt x="483" y="321"/>
                  </a:cubicBezTo>
                  <a:close/>
                  <a:moveTo>
                    <a:pt x="568" y="1"/>
                  </a:moveTo>
                  <a:cubicBezTo>
                    <a:pt x="501" y="1"/>
                    <a:pt x="434" y="34"/>
                    <a:pt x="401" y="68"/>
                  </a:cubicBezTo>
                  <a:cubicBezTo>
                    <a:pt x="334" y="101"/>
                    <a:pt x="267" y="134"/>
                    <a:pt x="234" y="201"/>
                  </a:cubicBezTo>
                  <a:cubicBezTo>
                    <a:pt x="167" y="268"/>
                    <a:pt x="134" y="334"/>
                    <a:pt x="101" y="435"/>
                  </a:cubicBezTo>
                  <a:cubicBezTo>
                    <a:pt x="34" y="601"/>
                    <a:pt x="0" y="768"/>
                    <a:pt x="0" y="968"/>
                  </a:cubicBezTo>
                  <a:cubicBezTo>
                    <a:pt x="0" y="1035"/>
                    <a:pt x="0" y="1135"/>
                    <a:pt x="0" y="1202"/>
                  </a:cubicBezTo>
                  <a:cubicBezTo>
                    <a:pt x="34" y="1268"/>
                    <a:pt x="34" y="1335"/>
                    <a:pt x="101" y="1369"/>
                  </a:cubicBezTo>
                  <a:cubicBezTo>
                    <a:pt x="134" y="1402"/>
                    <a:pt x="167" y="1435"/>
                    <a:pt x="201" y="1435"/>
                  </a:cubicBezTo>
                  <a:cubicBezTo>
                    <a:pt x="267" y="1435"/>
                    <a:pt x="334" y="1435"/>
                    <a:pt x="367" y="1402"/>
                  </a:cubicBezTo>
                  <a:cubicBezTo>
                    <a:pt x="434" y="1369"/>
                    <a:pt x="501" y="1302"/>
                    <a:pt x="534" y="1268"/>
                  </a:cubicBezTo>
                  <a:cubicBezTo>
                    <a:pt x="568" y="1202"/>
                    <a:pt x="634" y="1168"/>
                    <a:pt x="668" y="1102"/>
                  </a:cubicBezTo>
                  <a:cubicBezTo>
                    <a:pt x="668" y="1068"/>
                    <a:pt x="701" y="1002"/>
                    <a:pt x="734" y="935"/>
                  </a:cubicBezTo>
                  <a:cubicBezTo>
                    <a:pt x="734" y="935"/>
                    <a:pt x="734" y="868"/>
                    <a:pt x="768" y="835"/>
                  </a:cubicBezTo>
                  <a:cubicBezTo>
                    <a:pt x="768" y="835"/>
                    <a:pt x="768" y="835"/>
                    <a:pt x="768" y="801"/>
                  </a:cubicBezTo>
                  <a:lnTo>
                    <a:pt x="734" y="801"/>
                  </a:lnTo>
                  <a:lnTo>
                    <a:pt x="601" y="868"/>
                  </a:lnTo>
                  <a:lnTo>
                    <a:pt x="568" y="902"/>
                  </a:lnTo>
                  <a:lnTo>
                    <a:pt x="534" y="968"/>
                  </a:lnTo>
                  <a:cubicBezTo>
                    <a:pt x="501" y="968"/>
                    <a:pt x="501" y="1002"/>
                    <a:pt x="467" y="1035"/>
                  </a:cubicBezTo>
                  <a:cubicBezTo>
                    <a:pt x="467" y="1068"/>
                    <a:pt x="434" y="1068"/>
                    <a:pt x="401" y="1102"/>
                  </a:cubicBezTo>
                  <a:lnTo>
                    <a:pt x="334" y="1135"/>
                  </a:lnTo>
                  <a:lnTo>
                    <a:pt x="267" y="1135"/>
                  </a:lnTo>
                  <a:cubicBezTo>
                    <a:pt x="234" y="1102"/>
                    <a:pt x="234" y="1102"/>
                    <a:pt x="234" y="1068"/>
                  </a:cubicBezTo>
                  <a:cubicBezTo>
                    <a:pt x="201" y="1035"/>
                    <a:pt x="201" y="1002"/>
                    <a:pt x="234" y="968"/>
                  </a:cubicBezTo>
                  <a:lnTo>
                    <a:pt x="768" y="668"/>
                  </a:lnTo>
                  <a:cubicBezTo>
                    <a:pt x="801" y="668"/>
                    <a:pt x="801" y="635"/>
                    <a:pt x="801" y="635"/>
                  </a:cubicBezTo>
                  <a:cubicBezTo>
                    <a:pt x="801" y="601"/>
                    <a:pt x="801" y="601"/>
                    <a:pt x="801" y="568"/>
                  </a:cubicBezTo>
                  <a:lnTo>
                    <a:pt x="801" y="468"/>
                  </a:lnTo>
                  <a:cubicBezTo>
                    <a:pt x="801" y="368"/>
                    <a:pt x="768" y="301"/>
                    <a:pt x="768" y="234"/>
                  </a:cubicBezTo>
                  <a:cubicBezTo>
                    <a:pt x="734" y="168"/>
                    <a:pt x="734" y="134"/>
                    <a:pt x="668" y="68"/>
                  </a:cubicBezTo>
                  <a:cubicBezTo>
                    <a:pt x="634" y="34"/>
                    <a:pt x="601" y="1"/>
                    <a:pt x="5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4229;p75">
              <a:extLst>
                <a:ext uri="{FF2B5EF4-FFF2-40B4-BE49-F238E27FC236}">
                  <a16:creationId xmlns:a16="http://schemas.microsoft.com/office/drawing/2014/main" id="{092F1E5F-AC11-5063-5766-4A58B45EA656}"/>
                </a:ext>
              </a:extLst>
            </p:cNvPr>
            <p:cNvSpPr/>
            <p:nvPr/>
          </p:nvSpPr>
          <p:spPr>
            <a:xfrm>
              <a:off x="2260125" y="3954600"/>
              <a:ext cx="21700" cy="51225"/>
            </a:xfrm>
            <a:custGeom>
              <a:avLst/>
              <a:gdLst/>
              <a:ahLst/>
              <a:cxnLst/>
              <a:rect l="l" t="t" r="r" b="b"/>
              <a:pathLst>
                <a:path w="868" h="2049" extrusionOk="0">
                  <a:moveTo>
                    <a:pt x="567" y="348"/>
                  </a:moveTo>
                  <a:cubicBezTo>
                    <a:pt x="634" y="348"/>
                    <a:pt x="634" y="414"/>
                    <a:pt x="634" y="514"/>
                  </a:cubicBezTo>
                  <a:cubicBezTo>
                    <a:pt x="634" y="581"/>
                    <a:pt x="601" y="648"/>
                    <a:pt x="567" y="715"/>
                  </a:cubicBezTo>
                  <a:cubicBezTo>
                    <a:pt x="534" y="781"/>
                    <a:pt x="467" y="815"/>
                    <a:pt x="401" y="848"/>
                  </a:cubicBezTo>
                  <a:lnTo>
                    <a:pt x="167" y="981"/>
                  </a:lnTo>
                  <a:lnTo>
                    <a:pt x="167" y="514"/>
                  </a:lnTo>
                  <a:lnTo>
                    <a:pt x="401" y="381"/>
                  </a:lnTo>
                  <a:cubicBezTo>
                    <a:pt x="467" y="348"/>
                    <a:pt x="501" y="348"/>
                    <a:pt x="567" y="348"/>
                  </a:cubicBezTo>
                  <a:close/>
                  <a:moveTo>
                    <a:pt x="624" y="1"/>
                  </a:moveTo>
                  <a:cubicBezTo>
                    <a:pt x="571" y="1"/>
                    <a:pt x="507" y="26"/>
                    <a:pt x="434" y="81"/>
                  </a:cubicBezTo>
                  <a:lnTo>
                    <a:pt x="34" y="314"/>
                  </a:lnTo>
                  <a:cubicBezTo>
                    <a:pt x="0" y="314"/>
                    <a:pt x="0" y="314"/>
                    <a:pt x="0" y="348"/>
                  </a:cubicBezTo>
                  <a:cubicBezTo>
                    <a:pt x="0" y="348"/>
                    <a:pt x="0" y="381"/>
                    <a:pt x="0" y="381"/>
                  </a:cubicBezTo>
                  <a:lnTo>
                    <a:pt x="0" y="2016"/>
                  </a:lnTo>
                  <a:cubicBezTo>
                    <a:pt x="0" y="2016"/>
                    <a:pt x="0" y="2049"/>
                    <a:pt x="0" y="2049"/>
                  </a:cubicBezTo>
                  <a:lnTo>
                    <a:pt x="34" y="2049"/>
                  </a:lnTo>
                  <a:lnTo>
                    <a:pt x="167" y="1982"/>
                  </a:lnTo>
                  <a:cubicBezTo>
                    <a:pt x="167" y="1982"/>
                    <a:pt x="167" y="1949"/>
                    <a:pt x="200" y="1949"/>
                  </a:cubicBezTo>
                  <a:cubicBezTo>
                    <a:pt x="200" y="1915"/>
                    <a:pt x="200" y="1915"/>
                    <a:pt x="200" y="1882"/>
                  </a:cubicBezTo>
                  <a:lnTo>
                    <a:pt x="200" y="1315"/>
                  </a:lnTo>
                  <a:lnTo>
                    <a:pt x="401" y="1182"/>
                  </a:lnTo>
                  <a:lnTo>
                    <a:pt x="601" y="1649"/>
                  </a:lnTo>
                  <a:cubicBezTo>
                    <a:pt x="634" y="1649"/>
                    <a:pt x="634" y="1649"/>
                    <a:pt x="634" y="1682"/>
                  </a:cubicBezTo>
                  <a:lnTo>
                    <a:pt x="701" y="1682"/>
                  </a:lnTo>
                  <a:lnTo>
                    <a:pt x="834" y="1582"/>
                  </a:lnTo>
                  <a:cubicBezTo>
                    <a:pt x="834" y="1582"/>
                    <a:pt x="834" y="1582"/>
                    <a:pt x="834" y="1549"/>
                  </a:cubicBezTo>
                  <a:cubicBezTo>
                    <a:pt x="834" y="1549"/>
                    <a:pt x="834" y="1515"/>
                    <a:pt x="834" y="1515"/>
                  </a:cubicBezTo>
                  <a:cubicBezTo>
                    <a:pt x="834" y="1515"/>
                    <a:pt x="834" y="1482"/>
                    <a:pt x="834" y="1482"/>
                  </a:cubicBezTo>
                  <a:lnTo>
                    <a:pt x="634" y="1015"/>
                  </a:lnTo>
                  <a:cubicBezTo>
                    <a:pt x="701" y="915"/>
                    <a:pt x="734" y="815"/>
                    <a:pt x="801" y="715"/>
                  </a:cubicBezTo>
                  <a:cubicBezTo>
                    <a:pt x="834" y="615"/>
                    <a:pt x="834" y="481"/>
                    <a:pt x="834" y="381"/>
                  </a:cubicBezTo>
                  <a:cubicBezTo>
                    <a:pt x="868" y="248"/>
                    <a:pt x="834" y="114"/>
                    <a:pt x="734" y="47"/>
                  </a:cubicBezTo>
                  <a:cubicBezTo>
                    <a:pt x="704" y="17"/>
                    <a:pt x="667" y="1"/>
                    <a:pt x="6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4230;p75">
              <a:extLst>
                <a:ext uri="{FF2B5EF4-FFF2-40B4-BE49-F238E27FC236}">
                  <a16:creationId xmlns:a16="http://schemas.microsoft.com/office/drawing/2014/main" id="{C617052F-A4E1-36B6-D993-BB43F0723F3D}"/>
                </a:ext>
              </a:extLst>
            </p:cNvPr>
            <p:cNvSpPr/>
            <p:nvPr/>
          </p:nvSpPr>
          <p:spPr>
            <a:xfrm>
              <a:off x="2284300" y="3952100"/>
              <a:ext cx="20875" cy="35400"/>
            </a:xfrm>
            <a:custGeom>
              <a:avLst/>
              <a:gdLst/>
              <a:ahLst/>
              <a:cxnLst/>
              <a:rect l="l" t="t" r="r" b="b"/>
              <a:pathLst>
                <a:path w="835" h="1416" extrusionOk="0">
                  <a:moveTo>
                    <a:pt x="534" y="314"/>
                  </a:moveTo>
                  <a:cubicBezTo>
                    <a:pt x="568" y="314"/>
                    <a:pt x="568" y="314"/>
                    <a:pt x="601" y="348"/>
                  </a:cubicBezTo>
                  <a:cubicBezTo>
                    <a:pt x="601" y="348"/>
                    <a:pt x="634" y="381"/>
                    <a:pt x="634" y="381"/>
                  </a:cubicBezTo>
                  <a:lnTo>
                    <a:pt x="634" y="481"/>
                  </a:lnTo>
                  <a:lnTo>
                    <a:pt x="267" y="681"/>
                  </a:lnTo>
                  <a:cubicBezTo>
                    <a:pt x="267" y="648"/>
                    <a:pt x="267" y="614"/>
                    <a:pt x="267" y="581"/>
                  </a:cubicBezTo>
                  <a:cubicBezTo>
                    <a:pt x="267" y="548"/>
                    <a:pt x="267" y="514"/>
                    <a:pt x="301" y="481"/>
                  </a:cubicBezTo>
                  <a:cubicBezTo>
                    <a:pt x="301" y="448"/>
                    <a:pt x="334" y="448"/>
                    <a:pt x="368" y="414"/>
                  </a:cubicBezTo>
                  <a:cubicBezTo>
                    <a:pt x="368" y="381"/>
                    <a:pt x="401" y="348"/>
                    <a:pt x="434" y="348"/>
                  </a:cubicBezTo>
                  <a:cubicBezTo>
                    <a:pt x="468" y="314"/>
                    <a:pt x="501" y="314"/>
                    <a:pt x="534" y="314"/>
                  </a:cubicBezTo>
                  <a:close/>
                  <a:moveTo>
                    <a:pt x="531" y="0"/>
                  </a:moveTo>
                  <a:cubicBezTo>
                    <a:pt x="498" y="0"/>
                    <a:pt x="458" y="24"/>
                    <a:pt x="434" y="47"/>
                  </a:cubicBezTo>
                  <a:cubicBezTo>
                    <a:pt x="368" y="81"/>
                    <a:pt x="301" y="114"/>
                    <a:pt x="234" y="181"/>
                  </a:cubicBezTo>
                  <a:cubicBezTo>
                    <a:pt x="201" y="248"/>
                    <a:pt x="167" y="314"/>
                    <a:pt x="134" y="414"/>
                  </a:cubicBezTo>
                  <a:cubicBezTo>
                    <a:pt x="101" y="481"/>
                    <a:pt x="67" y="581"/>
                    <a:pt x="34" y="681"/>
                  </a:cubicBezTo>
                  <a:cubicBezTo>
                    <a:pt x="34" y="748"/>
                    <a:pt x="1" y="848"/>
                    <a:pt x="34" y="948"/>
                  </a:cubicBezTo>
                  <a:cubicBezTo>
                    <a:pt x="1" y="1015"/>
                    <a:pt x="1" y="1115"/>
                    <a:pt x="34" y="1182"/>
                  </a:cubicBezTo>
                  <a:cubicBezTo>
                    <a:pt x="34" y="1248"/>
                    <a:pt x="67" y="1315"/>
                    <a:pt x="101" y="1348"/>
                  </a:cubicBezTo>
                  <a:cubicBezTo>
                    <a:pt x="134" y="1415"/>
                    <a:pt x="201" y="1415"/>
                    <a:pt x="234" y="1415"/>
                  </a:cubicBezTo>
                  <a:cubicBezTo>
                    <a:pt x="301" y="1415"/>
                    <a:pt x="368" y="1415"/>
                    <a:pt x="401" y="1382"/>
                  </a:cubicBezTo>
                  <a:cubicBezTo>
                    <a:pt x="468" y="1348"/>
                    <a:pt x="501" y="1315"/>
                    <a:pt x="568" y="1248"/>
                  </a:cubicBezTo>
                  <a:cubicBezTo>
                    <a:pt x="601" y="1215"/>
                    <a:pt x="634" y="1148"/>
                    <a:pt x="668" y="1081"/>
                  </a:cubicBezTo>
                  <a:cubicBezTo>
                    <a:pt x="701" y="1048"/>
                    <a:pt x="734" y="1015"/>
                    <a:pt x="768" y="948"/>
                  </a:cubicBezTo>
                  <a:cubicBezTo>
                    <a:pt x="768" y="915"/>
                    <a:pt x="768" y="881"/>
                    <a:pt x="768" y="848"/>
                  </a:cubicBezTo>
                  <a:cubicBezTo>
                    <a:pt x="768" y="815"/>
                    <a:pt x="768" y="815"/>
                    <a:pt x="768" y="815"/>
                  </a:cubicBezTo>
                  <a:cubicBezTo>
                    <a:pt x="768" y="798"/>
                    <a:pt x="768" y="790"/>
                    <a:pt x="764" y="790"/>
                  </a:cubicBezTo>
                  <a:cubicBezTo>
                    <a:pt x="759" y="790"/>
                    <a:pt x="751" y="798"/>
                    <a:pt x="734" y="815"/>
                  </a:cubicBezTo>
                  <a:lnTo>
                    <a:pt x="601" y="881"/>
                  </a:lnTo>
                  <a:cubicBezTo>
                    <a:pt x="601" y="881"/>
                    <a:pt x="601" y="881"/>
                    <a:pt x="601" y="915"/>
                  </a:cubicBezTo>
                  <a:lnTo>
                    <a:pt x="568" y="948"/>
                  </a:lnTo>
                  <a:lnTo>
                    <a:pt x="501" y="1015"/>
                  </a:lnTo>
                  <a:cubicBezTo>
                    <a:pt x="468" y="1048"/>
                    <a:pt x="434" y="1048"/>
                    <a:pt x="434" y="1081"/>
                  </a:cubicBezTo>
                  <a:cubicBezTo>
                    <a:pt x="401" y="1081"/>
                    <a:pt x="368" y="1115"/>
                    <a:pt x="334" y="1115"/>
                  </a:cubicBezTo>
                  <a:lnTo>
                    <a:pt x="301" y="1115"/>
                  </a:lnTo>
                  <a:cubicBezTo>
                    <a:pt x="267" y="1081"/>
                    <a:pt x="267" y="1081"/>
                    <a:pt x="234" y="1048"/>
                  </a:cubicBezTo>
                  <a:cubicBezTo>
                    <a:pt x="234" y="1015"/>
                    <a:pt x="234" y="981"/>
                    <a:pt x="234" y="981"/>
                  </a:cubicBezTo>
                  <a:lnTo>
                    <a:pt x="801" y="648"/>
                  </a:lnTo>
                  <a:cubicBezTo>
                    <a:pt x="801" y="648"/>
                    <a:pt x="801" y="614"/>
                    <a:pt x="801" y="614"/>
                  </a:cubicBezTo>
                  <a:cubicBezTo>
                    <a:pt x="835" y="581"/>
                    <a:pt x="835" y="581"/>
                    <a:pt x="801" y="548"/>
                  </a:cubicBezTo>
                  <a:lnTo>
                    <a:pt x="801" y="448"/>
                  </a:lnTo>
                  <a:cubicBezTo>
                    <a:pt x="801" y="381"/>
                    <a:pt x="801" y="281"/>
                    <a:pt x="801" y="214"/>
                  </a:cubicBezTo>
                  <a:cubicBezTo>
                    <a:pt x="768" y="147"/>
                    <a:pt x="734" y="114"/>
                    <a:pt x="701" y="47"/>
                  </a:cubicBezTo>
                  <a:cubicBezTo>
                    <a:pt x="668" y="14"/>
                    <a:pt x="634" y="14"/>
                    <a:pt x="568" y="14"/>
                  </a:cubicBezTo>
                  <a:cubicBezTo>
                    <a:pt x="558" y="4"/>
                    <a:pt x="545" y="0"/>
                    <a:pt x="53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4231;p75">
              <a:extLst>
                <a:ext uri="{FF2B5EF4-FFF2-40B4-BE49-F238E27FC236}">
                  <a16:creationId xmlns:a16="http://schemas.microsoft.com/office/drawing/2014/main" id="{633388F9-6D51-B95D-1A6C-E7E6F621B48A}"/>
                </a:ext>
              </a:extLst>
            </p:cNvPr>
            <p:cNvSpPr/>
            <p:nvPr/>
          </p:nvSpPr>
          <p:spPr>
            <a:xfrm>
              <a:off x="2306825" y="3935750"/>
              <a:ext cx="20875" cy="38400"/>
            </a:xfrm>
            <a:custGeom>
              <a:avLst/>
              <a:gdLst/>
              <a:ahLst/>
              <a:cxnLst/>
              <a:rect l="l" t="t" r="r" b="b"/>
              <a:pathLst>
                <a:path w="835" h="1536" extrusionOk="0">
                  <a:moveTo>
                    <a:pt x="801" y="1"/>
                  </a:moveTo>
                  <a:lnTo>
                    <a:pt x="667" y="68"/>
                  </a:lnTo>
                  <a:cubicBezTo>
                    <a:pt x="634" y="68"/>
                    <a:pt x="634" y="68"/>
                    <a:pt x="634" y="101"/>
                  </a:cubicBezTo>
                  <a:cubicBezTo>
                    <a:pt x="634" y="101"/>
                    <a:pt x="634" y="134"/>
                    <a:pt x="634" y="168"/>
                  </a:cubicBezTo>
                  <a:lnTo>
                    <a:pt x="401" y="1068"/>
                  </a:lnTo>
                  <a:lnTo>
                    <a:pt x="200" y="401"/>
                  </a:lnTo>
                  <a:lnTo>
                    <a:pt x="200" y="368"/>
                  </a:lnTo>
                  <a:lnTo>
                    <a:pt x="167" y="368"/>
                  </a:lnTo>
                  <a:lnTo>
                    <a:pt x="34" y="435"/>
                  </a:lnTo>
                  <a:cubicBezTo>
                    <a:pt x="34" y="435"/>
                    <a:pt x="0" y="468"/>
                    <a:pt x="0" y="468"/>
                  </a:cubicBezTo>
                  <a:cubicBezTo>
                    <a:pt x="0" y="501"/>
                    <a:pt x="0" y="501"/>
                    <a:pt x="0" y="535"/>
                  </a:cubicBezTo>
                  <a:lnTo>
                    <a:pt x="334" y="1502"/>
                  </a:lnTo>
                  <a:cubicBezTo>
                    <a:pt x="334" y="1502"/>
                    <a:pt x="334" y="1502"/>
                    <a:pt x="334" y="1535"/>
                  </a:cubicBezTo>
                  <a:lnTo>
                    <a:pt x="467" y="1502"/>
                  </a:lnTo>
                  <a:cubicBezTo>
                    <a:pt x="467" y="1469"/>
                    <a:pt x="467" y="1469"/>
                    <a:pt x="501" y="1435"/>
                  </a:cubicBezTo>
                  <a:cubicBezTo>
                    <a:pt x="501" y="1435"/>
                    <a:pt x="501" y="1402"/>
                    <a:pt x="501" y="1402"/>
                  </a:cubicBezTo>
                  <a:lnTo>
                    <a:pt x="801" y="68"/>
                  </a:lnTo>
                  <a:lnTo>
                    <a:pt x="801" y="34"/>
                  </a:lnTo>
                  <a:cubicBezTo>
                    <a:pt x="834" y="1"/>
                    <a:pt x="834" y="1"/>
                    <a:pt x="8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4232;p75">
              <a:extLst>
                <a:ext uri="{FF2B5EF4-FFF2-40B4-BE49-F238E27FC236}">
                  <a16:creationId xmlns:a16="http://schemas.microsoft.com/office/drawing/2014/main" id="{4E4677ED-2866-2B3C-B401-112A8EE895A2}"/>
                </a:ext>
              </a:extLst>
            </p:cNvPr>
            <p:cNvSpPr/>
            <p:nvPr/>
          </p:nvSpPr>
          <p:spPr>
            <a:xfrm>
              <a:off x="2330175" y="3925400"/>
              <a:ext cx="20025" cy="35400"/>
            </a:xfrm>
            <a:custGeom>
              <a:avLst/>
              <a:gdLst/>
              <a:ahLst/>
              <a:cxnLst/>
              <a:rect l="l" t="t" r="r" b="b"/>
              <a:pathLst>
                <a:path w="801" h="1416" extrusionOk="0">
                  <a:moveTo>
                    <a:pt x="534" y="315"/>
                  </a:moveTo>
                  <a:cubicBezTo>
                    <a:pt x="534" y="315"/>
                    <a:pt x="567" y="315"/>
                    <a:pt x="601" y="348"/>
                  </a:cubicBezTo>
                  <a:cubicBezTo>
                    <a:pt x="601" y="348"/>
                    <a:pt x="601" y="382"/>
                    <a:pt x="601" y="415"/>
                  </a:cubicBezTo>
                  <a:lnTo>
                    <a:pt x="601" y="482"/>
                  </a:lnTo>
                  <a:lnTo>
                    <a:pt x="234" y="682"/>
                  </a:lnTo>
                  <a:cubicBezTo>
                    <a:pt x="234" y="648"/>
                    <a:pt x="234" y="615"/>
                    <a:pt x="234" y="582"/>
                  </a:cubicBezTo>
                  <a:cubicBezTo>
                    <a:pt x="267" y="548"/>
                    <a:pt x="267" y="515"/>
                    <a:pt x="300" y="515"/>
                  </a:cubicBezTo>
                  <a:cubicBezTo>
                    <a:pt x="300" y="482"/>
                    <a:pt x="300" y="448"/>
                    <a:pt x="334" y="415"/>
                  </a:cubicBezTo>
                  <a:cubicBezTo>
                    <a:pt x="367" y="382"/>
                    <a:pt x="401" y="348"/>
                    <a:pt x="434" y="348"/>
                  </a:cubicBezTo>
                  <a:lnTo>
                    <a:pt x="401" y="348"/>
                  </a:lnTo>
                  <a:cubicBezTo>
                    <a:pt x="434" y="315"/>
                    <a:pt x="467" y="315"/>
                    <a:pt x="534" y="315"/>
                  </a:cubicBezTo>
                  <a:close/>
                  <a:moveTo>
                    <a:pt x="510" y="1"/>
                  </a:moveTo>
                  <a:cubicBezTo>
                    <a:pt x="464" y="1"/>
                    <a:pt x="424" y="24"/>
                    <a:pt x="401" y="48"/>
                  </a:cubicBezTo>
                  <a:cubicBezTo>
                    <a:pt x="334" y="81"/>
                    <a:pt x="267" y="115"/>
                    <a:pt x="234" y="181"/>
                  </a:cubicBezTo>
                  <a:cubicBezTo>
                    <a:pt x="167" y="248"/>
                    <a:pt x="134" y="315"/>
                    <a:pt x="100" y="415"/>
                  </a:cubicBezTo>
                  <a:cubicBezTo>
                    <a:pt x="67" y="482"/>
                    <a:pt x="34" y="582"/>
                    <a:pt x="34" y="682"/>
                  </a:cubicBezTo>
                  <a:cubicBezTo>
                    <a:pt x="0" y="748"/>
                    <a:pt x="0" y="849"/>
                    <a:pt x="0" y="949"/>
                  </a:cubicBezTo>
                  <a:cubicBezTo>
                    <a:pt x="0" y="1015"/>
                    <a:pt x="0" y="1115"/>
                    <a:pt x="0" y="1182"/>
                  </a:cubicBezTo>
                  <a:cubicBezTo>
                    <a:pt x="34" y="1249"/>
                    <a:pt x="67" y="1316"/>
                    <a:pt x="100" y="1349"/>
                  </a:cubicBezTo>
                  <a:cubicBezTo>
                    <a:pt x="134" y="1416"/>
                    <a:pt x="167" y="1416"/>
                    <a:pt x="234" y="1416"/>
                  </a:cubicBezTo>
                  <a:cubicBezTo>
                    <a:pt x="267" y="1416"/>
                    <a:pt x="334" y="1416"/>
                    <a:pt x="367" y="1382"/>
                  </a:cubicBezTo>
                  <a:cubicBezTo>
                    <a:pt x="434" y="1349"/>
                    <a:pt x="501" y="1316"/>
                    <a:pt x="534" y="1249"/>
                  </a:cubicBezTo>
                  <a:cubicBezTo>
                    <a:pt x="601" y="1215"/>
                    <a:pt x="634" y="1149"/>
                    <a:pt x="667" y="1082"/>
                  </a:cubicBezTo>
                  <a:cubicBezTo>
                    <a:pt x="701" y="1049"/>
                    <a:pt x="701" y="982"/>
                    <a:pt x="734" y="949"/>
                  </a:cubicBezTo>
                  <a:cubicBezTo>
                    <a:pt x="767" y="915"/>
                    <a:pt x="767" y="849"/>
                    <a:pt x="767" y="849"/>
                  </a:cubicBezTo>
                  <a:cubicBezTo>
                    <a:pt x="767" y="815"/>
                    <a:pt x="767" y="815"/>
                    <a:pt x="767" y="815"/>
                  </a:cubicBezTo>
                  <a:cubicBezTo>
                    <a:pt x="751" y="798"/>
                    <a:pt x="742" y="790"/>
                    <a:pt x="738" y="790"/>
                  </a:cubicBezTo>
                  <a:cubicBezTo>
                    <a:pt x="734" y="790"/>
                    <a:pt x="734" y="798"/>
                    <a:pt x="734" y="815"/>
                  </a:cubicBezTo>
                  <a:lnTo>
                    <a:pt x="601" y="882"/>
                  </a:lnTo>
                  <a:lnTo>
                    <a:pt x="567" y="915"/>
                  </a:lnTo>
                  <a:cubicBezTo>
                    <a:pt x="567" y="915"/>
                    <a:pt x="534" y="949"/>
                    <a:pt x="534" y="949"/>
                  </a:cubicBezTo>
                  <a:cubicBezTo>
                    <a:pt x="534" y="982"/>
                    <a:pt x="501" y="1015"/>
                    <a:pt x="501" y="1015"/>
                  </a:cubicBezTo>
                  <a:cubicBezTo>
                    <a:pt x="467" y="1049"/>
                    <a:pt x="434" y="1082"/>
                    <a:pt x="401" y="1082"/>
                  </a:cubicBezTo>
                  <a:cubicBezTo>
                    <a:pt x="367" y="1082"/>
                    <a:pt x="367" y="1115"/>
                    <a:pt x="334" y="1115"/>
                  </a:cubicBezTo>
                  <a:lnTo>
                    <a:pt x="267" y="1115"/>
                  </a:lnTo>
                  <a:cubicBezTo>
                    <a:pt x="234" y="1082"/>
                    <a:pt x="234" y="1082"/>
                    <a:pt x="234" y="1049"/>
                  </a:cubicBezTo>
                  <a:cubicBezTo>
                    <a:pt x="234" y="1015"/>
                    <a:pt x="234" y="982"/>
                    <a:pt x="234" y="982"/>
                  </a:cubicBezTo>
                  <a:lnTo>
                    <a:pt x="767" y="648"/>
                  </a:lnTo>
                  <a:cubicBezTo>
                    <a:pt x="801" y="648"/>
                    <a:pt x="801" y="615"/>
                    <a:pt x="801" y="615"/>
                  </a:cubicBezTo>
                  <a:cubicBezTo>
                    <a:pt x="801" y="582"/>
                    <a:pt x="801" y="582"/>
                    <a:pt x="801" y="548"/>
                  </a:cubicBezTo>
                  <a:lnTo>
                    <a:pt x="801" y="448"/>
                  </a:lnTo>
                  <a:cubicBezTo>
                    <a:pt x="801" y="382"/>
                    <a:pt x="801" y="281"/>
                    <a:pt x="767" y="215"/>
                  </a:cubicBezTo>
                  <a:cubicBezTo>
                    <a:pt x="767" y="148"/>
                    <a:pt x="734" y="115"/>
                    <a:pt x="701" y="81"/>
                  </a:cubicBezTo>
                  <a:cubicBezTo>
                    <a:pt x="667" y="15"/>
                    <a:pt x="601" y="15"/>
                    <a:pt x="567" y="15"/>
                  </a:cubicBezTo>
                  <a:cubicBezTo>
                    <a:pt x="548" y="5"/>
                    <a:pt x="528" y="1"/>
                    <a:pt x="51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4233;p75">
              <a:extLst>
                <a:ext uri="{FF2B5EF4-FFF2-40B4-BE49-F238E27FC236}">
                  <a16:creationId xmlns:a16="http://schemas.microsoft.com/office/drawing/2014/main" id="{1398AC41-E896-E015-46DA-1CD65B085FF1}"/>
                </a:ext>
              </a:extLst>
            </p:cNvPr>
            <p:cNvSpPr/>
            <p:nvPr/>
          </p:nvSpPr>
          <p:spPr>
            <a:xfrm>
              <a:off x="2356025" y="3911575"/>
              <a:ext cx="18375" cy="40050"/>
            </a:xfrm>
            <a:custGeom>
              <a:avLst/>
              <a:gdLst/>
              <a:ahLst/>
              <a:cxnLst/>
              <a:rect l="l" t="t" r="r" b="b"/>
              <a:pathLst>
                <a:path w="735" h="1602" extrusionOk="0">
                  <a:moveTo>
                    <a:pt x="567" y="1"/>
                  </a:moveTo>
                  <a:cubicBezTo>
                    <a:pt x="501" y="1"/>
                    <a:pt x="467" y="1"/>
                    <a:pt x="401" y="34"/>
                  </a:cubicBezTo>
                  <a:cubicBezTo>
                    <a:pt x="367" y="67"/>
                    <a:pt x="301" y="101"/>
                    <a:pt x="267" y="167"/>
                  </a:cubicBezTo>
                  <a:cubicBezTo>
                    <a:pt x="234" y="201"/>
                    <a:pt x="200" y="267"/>
                    <a:pt x="167" y="334"/>
                  </a:cubicBezTo>
                  <a:lnTo>
                    <a:pt x="167" y="267"/>
                  </a:lnTo>
                  <a:cubicBezTo>
                    <a:pt x="167" y="267"/>
                    <a:pt x="167" y="234"/>
                    <a:pt x="167" y="234"/>
                  </a:cubicBezTo>
                  <a:lnTo>
                    <a:pt x="134" y="234"/>
                  </a:lnTo>
                  <a:lnTo>
                    <a:pt x="34" y="301"/>
                  </a:lnTo>
                  <a:cubicBezTo>
                    <a:pt x="0" y="301"/>
                    <a:pt x="0" y="334"/>
                    <a:pt x="0" y="334"/>
                  </a:cubicBezTo>
                  <a:cubicBezTo>
                    <a:pt x="0" y="367"/>
                    <a:pt x="0" y="367"/>
                    <a:pt x="0" y="401"/>
                  </a:cubicBezTo>
                  <a:lnTo>
                    <a:pt x="0" y="1568"/>
                  </a:lnTo>
                  <a:cubicBezTo>
                    <a:pt x="0" y="1568"/>
                    <a:pt x="0" y="1602"/>
                    <a:pt x="0" y="1602"/>
                  </a:cubicBezTo>
                  <a:lnTo>
                    <a:pt x="34" y="1602"/>
                  </a:lnTo>
                  <a:lnTo>
                    <a:pt x="134" y="1535"/>
                  </a:lnTo>
                  <a:cubicBezTo>
                    <a:pt x="167" y="1502"/>
                    <a:pt x="167" y="1502"/>
                    <a:pt x="167" y="1502"/>
                  </a:cubicBezTo>
                  <a:cubicBezTo>
                    <a:pt x="167" y="1468"/>
                    <a:pt x="167" y="1468"/>
                    <a:pt x="167" y="1435"/>
                  </a:cubicBezTo>
                  <a:lnTo>
                    <a:pt x="167" y="801"/>
                  </a:lnTo>
                  <a:cubicBezTo>
                    <a:pt x="167" y="701"/>
                    <a:pt x="200" y="601"/>
                    <a:pt x="234" y="534"/>
                  </a:cubicBezTo>
                  <a:cubicBezTo>
                    <a:pt x="267" y="468"/>
                    <a:pt x="301" y="401"/>
                    <a:pt x="367" y="367"/>
                  </a:cubicBezTo>
                  <a:cubicBezTo>
                    <a:pt x="401" y="334"/>
                    <a:pt x="426" y="317"/>
                    <a:pt x="446" y="317"/>
                  </a:cubicBezTo>
                  <a:cubicBezTo>
                    <a:pt x="467" y="317"/>
                    <a:pt x="484" y="334"/>
                    <a:pt x="501" y="367"/>
                  </a:cubicBezTo>
                  <a:cubicBezTo>
                    <a:pt x="534" y="434"/>
                    <a:pt x="567" y="501"/>
                    <a:pt x="534" y="568"/>
                  </a:cubicBezTo>
                  <a:lnTo>
                    <a:pt x="534" y="1201"/>
                  </a:lnTo>
                  <a:cubicBezTo>
                    <a:pt x="534" y="1235"/>
                    <a:pt x="534" y="1235"/>
                    <a:pt x="534" y="1235"/>
                  </a:cubicBezTo>
                  <a:cubicBezTo>
                    <a:pt x="551" y="1251"/>
                    <a:pt x="559" y="1260"/>
                    <a:pt x="563" y="1260"/>
                  </a:cubicBezTo>
                  <a:cubicBezTo>
                    <a:pt x="567" y="1260"/>
                    <a:pt x="567" y="1251"/>
                    <a:pt x="567" y="1235"/>
                  </a:cubicBezTo>
                  <a:lnTo>
                    <a:pt x="701" y="1168"/>
                  </a:lnTo>
                  <a:cubicBezTo>
                    <a:pt x="701" y="1168"/>
                    <a:pt x="734" y="1168"/>
                    <a:pt x="734" y="1135"/>
                  </a:cubicBezTo>
                  <a:cubicBezTo>
                    <a:pt x="734" y="1135"/>
                    <a:pt x="734" y="1101"/>
                    <a:pt x="734" y="1101"/>
                  </a:cubicBezTo>
                  <a:lnTo>
                    <a:pt x="734" y="434"/>
                  </a:lnTo>
                  <a:cubicBezTo>
                    <a:pt x="734" y="367"/>
                    <a:pt x="734" y="301"/>
                    <a:pt x="734" y="201"/>
                  </a:cubicBezTo>
                  <a:cubicBezTo>
                    <a:pt x="734" y="167"/>
                    <a:pt x="701" y="101"/>
                    <a:pt x="667" y="67"/>
                  </a:cubicBezTo>
                  <a:cubicBezTo>
                    <a:pt x="667" y="34"/>
                    <a:pt x="634" y="1"/>
                    <a:pt x="5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4234;p75">
              <a:extLst>
                <a:ext uri="{FF2B5EF4-FFF2-40B4-BE49-F238E27FC236}">
                  <a16:creationId xmlns:a16="http://schemas.microsoft.com/office/drawing/2014/main" id="{8057D3AE-9031-CF2E-11AC-407EBD587CE6}"/>
                </a:ext>
              </a:extLst>
            </p:cNvPr>
            <p:cNvSpPr/>
            <p:nvPr/>
          </p:nvSpPr>
          <p:spPr>
            <a:xfrm>
              <a:off x="2379375" y="3894075"/>
              <a:ext cx="18375" cy="40050"/>
            </a:xfrm>
            <a:custGeom>
              <a:avLst/>
              <a:gdLst/>
              <a:ahLst/>
              <a:cxnLst/>
              <a:rect l="l" t="t" r="r" b="b"/>
              <a:pathLst>
                <a:path w="735" h="1602" extrusionOk="0">
                  <a:moveTo>
                    <a:pt x="701" y="0"/>
                  </a:moveTo>
                  <a:lnTo>
                    <a:pt x="567" y="67"/>
                  </a:lnTo>
                  <a:cubicBezTo>
                    <a:pt x="567" y="67"/>
                    <a:pt x="567" y="67"/>
                    <a:pt x="534" y="100"/>
                  </a:cubicBezTo>
                  <a:cubicBezTo>
                    <a:pt x="534" y="100"/>
                    <a:pt x="534" y="133"/>
                    <a:pt x="534" y="133"/>
                  </a:cubicBezTo>
                  <a:lnTo>
                    <a:pt x="534" y="801"/>
                  </a:lnTo>
                  <a:cubicBezTo>
                    <a:pt x="534" y="867"/>
                    <a:pt x="534" y="967"/>
                    <a:pt x="501" y="1034"/>
                  </a:cubicBezTo>
                  <a:cubicBezTo>
                    <a:pt x="467" y="1134"/>
                    <a:pt x="434" y="1168"/>
                    <a:pt x="367" y="1201"/>
                  </a:cubicBezTo>
                  <a:cubicBezTo>
                    <a:pt x="334" y="1234"/>
                    <a:pt x="309" y="1251"/>
                    <a:pt x="288" y="1251"/>
                  </a:cubicBezTo>
                  <a:cubicBezTo>
                    <a:pt x="267" y="1251"/>
                    <a:pt x="250" y="1234"/>
                    <a:pt x="234" y="1201"/>
                  </a:cubicBezTo>
                  <a:cubicBezTo>
                    <a:pt x="200" y="1134"/>
                    <a:pt x="200" y="1067"/>
                    <a:pt x="200" y="1001"/>
                  </a:cubicBezTo>
                  <a:lnTo>
                    <a:pt x="200" y="367"/>
                  </a:lnTo>
                  <a:cubicBezTo>
                    <a:pt x="200" y="367"/>
                    <a:pt x="200" y="334"/>
                    <a:pt x="200" y="334"/>
                  </a:cubicBezTo>
                  <a:lnTo>
                    <a:pt x="167" y="334"/>
                  </a:lnTo>
                  <a:lnTo>
                    <a:pt x="34" y="400"/>
                  </a:lnTo>
                  <a:cubicBezTo>
                    <a:pt x="34" y="400"/>
                    <a:pt x="0" y="434"/>
                    <a:pt x="0" y="434"/>
                  </a:cubicBezTo>
                  <a:cubicBezTo>
                    <a:pt x="0" y="467"/>
                    <a:pt x="0" y="467"/>
                    <a:pt x="0" y="500"/>
                  </a:cubicBezTo>
                  <a:lnTo>
                    <a:pt x="0" y="1134"/>
                  </a:lnTo>
                  <a:cubicBezTo>
                    <a:pt x="0" y="1234"/>
                    <a:pt x="0" y="1301"/>
                    <a:pt x="0" y="1368"/>
                  </a:cubicBezTo>
                  <a:cubicBezTo>
                    <a:pt x="0" y="1434"/>
                    <a:pt x="34" y="1468"/>
                    <a:pt x="67" y="1534"/>
                  </a:cubicBezTo>
                  <a:cubicBezTo>
                    <a:pt x="67" y="1568"/>
                    <a:pt x="100" y="1568"/>
                    <a:pt x="167" y="1601"/>
                  </a:cubicBezTo>
                  <a:cubicBezTo>
                    <a:pt x="200" y="1601"/>
                    <a:pt x="267" y="1568"/>
                    <a:pt x="334" y="1534"/>
                  </a:cubicBezTo>
                  <a:cubicBezTo>
                    <a:pt x="367" y="1501"/>
                    <a:pt x="434" y="1468"/>
                    <a:pt x="467" y="1401"/>
                  </a:cubicBezTo>
                  <a:cubicBezTo>
                    <a:pt x="501" y="1368"/>
                    <a:pt x="534" y="1301"/>
                    <a:pt x="534" y="1268"/>
                  </a:cubicBezTo>
                  <a:lnTo>
                    <a:pt x="534" y="1301"/>
                  </a:lnTo>
                  <a:cubicBezTo>
                    <a:pt x="534" y="1334"/>
                    <a:pt x="534" y="1334"/>
                    <a:pt x="534" y="1368"/>
                  </a:cubicBezTo>
                  <a:lnTo>
                    <a:pt x="567" y="1368"/>
                  </a:lnTo>
                  <a:lnTo>
                    <a:pt x="701" y="1301"/>
                  </a:lnTo>
                  <a:cubicBezTo>
                    <a:pt x="701" y="1268"/>
                    <a:pt x="734" y="1268"/>
                    <a:pt x="734" y="1234"/>
                  </a:cubicBezTo>
                  <a:cubicBezTo>
                    <a:pt x="734" y="1234"/>
                    <a:pt x="734" y="1201"/>
                    <a:pt x="734" y="1201"/>
                  </a:cubicBezTo>
                  <a:lnTo>
                    <a:pt x="734" y="33"/>
                  </a:lnTo>
                  <a:cubicBezTo>
                    <a:pt x="734" y="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4235;p75">
              <a:extLst>
                <a:ext uri="{FF2B5EF4-FFF2-40B4-BE49-F238E27FC236}">
                  <a16:creationId xmlns:a16="http://schemas.microsoft.com/office/drawing/2014/main" id="{94A02C78-473F-CD62-6A9A-404F9FD84ACE}"/>
                </a:ext>
              </a:extLst>
            </p:cNvPr>
            <p:cNvSpPr/>
            <p:nvPr/>
          </p:nvSpPr>
          <p:spPr>
            <a:xfrm>
              <a:off x="2403550" y="3883700"/>
              <a:ext cx="20050" cy="35400"/>
            </a:xfrm>
            <a:custGeom>
              <a:avLst/>
              <a:gdLst/>
              <a:ahLst/>
              <a:cxnLst/>
              <a:rect l="l" t="t" r="r" b="b"/>
              <a:pathLst>
                <a:path w="802" h="1416" extrusionOk="0">
                  <a:moveTo>
                    <a:pt x="501" y="315"/>
                  </a:moveTo>
                  <a:cubicBezTo>
                    <a:pt x="501" y="315"/>
                    <a:pt x="534" y="315"/>
                    <a:pt x="534" y="348"/>
                  </a:cubicBezTo>
                  <a:cubicBezTo>
                    <a:pt x="568" y="348"/>
                    <a:pt x="568" y="382"/>
                    <a:pt x="568" y="415"/>
                  </a:cubicBezTo>
                  <a:cubicBezTo>
                    <a:pt x="568" y="415"/>
                    <a:pt x="568" y="448"/>
                    <a:pt x="568" y="482"/>
                  </a:cubicBezTo>
                  <a:lnTo>
                    <a:pt x="201" y="682"/>
                  </a:lnTo>
                  <a:cubicBezTo>
                    <a:pt x="201" y="615"/>
                    <a:pt x="234" y="548"/>
                    <a:pt x="268" y="515"/>
                  </a:cubicBezTo>
                  <a:cubicBezTo>
                    <a:pt x="268" y="482"/>
                    <a:pt x="301" y="448"/>
                    <a:pt x="334" y="415"/>
                  </a:cubicBezTo>
                  <a:cubicBezTo>
                    <a:pt x="334" y="382"/>
                    <a:pt x="368" y="348"/>
                    <a:pt x="401" y="348"/>
                  </a:cubicBezTo>
                  <a:cubicBezTo>
                    <a:pt x="434" y="315"/>
                    <a:pt x="468" y="315"/>
                    <a:pt x="501" y="315"/>
                  </a:cubicBezTo>
                  <a:close/>
                  <a:moveTo>
                    <a:pt x="510" y="1"/>
                  </a:moveTo>
                  <a:cubicBezTo>
                    <a:pt x="465" y="1"/>
                    <a:pt x="425" y="25"/>
                    <a:pt x="401" y="48"/>
                  </a:cubicBezTo>
                  <a:cubicBezTo>
                    <a:pt x="334" y="81"/>
                    <a:pt x="268" y="115"/>
                    <a:pt x="234" y="182"/>
                  </a:cubicBezTo>
                  <a:cubicBezTo>
                    <a:pt x="167" y="248"/>
                    <a:pt x="134" y="315"/>
                    <a:pt x="101" y="415"/>
                  </a:cubicBezTo>
                  <a:cubicBezTo>
                    <a:pt x="67" y="482"/>
                    <a:pt x="34" y="582"/>
                    <a:pt x="34" y="682"/>
                  </a:cubicBezTo>
                  <a:cubicBezTo>
                    <a:pt x="1" y="749"/>
                    <a:pt x="1" y="849"/>
                    <a:pt x="1" y="949"/>
                  </a:cubicBezTo>
                  <a:cubicBezTo>
                    <a:pt x="1" y="1015"/>
                    <a:pt x="1" y="1082"/>
                    <a:pt x="1" y="1182"/>
                  </a:cubicBezTo>
                  <a:cubicBezTo>
                    <a:pt x="34" y="1216"/>
                    <a:pt x="67" y="1282"/>
                    <a:pt x="101" y="1316"/>
                  </a:cubicBezTo>
                  <a:cubicBezTo>
                    <a:pt x="134" y="1382"/>
                    <a:pt x="167" y="1382"/>
                    <a:pt x="201" y="1416"/>
                  </a:cubicBezTo>
                  <a:cubicBezTo>
                    <a:pt x="268" y="1416"/>
                    <a:pt x="334" y="1382"/>
                    <a:pt x="368" y="1349"/>
                  </a:cubicBezTo>
                  <a:cubicBezTo>
                    <a:pt x="434" y="1316"/>
                    <a:pt x="501" y="1282"/>
                    <a:pt x="534" y="1216"/>
                  </a:cubicBezTo>
                  <a:cubicBezTo>
                    <a:pt x="601" y="1182"/>
                    <a:pt x="634" y="1116"/>
                    <a:pt x="668" y="1082"/>
                  </a:cubicBezTo>
                  <a:cubicBezTo>
                    <a:pt x="701" y="1015"/>
                    <a:pt x="701" y="982"/>
                    <a:pt x="735" y="915"/>
                  </a:cubicBezTo>
                  <a:cubicBezTo>
                    <a:pt x="735" y="882"/>
                    <a:pt x="735" y="849"/>
                    <a:pt x="735" y="815"/>
                  </a:cubicBezTo>
                  <a:cubicBezTo>
                    <a:pt x="768" y="782"/>
                    <a:pt x="768" y="782"/>
                    <a:pt x="735" y="782"/>
                  </a:cubicBezTo>
                  <a:lnTo>
                    <a:pt x="601" y="849"/>
                  </a:lnTo>
                  <a:lnTo>
                    <a:pt x="568" y="882"/>
                  </a:lnTo>
                  <a:cubicBezTo>
                    <a:pt x="534" y="882"/>
                    <a:pt x="534" y="915"/>
                    <a:pt x="534" y="915"/>
                  </a:cubicBezTo>
                  <a:cubicBezTo>
                    <a:pt x="501" y="949"/>
                    <a:pt x="501" y="982"/>
                    <a:pt x="468" y="982"/>
                  </a:cubicBezTo>
                  <a:cubicBezTo>
                    <a:pt x="468" y="1015"/>
                    <a:pt x="434" y="1049"/>
                    <a:pt x="401" y="1049"/>
                  </a:cubicBezTo>
                  <a:cubicBezTo>
                    <a:pt x="368" y="1049"/>
                    <a:pt x="334" y="1082"/>
                    <a:pt x="334" y="1082"/>
                  </a:cubicBezTo>
                  <a:lnTo>
                    <a:pt x="268" y="1082"/>
                  </a:lnTo>
                  <a:cubicBezTo>
                    <a:pt x="234" y="1082"/>
                    <a:pt x="234" y="1049"/>
                    <a:pt x="234" y="1015"/>
                  </a:cubicBezTo>
                  <a:cubicBezTo>
                    <a:pt x="201" y="982"/>
                    <a:pt x="201" y="982"/>
                    <a:pt x="234" y="949"/>
                  </a:cubicBezTo>
                  <a:lnTo>
                    <a:pt x="768" y="615"/>
                  </a:lnTo>
                  <a:cubicBezTo>
                    <a:pt x="768" y="615"/>
                    <a:pt x="801" y="615"/>
                    <a:pt x="801" y="582"/>
                  </a:cubicBezTo>
                  <a:cubicBezTo>
                    <a:pt x="801" y="582"/>
                    <a:pt x="801" y="548"/>
                    <a:pt x="801" y="548"/>
                  </a:cubicBezTo>
                  <a:lnTo>
                    <a:pt x="801" y="448"/>
                  </a:lnTo>
                  <a:cubicBezTo>
                    <a:pt x="801" y="382"/>
                    <a:pt x="801" y="282"/>
                    <a:pt x="768" y="215"/>
                  </a:cubicBezTo>
                  <a:cubicBezTo>
                    <a:pt x="768" y="148"/>
                    <a:pt x="735" y="115"/>
                    <a:pt x="701" y="81"/>
                  </a:cubicBezTo>
                  <a:cubicBezTo>
                    <a:pt x="668" y="15"/>
                    <a:pt x="601" y="15"/>
                    <a:pt x="568" y="15"/>
                  </a:cubicBezTo>
                  <a:cubicBezTo>
                    <a:pt x="548" y="5"/>
                    <a:pt x="529" y="1"/>
                    <a:pt x="51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4236;p75">
              <a:extLst>
                <a:ext uri="{FF2B5EF4-FFF2-40B4-BE49-F238E27FC236}">
                  <a16:creationId xmlns:a16="http://schemas.microsoft.com/office/drawing/2014/main" id="{DBE4CB2D-58DA-A373-A7B7-878AE97FD63E}"/>
                </a:ext>
              </a:extLst>
            </p:cNvPr>
            <p:cNvSpPr/>
            <p:nvPr/>
          </p:nvSpPr>
          <p:spPr>
            <a:xfrm>
              <a:off x="2258450" y="3532975"/>
              <a:ext cx="28375" cy="57350"/>
            </a:xfrm>
            <a:custGeom>
              <a:avLst/>
              <a:gdLst/>
              <a:ahLst/>
              <a:cxnLst/>
              <a:rect l="l" t="t" r="r" b="b"/>
              <a:pathLst>
                <a:path w="1135" h="2294" extrusionOk="0">
                  <a:moveTo>
                    <a:pt x="301" y="667"/>
                  </a:moveTo>
                  <a:cubicBezTo>
                    <a:pt x="301" y="701"/>
                    <a:pt x="301" y="734"/>
                    <a:pt x="301" y="768"/>
                  </a:cubicBezTo>
                  <a:cubicBezTo>
                    <a:pt x="301" y="768"/>
                    <a:pt x="301" y="801"/>
                    <a:pt x="301" y="801"/>
                  </a:cubicBezTo>
                  <a:lnTo>
                    <a:pt x="301" y="934"/>
                  </a:lnTo>
                  <a:cubicBezTo>
                    <a:pt x="301" y="934"/>
                    <a:pt x="301" y="968"/>
                    <a:pt x="301" y="968"/>
                  </a:cubicBezTo>
                  <a:cubicBezTo>
                    <a:pt x="301" y="1001"/>
                    <a:pt x="301" y="1034"/>
                    <a:pt x="301" y="1068"/>
                  </a:cubicBezTo>
                  <a:cubicBezTo>
                    <a:pt x="301" y="1101"/>
                    <a:pt x="267" y="1134"/>
                    <a:pt x="234" y="1168"/>
                  </a:cubicBezTo>
                  <a:lnTo>
                    <a:pt x="167" y="1168"/>
                  </a:lnTo>
                  <a:cubicBezTo>
                    <a:pt x="167" y="1134"/>
                    <a:pt x="167" y="1101"/>
                    <a:pt x="167" y="1068"/>
                  </a:cubicBezTo>
                  <a:cubicBezTo>
                    <a:pt x="167" y="1068"/>
                    <a:pt x="167" y="1034"/>
                    <a:pt x="167" y="1034"/>
                  </a:cubicBezTo>
                  <a:lnTo>
                    <a:pt x="167" y="901"/>
                  </a:lnTo>
                  <a:cubicBezTo>
                    <a:pt x="167" y="868"/>
                    <a:pt x="167" y="868"/>
                    <a:pt x="167" y="868"/>
                  </a:cubicBezTo>
                  <a:cubicBezTo>
                    <a:pt x="167" y="834"/>
                    <a:pt x="167" y="768"/>
                    <a:pt x="167" y="768"/>
                  </a:cubicBezTo>
                  <a:cubicBezTo>
                    <a:pt x="201" y="734"/>
                    <a:pt x="201" y="701"/>
                    <a:pt x="234" y="667"/>
                  </a:cubicBezTo>
                  <a:close/>
                  <a:moveTo>
                    <a:pt x="334" y="434"/>
                  </a:moveTo>
                  <a:cubicBezTo>
                    <a:pt x="301" y="434"/>
                    <a:pt x="234" y="434"/>
                    <a:pt x="234" y="467"/>
                  </a:cubicBezTo>
                  <a:cubicBezTo>
                    <a:pt x="167" y="501"/>
                    <a:pt x="134" y="501"/>
                    <a:pt x="101" y="534"/>
                  </a:cubicBezTo>
                  <a:cubicBezTo>
                    <a:pt x="101" y="601"/>
                    <a:pt x="67" y="634"/>
                    <a:pt x="34" y="667"/>
                  </a:cubicBezTo>
                  <a:cubicBezTo>
                    <a:pt x="34" y="701"/>
                    <a:pt x="1" y="734"/>
                    <a:pt x="1" y="801"/>
                  </a:cubicBezTo>
                  <a:cubicBezTo>
                    <a:pt x="1" y="834"/>
                    <a:pt x="1" y="868"/>
                    <a:pt x="1" y="901"/>
                  </a:cubicBezTo>
                  <a:lnTo>
                    <a:pt x="1" y="1068"/>
                  </a:lnTo>
                  <a:lnTo>
                    <a:pt x="1" y="1201"/>
                  </a:lnTo>
                  <a:cubicBezTo>
                    <a:pt x="1" y="1235"/>
                    <a:pt x="1" y="1268"/>
                    <a:pt x="1" y="1301"/>
                  </a:cubicBezTo>
                  <a:cubicBezTo>
                    <a:pt x="1" y="1335"/>
                    <a:pt x="1" y="1335"/>
                    <a:pt x="34" y="1368"/>
                  </a:cubicBezTo>
                  <a:cubicBezTo>
                    <a:pt x="67" y="1401"/>
                    <a:pt x="101" y="1401"/>
                    <a:pt x="101" y="1401"/>
                  </a:cubicBezTo>
                  <a:cubicBezTo>
                    <a:pt x="134" y="1401"/>
                    <a:pt x="201" y="1368"/>
                    <a:pt x="234" y="1368"/>
                  </a:cubicBezTo>
                  <a:cubicBezTo>
                    <a:pt x="267" y="1335"/>
                    <a:pt x="301" y="1301"/>
                    <a:pt x="334" y="1268"/>
                  </a:cubicBezTo>
                  <a:cubicBezTo>
                    <a:pt x="334" y="1235"/>
                    <a:pt x="367" y="1201"/>
                    <a:pt x="401" y="1168"/>
                  </a:cubicBezTo>
                  <a:cubicBezTo>
                    <a:pt x="401" y="1134"/>
                    <a:pt x="434" y="1068"/>
                    <a:pt x="434" y="1034"/>
                  </a:cubicBezTo>
                  <a:cubicBezTo>
                    <a:pt x="434" y="1001"/>
                    <a:pt x="434" y="968"/>
                    <a:pt x="434" y="901"/>
                  </a:cubicBezTo>
                  <a:lnTo>
                    <a:pt x="434" y="768"/>
                  </a:lnTo>
                  <a:lnTo>
                    <a:pt x="434" y="634"/>
                  </a:lnTo>
                  <a:cubicBezTo>
                    <a:pt x="434" y="601"/>
                    <a:pt x="434" y="567"/>
                    <a:pt x="434" y="534"/>
                  </a:cubicBezTo>
                  <a:cubicBezTo>
                    <a:pt x="434" y="501"/>
                    <a:pt x="401" y="467"/>
                    <a:pt x="401" y="467"/>
                  </a:cubicBezTo>
                  <a:cubicBezTo>
                    <a:pt x="367" y="434"/>
                    <a:pt x="334" y="434"/>
                    <a:pt x="334" y="434"/>
                  </a:cubicBezTo>
                  <a:close/>
                  <a:moveTo>
                    <a:pt x="1001" y="1134"/>
                  </a:moveTo>
                  <a:cubicBezTo>
                    <a:pt x="1001" y="1168"/>
                    <a:pt x="1001" y="1201"/>
                    <a:pt x="1001" y="1235"/>
                  </a:cubicBezTo>
                  <a:lnTo>
                    <a:pt x="1001" y="1468"/>
                  </a:lnTo>
                  <a:cubicBezTo>
                    <a:pt x="1001" y="1468"/>
                    <a:pt x="1001" y="1501"/>
                    <a:pt x="1001" y="1535"/>
                  </a:cubicBezTo>
                  <a:cubicBezTo>
                    <a:pt x="1001" y="1568"/>
                    <a:pt x="968" y="1601"/>
                    <a:pt x="935" y="1601"/>
                  </a:cubicBezTo>
                  <a:lnTo>
                    <a:pt x="868" y="1601"/>
                  </a:lnTo>
                  <a:cubicBezTo>
                    <a:pt x="868" y="1601"/>
                    <a:pt x="868" y="1568"/>
                    <a:pt x="868" y="1535"/>
                  </a:cubicBezTo>
                  <a:cubicBezTo>
                    <a:pt x="868" y="1535"/>
                    <a:pt x="868" y="1501"/>
                    <a:pt x="868" y="1501"/>
                  </a:cubicBezTo>
                  <a:lnTo>
                    <a:pt x="868" y="1368"/>
                  </a:lnTo>
                  <a:cubicBezTo>
                    <a:pt x="868" y="1335"/>
                    <a:pt x="868" y="1335"/>
                    <a:pt x="868" y="1301"/>
                  </a:cubicBezTo>
                  <a:cubicBezTo>
                    <a:pt x="868" y="1268"/>
                    <a:pt x="868" y="1235"/>
                    <a:pt x="868" y="1201"/>
                  </a:cubicBezTo>
                  <a:cubicBezTo>
                    <a:pt x="901" y="1168"/>
                    <a:pt x="901" y="1168"/>
                    <a:pt x="935" y="1134"/>
                  </a:cubicBezTo>
                  <a:close/>
                  <a:moveTo>
                    <a:pt x="1035" y="901"/>
                  </a:moveTo>
                  <a:cubicBezTo>
                    <a:pt x="1001" y="901"/>
                    <a:pt x="935" y="901"/>
                    <a:pt x="935" y="934"/>
                  </a:cubicBezTo>
                  <a:lnTo>
                    <a:pt x="901" y="934"/>
                  </a:lnTo>
                  <a:cubicBezTo>
                    <a:pt x="868" y="968"/>
                    <a:pt x="834" y="1001"/>
                    <a:pt x="801" y="1034"/>
                  </a:cubicBezTo>
                  <a:cubicBezTo>
                    <a:pt x="801" y="1068"/>
                    <a:pt x="768" y="1101"/>
                    <a:pt x="734" y="1134"/>
                  </a:cubicBezTo>
                  <a:cubicBezTo>
                    <a:pt x="734" y="1168"/>
                    <a:pt x="701" y="1235"/>
                    <a:pt x="701" y="1268"/>
                  </a:cubicBezTo>
                  <a:cubicBezTo>
                    <a:pt x="701" y="1301"/>
                    <a:pt x="701" y="1335"/>
                    <a:pt x="701" y="1401"/>
                  </a:cubicBezTo>
                  <a:lnTo>
                    <a:pt x="701" y="1668"/>
                  </a:lnTo>
                  <a:cubicBezTo>
                    <a:pt x="701" y="1702"/>
                    <a:pt x="701" y="1735"/>
                    <a:pt x="701" y="1768"/>
                  </a:cubicBezTo>
                  <a:cubicBezTo>
                    <a:pt x="701" y="1802"/>
                    <a:pt x="734" y="1835"/>
                    <a:pt x="734" y="1835"/>
                  </a:cubicBezTo>
                  <a:cubicBezTo>
                    <a:pt x="768" y="1868"/>
                    <a:pt x="801" y="1868"/>
                    <a:pt x="801" y="1868"/>
                  </a:cubicBezTo>
                  <a:cubicBezTo>
                    <a:pt x="868" y="1868"/>
                    <a:pt x="901" y="1868"/>
                    <a:pt x="935" y="1835"/>
                  </a:cubicBezTo>
                  <a:cubicBezTo>
                    <a:pt x="968" y="1802"/>
                    <a:pt x="1001" y="1802"/>
                    <a:pt x="1035" y="1735"/>
                  </a:cubicBezTo>
                  <a:cubicBezTo>
                    <a:pt x="1035" y="1702"/>
                    <a:pt x="1068" y="1668"/>
                    <a:pt x="1101" y="1635"/>
                  </a:cubicBezTo>
                  <a:cubicBezTo>
                    <a:pt x="1135" y="1601"/>
                    <a:pt x="1135" y="1568"/>
                    <a:pt x="1135" y="1501"/>
                  </a:cubicBezTo>
                  <a:cubicBezTo>
                    <a:pt x="1135" y="1468"/>
                    <a:pt x="1135" y="1435"/>
                    <a:pt x="1135" y="1368"/>
                  </a:cubicBezTo>
                  <a:lnTo>
                    <a:pt x="1135" y="1235"/>
                  </a:lnTo>
                  <a:lnTo>
                    <a:pt x="1135" y="1101"/>
                  </a:lnTo>
                  <a:cubicBezTo>
                    <a:pt x="1135" y="1068"/>
                    <a:pt x="1135" y="1034"/>
                    <a:pt x="1135" y="1001"/>
                  </a:cubicBezTo>
                  <a:cubicBezTo>
                    <a:pt x="1135" y="968"/>
                    <a:pt x="1135" y="934"/>
                    <a:pt x="1101" y="934"/>
                  </a:cubicBezTo>
                  <a:cubicBezTo>
                    <a:pt x="1068" y="901"/>
                    <a:pt x="1035" y="901"/>
                    <a:pt x="1035" y="901"/>
                  </a:cubicBezTo>
                  <a:close/>
                  <a:moveTo>
                    <a:pt x="1035" y="0"/>
                  </a:moveTo>
                  <a:lnTo>
                    <a:pt x="935" y="67"/>
                  </a:lnTo>
                  <a:cubicBezTo>
                    <a:pt x="901" y="67"/>
                    <a:pt x="901" y="100"/>
                    <a:pt x="901" y="100"/>
                  </a:cubicBezTo>
                  <a:lnTo>
                    <a:pt x="868" y="134"/>
                  </a:lnTo>
                  <a:lnTo>
                    <a:pt x="67" y="2269"/>
                  </a:lnTo>
                  <a:cubicBezTo>
                    <a:pt x="67" y="2285"/>
                    <a:pt x="67" y="2294"/>
                    <a:pt x="71" y="2294"/>
                  </a:cubicBezTo>
                  <a:cubicBezTo>
                    <a:pt x="76" y="2294"/>
                    <a:pt x="84" y="2285"/>
                    <a:pt x="101" y="2269"/>
                  </a:cubicBezTo>
                  <a:lnTo>
                    <a:pt x="201" y="2235"/>
                  </a:lnTo>
                  <a:lnTo>
                    <a:pt x="234" y="2202"/>
                  </a:lnTo>
                  <a:lnTo>
                    <a:pt x="267" y="2135"/>
                  </a:lnTo>
                  <a:lnTo>
                    <a:pt x="1068" y="67"/>
                  </a:lnTo>
                  <a:cubicBezTo>
                    <a:pt x="1068" y="67"/>
                    <a:pt x="1068" y="34"/>
                    <a:pt x="1068" y="34"/>
                  </a:cubicBezTo>
                  <a:lnTo>
                    <a:pt x="106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4237;p75">
              <a:extLst>
                <a:ext uri="{FF2B5EF4-FFF2-40B4-BE49-F238E27FC236}">
                  <a16:creationId xmlns:a16="http://schemas.microsoft.com/office/drawing/2014/main" id="{FFB3D472-D910-7941-2033-457CECB2E365}"/>
                </a:ext>
              </a:extLst>
            </p:cNvPr>
            <p:cNvSpPr/>
            <p:nvPr/>
          </p:nvSpPr>
          <p:spPr>
            <a:xfrm>
              <a:off x="2300150" y="3527125"/>
              <a:ext cx="20875" cy="36725"/>
            </a:xfrm>
            <a:custGeom>
              <a:avLst/>
              <a:gdLst/>
              <a:ahLst/>
              <a:cxnLst/>
              <a:rect l="l" t="t" r="r" b="b"/>
              <a:pathLst>
                <a:path w="835" h="1469" extrusionOk="0">
                  <a:moveTo>
                    <a:pt x="534" y="334"/>
                  </a:moveTo>
                  <a:cubicBezTo>
                    <a:pt x="567" y="334"/>
                    <a:pt x="567" y="368"/>
                    <a:pt x="601" y="401"/>
                  </a:cubicBezTo>
                  <a:cubicBezTo>
                    <a:pt x="601" y="434"/>
                    <a:pt x="601" y="468"/>
                    <a:pt x="601" y="501"/>
                  </a:cubicBezTo>
                  <a:lnTo>
                    <a:pt x="601" y="735"/>
                  </a:lnTo>
                  <a:cubicBezTo>
                    <a:pt x="601" y="768"/>
                    <a:pt x="601" y="835"/>
                    <a:pt x="601" y="868"/>
                  </a:cubicBezTo>
                  <a:cubicBezTo>
                    <a:pt x="567" y="901"/>
                    <a:pt x="567" y="968"/>
                    <a:pt x="534" y="1002"/>
                  </a:cubicBezTo>
                  <a:cubicBezTo>
                    <a:pt x="534" y="1002"/>
                    <a:pt x="501" y="1035"/>
                    <a:pt x="467" y="1068"/>
                  </a:cubicBezTo>
                  <a:cubicBezTo>
                    <a:pt x="467" y="1068"/>
                    <a:pt x="434" y="1102"/>
                    <a:pt x="401" y="1102"/>
                  </a:cubicBezTo>
                  <a:cubicBezTo>
                    <a:pt x="401" y="1135"/>
                    <a:pt x="367" y="1135"/>
                    <a:pt x="334" y="1135"/>
                  </a:cubicBezTo>
                  <a:lnTo>
                    <a:pt x="301" y="1135"/>
                  </a:lnTo>
                  <a:cubicBezTo>
                    <a:pt x="267" y="1135"/>
                    <a:pt x="234" y="1102"/>
                    <a:pt x="234" y="1102"/>
                  </a:cubicBezTo>
                  <a:cubicBezTo>
                    <a:pt x="234" y="1035"/>
                    <a:pt x="201" y="1002"/>
                    <a:pt x="201" y="968"/>
                  </a:cubicBezTo>
                  <a:lnTo>
                    <a:pt x="201" y="935"/>
                  </a:lnTo>
                  <a:lnTo>
                    <a:pt x="201" y="868"/>
                  </a:lnTo>
                  <a:lnTo>
                    <a:pt x="201" y="801"/>
                  </a:lnTo>
                  <a:lnTo>
                    <a:pt x="201" y="735"/>
                  </a:lnTo>
                  <a:cubicBezTo>
                    <a:pt x="201" y="701"/>
                    <a:pt x="234" y="635"/>
                    <a:pt x="234" y="601"/>
                  </a:cubicBezTo>
                  <a:cubicBezTo>
                    <a:pt x="234" y="568"/>
                    <a:pt x="267" y="535"/>
                    <a:pt x="301" y="501"/>
                  </a:cubicBezTo>
                  <a:cubicBezTo>
                    <a:pt x="301" y="468"/>
                    <a:pt x="334" y="434"/>
                    <a:pt x="334" y="434"/>
                  </a:cubicBezTo>
                  <a:lnTo>
                    <a:pt x="401" y="368"/>
                  </a:lnTo>
                  <a:cubicBezTo>
                    <a:pt x="434" y="368"/>
                    <a:pt x="467" y="334"/>
                    <a:pt x="467" y="334"/>
                  </a:cubicBezTo>
                  <a:close/>
                  <a:moveTo>
                    <a:pt x="567" y="1"/>
                  </a:moveTo>
                  <a:cubicBezTo>
                    <a:pt x="501" y="1"/>
                    <a:pt x="467" y="34"/>
                    <a:pt x="401" y="68"/>
                  </a:cubicBezTo>
                  <a:cubicBezTo>
                    <a:pt x="334" y="101"/>
                    <a:pt x="301" y="134"/>
                    <a:pt x="234" y="201"/>
                  </a:cubicBezTo>
                  <a:cubicBezTo>
                    <a:pt x="201" y="234"/>
                    <a:pt x="167" y="301"/>
                    <a:pt x="134" y="368"/>
                  </a:cubicBezTo>
                  <a:cubicBezTo>
                    <a:pt x="100" y="468"/>
                    <a:pt x="67" y="535"/>
                    <a:pt x="34" y="601"/>
                  </a:cubicBezTo>
                  <a:cubicBezTo>
                    <a:pt x="0" y="701"/>
                    <a:pt x="0" y="768"/>
                    <a:pt x="0" y="835"/>
                  </a:cubicBezTo>
                  <a:cubicBezTo>
                    <a:pt x="0" y="868"/>
                    <a:pt x="0" y="868"/>
                    <a:pt x="0" y="901"/>
                  </a:cubicBezTo>
                  <a:lnTo>
                    <a:pt x="0" y="1035"/>
                  </a:lnTo>
                  <a:cubicBezTo>
                    <a:pt x="0" y="1068"/>
                    <a:pt x="0" y="1068"/>
                    <a:pt x="0" y="1102"/>
                  </a:cubicBezTo>
                  <a:cubicBezTo>
                    <a:pt x="0" y="1168"/>
                    <a:pt x="34" y="1235"/>
                    <a:pt x="34" y="1302"/>
                  </a:cubicBezTo>
                  <a:cubicBezTo>
                    <a:pt x="67" y="1335"/>
                    <a:pt x="100" y="1368"/>
                    <a:pt x="134" y="1402"/>
                  </a:cubicBezTo>
                  <a:cubicBezTo>
                    <a:pt x="167" y="1435"/>
                    <a:pt x="201" y="1469"/>
                    <a:pt x="267" y="1469"/>
                  </a:cubicBezTo>
                  <a:cubicBezTo>
                    <a:pt x="301" y="1469"/>
                    <a:pt x="367" y="1435"/>
                    <a:pt x="401" y="1402"/>
                  </a:cubicBezTo>
                  <a:cubicBezTo>
                    <a:pt x="467" y="1368"/>
                    <a:pt x="534" y="1335"/>
                    <a:pt x="567" y="1268"/>
                  </a:cubicBezTo>
                  <a:cubicBezTo>
                    <a:pt x="634" y="1202"/>
                    <a:pt x="668" y="1168"/>
                    <a:pt x="701" y="1068"/>
                  </a:cubicBezTo>
                  <a:cubicBezTo>
                    <a:pt x="734" y="1002"/>
                    <a:pt x="768" y="935"/>
                    <a:pt x="768" y="868"/>
                  </a:cubicBezTo>
                  <a:cubicBezTo>
                    <a:pt x="801" y="801"/>
                    <a:pt x="801" y="701"/>
                    <a:pt x="834" y="635"/>
                  </a:cubicBezTo>
                  <a:cubicBezTo>
                    <a:pt x="834" y="601"/>
                    <a:pt x="834" y="601"/>
                    <a:pt x="834" y="568"/>
                  </a:cubicBezTo>
                  <a:lnTo>
                    <a:pt x="834" y="434"/>
                  </a:lnTo>
                  <a:cubicBezTo>
                    <a:pt x="834" y="401"/>
                    <a:pt x="834" y="401"/>
                    <a:pt x="834" y="368"/>
                  </a:cubicBezTo>
                  <a:cubicBezTo>
                    <a:pt x="801" y="301"/>
                    <a:pt x="801" y="234"/>
                    <a:pt x="768" y="168"/>
                  </a:cubicBezTo>
                  <a:cubicBezTo>
                    <a:pt x="768" y="134"/>
                    <a:pt x="734" y="101"/>
                    <a:pt x="701" y="68"/>
                  </a:cubicBezTo>
                  <a:cubicBezTo>
                    <a:pt x="668" y="34"/>
                    <a:pt x="601" y="1"/>
                    <a:pt x="5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4238;p75">
              <a:extLst>
                <a:ext uri="{FF2B5EF4-FFF2-40B4-BE49-F238E27FC236}">
                  <a16:creationId xmlns:a16="http://schemas.microsoft.com/office/drawing/2014/main" id="{BF3BF7B2-4577-9FBB-B9DE-E3584BD21020}"/>
                </a:ext>
              </a:extLst>
            </p:cNvPr>
            <p:cNvSpPr/>
            <p:nvPr/>
          </p:nvSpPr>
          <p:spPr>
            <a:xfrm>
              <a:off x="2324325" y="3499000"/>
              <a:ext cx="15050" cy="52350"/>
            </a:xfrm>
            <a:custGeom>
              <a:avLst/>
              <a:gdLst/>
              <a:ahLst/>
              <a:cxnLst/>
              <a:rect l="l" t="t" r="r" b="b"/>
              <a:pathLst>
                <a:path w="602" h="2094" extrusionOk="0">
                  <a:moveTo>
                    <a:pt x="572" y="0"/>
                  </a:moveTo>
                  <a:cubicBezTo>
                    <a:pt x="568" y="0"/>
                    <a:pt x="568" y="8"/>
                    <a:pt x="568" y="25"/>
                  </a:cubicBezTo>
                  <a:lnTo>
                    <a:pt x="434" y="92"/>
                  </a:lnTo>
                  <a:cubicBezTo>
                    <a:pt x="368" y="125"/>
                    <a:pt x="334" y="158"/>
                    <a:pt x="301" y="192"/>
                  </a:cubicBezTo>
                  <a:cubicBezTo>
                    <a:pt x="268" y="225"/>
                    <a:pt x="234" y="292"/>
                    <a:pt x="201" y="325"/>
                  </a:cubicBezTo>
                  <a:cubicBezTo>
                    <a:pt x="168" y="392"/>
                    <a:pt x="134" y="425"/>
                    <a:pt x="134" y="492"/>
                  </a:cubicBezTo>
                  <a:cubicBezTo>
                    <a:pt x="134" y="559"/>
                    <a:pt x="134" y="625"/>
                    <a:pt x="134" y="726"/>
                  </a:cubicBezTo>
                  <a:lnTo>
                    <a:pt x="134" y="826"/>
                  </a:lnTo>
                  <a:lnTo>
                    <a:pt x="34" y="892"/>
                  </a:lnTo>
                  <a:cubicBezTo>
                    <a:pt x="1" y="892"/>
                    <a:pt x="1" y="926"/>
                    <a:pt x="1" y="926"/>
                  </a:cubicBezTo>
                  <a:cubicBezTo>
                    <a:pt x="1" y="959"/>
                    <a:pt x="1" y="959"/>
                    <a:pt x="1" y="992"/>
                  </a:cubicBezTo>
                  <a:lnTo>
                    <a:pt x="1" y="1159"/>
                  </a:lnTo>
                  <a:cubicBezTo>
                    <a:pt x="1" y="1159"/>
                    <a:pt x="1" y="1159"/>
                    <a:pt x="1" y="1193"/>
                  </a:cubicBezTo>
                  <a:lnTo>
                    <a:pt x="34" y="1193"/>
                  </a:lnTo>
                  <a:lnTo>
                    <a:pt x="134" y="1126"/>
                  </a:lnTo>
                  <a:lnTo>
                    <a:pt x="134" y="2060"/>
                  </a:lnTo>
                  <a:cubicBezTo>
                    <a:pt x="134" y="2060"/>
                    <a:pt x="134" y="2093"/>
                    <a:pt x="134" y="2093"/>
                  </a:cubicBezTo>
                  <a:lnTo>
                    <a:pt x="168" y="2093"/>
                  </a:lnTo>
                  <a:lnTo>
                    <a:pt x="301" y="2026"/>
                  </a:lnTo>
                  <a:cubicBezTo>
                    <a:pt x="301" y="2026"/>
                    <a:pt x="301" y="1993"/>
                    <a:pt x="301" y="1993"/>
                  </a:cubicBezTo>
                  <a:cubicBezTo>
                    <a:pt x="301" y="1960"/>
                    <a:pt x="301" y="1960"/>
                    <a:pt x="301" y="1926"/>
                  </a:cubicBezTo>
                  <a:lnTo>
                    <a:pt x="301" y="992"/>
                  </a:lnTo>
                  <a:lnTo>
                    <a:pt x="534" y="859"/>
                  </a:lnTo>
                  <a:cubicBezTo>
                    <a:pt x="568" y="859"/>
                    <a:pt x="568" y="859"/>
                    <a:pt x="568" y="826"/>
                  </a:cubicBezTo>
                  <a:cubicBezTo>
                    <a:pt x="568" y="826"/>
                    <a:pt x="568" y="792"/>
                    <a:pt x="568" y="792"/>
                  </a:cubicBezTo>
                  <a:lnTo>
                    <a:pt x="568" y="625"/>
                  </a:lnTo>
                  <a:cubicBezTo>
                    <a:pt x="568" y="592"/>
                    <a:pt x="568" y="592"/>
                    <a:pt x="568" y="592"/>
                  </a:cubicBezTo>
                  <a:cubicBezTo>
                    <a:pt x="568" y="575"/>
                    <a:pt x="559" y="567"/>
                    <a:pt x="551" y="567"/>
                  </a:cubicBezTo>
                  <a:cubicBezTo>
                    <a:pt x="543" y="567"/>
                    <a:pt x="534" y="575"/>
                    <a:pt x="534" y="592"/>
                  </a:cubicBezTo>
                  <a:lnTo>
                    <a:pt x="301" y="692"/>
                  </a:lnTo>
                  <a:lnTo>
                    <a:pt x="334" y="625"/>
                  </a:lnTo>
                  <a:cubicBezTo>
                    <a:pt x="301" y="559"/>
                    <a:pt x="334" y="525"/>
                    <a:pt x="368" y="459"/>
                  </a:cubicBezTo>
                  <a:cubicBezTo>
                    <a:pt x="368" y="425"/>
                    <a:pt x="401" y="392"/>
                    <a:pt x="434" y="392"/>
                  </a:cubicBezTo>
                  <a:lnTo>
                    <a:pt x="568" y="325"/>
                  </a:lnTo>
                  <a:cubicBezTo>
                    <a:pt x="568" y="292"/>
                    <a:pt x="601" y="292"/>
                    <a:pt x="601" y="259"/>
                  </a:cubicBezTo>
                  <a:cubicBezTo>
                    <a:pt x="601" y="259"/>
                    <a:pt x="601" y="225"/>
                    <a:pt x="601" y="225"/>
                  </a:cubicBezTo>
                  <a:lnTo>
                    <a:pt x="601" y="58"/>
                  </a:lnTo>
                  <a:cubicBezTo>
                    <a:pt x="601" y="25"/>
                    <a:pt x="601" y="25"/>
                    <a:pt x="601" y="25"/>
                  </a:cubicBezTo>
                  <a:cubicBezTo>
                    <a:pt x="584" y="8"/>
                    <a:pt x="576" y="0"/>
                    <a:pt x="5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4239;p75">
              <a:extLst>
                <a:ext uri="{FF2B5EF4-FFF2-40B4-BE49-F238E27FC236}">
                  <a16:creationId xmlns:a16="http://schemas.microsoft.com/office/drawing/2014/main" id="{BAFB8006-555C-41D5-3843-47B2EFABF371}"/>
                </a:ext>
              </a:extLst>
            </p:cNvPr>
            <p:cNvSpPr/>
            <p:nvPr/>
          </p:nvSpPr>
          <p:spPr>
            <a:xfrm>
              <a:off x="2351850" y="3485950"/>
              <a:ext cx="21700" cy="51225"/>
            </a:xfrm>
            <a:custGeom>
              <a:avLst/>
              <a:gdLst/>
              <a:ahLst/>
              <a:cxnLst/>
              <a:rect l="l" t="t" r="r" b="b"/>
              <a:pathLst>
                <a:path w="868" h="2049" extrusionOk="0">
                  <a:moveTo>
                    <a:pt x="531" y="366"/>
                  </a:moveTo>
                  <a:cubicBezTo>
                    <a:pt x="545" y="366"/>
                    <a:pt x="558" y="371"/>
                    <a:pt x="568" y="380"/>
                  </a:cubicBezTo>
                  <a:cubicBezTo>
                    <a:pt x="634" y="380"/>
                    <a:pt x="634" y="414"/>
                    <a:pt x="634" y="514"/>
                  </a:cubicBezTo>
                  <a:cubicBezTo>
                    <a:pt x="634" y="580"/>
                    <a:pt x="601" y="680"/>
                    <a:pt x="568" y="747"/>
                  </a:cubicBezTo>
                  <a:cubicBezTo>
                    <a:pt x="534" y="814"/>
                    <a:pt x="501" y="847"/>
                    <a:pt x="434" y="881"/>
                  </a:cubicBezTo>
                  <a:lnTo>
                    <a:pt x="201" y="1014"/>
                  </a:lnTo>
                  <a:lnTo>
                    <a:pt x="201" y="547"/>
                  </a:lnTo>
                  <a:lnTo>
                    <a:pt x="434" y="414"/>
                  </a:lnTo>
                  <a:cubicBezTo>
                    <a:pt x="458" y="390"/>
                    <a:pt x="498" y="366"/>
                    <a:pt x="531" y="366"/>
                  </a:cubicBezTo>
                  <a:close/>
                  <a:moveTo>
                    <a:pt x="624" y="0"/>
                  </a:moveTo>
                  <a:cubicBezTo>
                    <a:pt x="571" y="0"/>
                    <a:pt x="508" y="25"/>
                    <a:pt x="434" y="80"/>
                  </a:cubicBezTo>
                  <a:lnTo>
                    <a:pt x="67" y="314"/>
                  </a:lnTo>
                  <a:cubicBezTo>
                    <a:pt x="34" y="314"/>
                    <a:pt x="34" y="347"/>
                    <a:pt x="34" y="347"/>
                  </a:cubicBezTo>
                  <a:cubicBezTo>
                    <a:pt x="34" y="380"/>
                    <a:pt x="34" y="380"/>
                    <a:pt x="34" y="414"/>
                  </a:cubicBezTo>
                  <a:lnTo>
                    <a:pt x="34" y="2015"/>
                  </a:lnTo>
                  <a:cubicBezTo>
                    <a:pt x="1" y="2048"/>
                    <a:pt x="1" y="2048"/>
                    <a:pt x="34" y="2048"/>
                  </a:cubicBezTo>
                  <a:lnTo>
                    <a:pt x="67" y="2048"/>
                  </a:lnTo>
                  <a:lnTo>
                    <a:pt x="201" y="1981"/>
                  </a:lnTo>
                  <a:cubicBezTo>
                    <a:pt x="201" y="1981"/>
                    <a:pt x="201" y="1948"/>
                    <a:pt x="234" y="1948"/>
                  </a:cubicBezTo>
                  <a:cubicBezTo>
                    <a:pt x="234" y="1915"/>
                    <a:pt x="234" y="1915"/>
                    <a:pt x="234" y="1881"/>
                  </a:cubicBezTo>
                  <a:lnTo>
                    <a:pt x="234" y="1314"/>
                  </a:lnTo>
                  <a:lnTo>
                    <a:pt x="434" y="1181"/>
                  </a:lnTo>
                  <a:lnTo>
                    <a:pt x="634" y="1648"/>
                  </a:lnTo>
                  <a:cubicBezTo>
                    <a:pt x="634" y="1648"/>
                    <a:pt x="634" y="1681"/>
                    <a:pt x="634" y="1681"/>
                  </a:cubicBezTo>
                  <a:lnTo>
                    <a:pt x="701" y="1681"/>
                  </a:lnTo>
                  <a:lnTo>
                    <a:pt x="834" y="1581"/>
                  </a:lnTo>
                  <a:lnTo>
                    <a:pt x="868" y="1581"/>
                  </a:lnTo>
                  <a:cubicBezTo>
                    <a:pt x="868" y="1548"/>
                    <a:pt x="868" y="1548"/>
                    <a:pt x="868" y="1514"/>
                  </a:cubicBezTo>
                  <a:cubicBezTo>
                    <a:pt x="868" y="1514"/>
                    <a:pt x="868" y="1514"/>
                    <a:pt x="868" y="1481"/>
                  </a:cubicBezTo>
                  <a:lnTo>
                    <a:pt x="634" y="1014"/>
                  </a:lnTo>
                  <a:cubicBezTo>
                    <a:pt x="701" y="914"/>
                    <a:pt x="768" y="814"/>
                    <a:pt x="801" y="714"/>
                  </a:cubicBezTo>
                  <a:cubicBezTo>
                    <a:pt x="834" y="614"/>
                    <a:pt x="834" y="480"/>
                    <a:pt x="868" y="380"/>
                  </a:cubicBezTo>
                  <a:cubicBezTo>
                    <a:pt x="868" y="247"/>
                    <a:pt x="834" y="147"/>
                    <a:pt x="734" y="47"/>
                  </a:cubicBezTo>
                  <a:cubicBezTo>
                    <a:pt x="704" y="17"/>
                    <a:pt x="668" y="0"/>
                    <a:pt x="62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4240;p75">
              <a:extLst>
                <a:ext uri="{FF2B5EF4-FFF2-40B4-BE49-F238E27FC236}">
                  <a16:creationId xmlns:a16="http://schemas.microsoft.com/office/drawing/2014/main" id="{B268E2F8-5154-7E38-27B4-3561F08A8FD6}"/>
                </a:ext>
              </a:extLst>
            </p:cNvPr>
            <p:cNvSpPr/>
            <p:nvPr/>
          </p:nvSpPr>
          <p:spPr>
            <a:xfrm>
              <a:off x="2376875" y="3483775"/>
              <a:ext cx="20025" cy="35050"/>
            </a:xfrm>
            <a:custGeom>
              <a:avLst/>
              <a:gdLst/>
              <a:ahLst/>
              <a:cxnLst/>
              <a:rect l="l" t="t" r="r" b="b"/>
              <a:pathLst>
                <a:path w="801" h="1402" extrusionOk="0">
                  <a:moveTo>
                    <a:pt x="534" y="300"/>
                  </a:moveTo>
                  <a:cubicBezTo>
                    <a:pt x="534" y="300"/>
                    <a:pt x="567" y="300"/>
                    <a:pt x="567" y="334"/>
                  </a:cubicBezTo>
                  <a:cubicBezTo>
                    <a:pt x="601" y="334"/>
                    <a:pt x="601" y="367"/>
                    <a:pt x="601" y="401"/>
                  </a:cubicBezTo>
                  <a:cubicBezTo>
                    <a:pt x="601" y="401"/>
                    <a:pt x="601" y="434"/>
                    <a:pt x="601" y="467"/>
                  </a:cubicBezTo>
                  <a:lnTo>
                    <a:pt x="234" y="667"/>
                  </a:lnTo>
                  <a:lnTo>
                    <a:pt x="234" y="601"/>
                  </a:lnTo>
                  <a:cubicBezTo>
                    <a:pt x="234" y="567"/>
                    <a:pt x="267" y="534"/>
                    <a:pt x="267" y="501"/>
                  </a:cubicBezTo>
                  <a:lnTo>
                    <a:pt x="334" y="401"/>
                  </a:lnTo>
                  <a:cubicBezTo>
                    <a:pt x="367" y="367"/>
                    <a:pt x="367" y="367"/>
                    <a:pt x="401" y="334"/>
                  </a:cubicBezTo>
                  <a:cubicBezTo>
                    <a:pt x="434" y="300"/>
                    <a:pt x="467" y="300"/>
                    <a:pt x="534" y="300"/>
                  </a:cubicBezTo>
                  <a:close/>
                  <a:moveTo>
                    <a:pt x="567" y="0"/>
                  </a:moveTo>
                  <a:cubicBezTo>
                    <a:pt x="501" y="0"/>
                    <a:pt x="434" y="0"/>
                    <a:pt x="401" y="34"/>
                  </a:cubicBezTo>
                  <a:cubicBezTo>
                    <a:pt x="334" y="67"/>
                    <a:pt x="267" y="134"/>
                    <a:pt x="234" y="167"/>
                  </a:cubicBezTo>
                  <a:cubicBezTo>
                    <a:pt x="167" y="234"/>
                    <a:pt x="134" y="334"/>
                    <a:pt x="100" y="401"/>
                  </a:cubicBezTo>
                  <a:cubicBezTo>
                    <a:pt x="67" y="467"/>
                    <a:pt x="34" y="567"/>
                    <a:pt x="34" y="667"/>
                  </a:cubicBezTo>
                  <a:cubicBezTo>
                    <a:pt x="0" y="767"/>
                    <a:pt x="0" y="834"/>
                    <a:pt x="0" y="934"/>
                  </a:cubicBezTo>
                  <a:cubicBezTo>
                    <a:pt x="0" y="1034"/>
                    <a:pt x="0" y="1101"/>
                    <a:pt x="0" y="1168"/>
                  </a:cubicBezTo>
                  <a:cubicBezTo>
                    <a:pt x="0" y="1234"/>
                    <a:pt x="34" y="1301"/>
                    <a:pt x="67" y="1335"/>
                  </a:cubicBezTo>
                  <a:cubicBezTo>
                    <a:pt x="100" y="1401"/>
                    <a:pt x="167" y="1401"/>
                    <a:pt x="200" y="1401"/>
                  </a:cubicBezTo>
                  <a:cubicBezTo>
                    <a:pt x="267" y="1401"/>
                    <a:pt x="334" y="1401"/>
                    <a:pt x="367" y="1368"/>
                  </a:cubicBezTo>
                  <a:cubicBezTo>
                    <a:pt x="434" y="1335"/>
                    <a:pt x="501" y="1301"/>
                    <a:pt x="534" y="1234"/>
                  </a:cubicBezTo>
                  <a:cubicBezTo>
                    <a:pt x="567" y="1201"/>
                    <a:pt x="601" y="1134"/>
                    <a:pt x="634" y="1068"/>
                  </a:cubicBezTo>
                  <a:cubicBezTo>
                    <a:pt x="667" y="1034"/>
                    <a:pt x="701" y="968"/>
                    <a:pt x="701" y="934"/>
                  </a:cubicBezTo>
                  <a:cubicBezTo>
                    <a:pt x="734" y="901"/>
                    <a:pt x="734" y="868"/>
                    <a:pt x="734" y="834"/>
                  </a:cubicBezTo>
                  <a:cubicBezTo>
                    <a:pt x="734" y="801"/>
                    <a:pt x="734" y="801"/>
                    <a:pt x="734" y="801"/>
                  </a:cubicBezTo>
                  <a:cubicBezTo>
                    <a:pt x="734" y="784"/>
                    <a:pt x="734" y="776"/>
                    <a:pt x="730" y="776"/>
                  </a:cubicBezTo>
                  <a:cubicBezTo>
                    <a:pt x="726" y="776"/>
                    <a:pt x="717" y="784"/>
                    <a:pt x="701" y="801"/>
                  </a:cubicBezTo>
                  <a:lnTo>
                    <a:pt x="567" y="868"/>
                  </a:lnTo>
                  <a:lnTo>
                    <a:pt x="534" y="901"/>
                  </a:lnTo>
                  <a:lnTo>
                    <a:pt x="534" y="934"/>
                  </a:lnTo>
                  <a:cubicBezTo>
                    <a:pt x="501" y="968"/>
                    <a:pt x="501" y="1001"/>
                    <a:pt x="467" y="1001"/>
                  </a:cubicBezTo>
                  <a:cubicBezTo>
                    <a:pt x="434" y="1034"/>
                    <a:pt x="401" y="1068"/>
                    <a:pt x="401" y="1068"/>
                  </a:cubicBezTo>
                  <a:cubicBezTo>
                    <a:pt x="367" y="1068"/>
                    <a:pt x="334" y="1101"/>
                    <a:pt x="300" y="1101"/>
                  </a:cubicBezTo>
                  <a:lnTo>
                    <a:pt x="267" y="1101"/>
                  </a:lnTo>
                  <a:cubicBezTo>
                    <a:pt x="234" y="1101"/>
                    <a:pt x="234" y="1068"/>
                    <a:pt x="200" y="1034"/>
                  </a:cubicBezTo>
                  <a:cubicBezTo>
                    <a:pt x="200" y="1001"/>
                    <a:pt x="200" y="1001"/>
                    <a:pt x="200" y="968"/>
                  </a:cubicBezTo>
                  <a:lnTo>
                    <a:pt x="767" y="634"/>
                  </a:lnTo>
                  <a:cubicBezTo>
                    <a:pt x="767" y="634"/>
                    <a:pt x="767" y="634"/>
                    <a:pt x="801" y="601"/>
                  </a:cubicBezTo>
                  <a:cubicBezTo>
                    <a:pt x="801" y="601"/>
                    <a:pt x="801" y="567"/>
                    <a:pt x="801" y="567"/>
                  </a:cubicBezTo>
                  <a:lnTo>
                    <a:pt x="801" y="434"/>
                  </a:lnTo>
                  <a:cubicBezTo>
                    <a:pt x="801" y="367"/>
                    <a:pt x="767" y="267"/>
                    <a:pt x="767" y="200"/>
                  </a:cubicBezTo>
                  <a:cubicBezTo>
                    <a:pt x="734" y="167"/>
                    <a:pt x="734" y="100"/>
                    <a:pt x="667" y="67"/>
                  </a:cubicBezTo>
                  <a:cubicBezTo>
                    <a:pt x="634" y="34"/>
                    <a:pt x="601" y="0"/>
                    <a:pt x="56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4241;p75">
              <a:extLst>
                <a:ext uri="{FF2B5EF4-FFF2-40B4-BE49-F238E27FC236}">
                  <a16:creationId xmlns:a16="http://schemas.microsoft.com/office/drawing/2014/main" id="{62EF6944-6E5E-52D5-FB7D-7E551FE834E0}"/>
                </a:ext>
              </a:extLst>
            </p:cNvPr>
            <p:cNvSpPr/>
            <p:nvPr/>
          </p:nvSpPr>
          <p:spPr>
            <a:xfrm>
              <a:off x="2398550" y="3466475"/>
              <a:ext cx="20875" cy="39000"/>
            </a:xfrm>
            <a:custGeom>
              <a:avLst/>
              <a:gdLst/>
              <a:ahLst/>
              <a:cxnLst/>
              <a:rect l="l" t="t" r="r" b="b"/>
              <a:pathLst>
                <a:path w="835" h="1560" extrusionOk="0">
                  <a:moveTo>
                    <a:pt x="805" y="0"/>
                  </a:moveTo>
                  <a:cubicBezTo>
                    <a:pt x="801" y="0"/>
                    <a:pt x="801" y="8"/>
                    <a:pt x="801" y="25"/>
                  </a:cubicBezTo>
                  <a:lnTo>
                    <a:pt x="668" y="92"/>
                  </a:lnTo>
                  <a:cubicBezTo>
                    <a:pt x="668" y="92"/>
                    <a:pt x="634" y="92"/>
                    <a:pt x="634" y="125"/>
                  </a:cubicBezTo>
                  <a:lnTo>
                    <a:pt x="634" y="192"/>
                  </a:lnTo>
                  <a:lnTo>
                    <a:pt x="401" y="1093"/>
                  </a:lnTo>
                  <a:lnTo>
                    <a:pt x="201" y="425"/>
                  </a:lnTo>
                  <a:lnTo>
                    <a:pt x="201" y="392"/>
                  </a:lnTo>
                  <a:lnTo>
                    <a:pt x="167" y="392"/>
                  </a:lnTo>
                  <a:lnTo>
                    <a:pt x="34" y="459"/>
                  </a:lnTo>
                  <a:cubicBezTo>
                    <a:pt x="34" y="492"/>
                    <a:pt x="34" y="492"/>
                    <a:pt x="1" y="492"/>
                  </a:cubicBezTo>
                  <a:cubicBezTo>
                    <a:pt x="1" y="525"/>
                    <a:pt x="1" y="525"/>
                    <a:pt x="1" y="559"/>
                  </a:cubicBezTo>
                  <a:lnTo>
                    <a:pt x="334" y="1526"/>
                  </a:lnTo>
                  <a:cubicBezTo>
                    <a:pt x="334" y="1526"/>
                    <a:pt x="334" y="1560"/>
                    <a:pt x="334" y="1560"/>
                  </a:cubicBezTo>
                  <a:lnTo>
                    <a:pt x="367" y="1560"/>
                  </a:lnTo>
                  <a:lnTo>
                    <a:pt x="468" y="1493"/>
                  </a:lnTo>
                  <a:cubicBezTo>
                    <a:pt x="468" y="1493"/>
                    <a:pt x="501" y="1459"/>
                    <a:pt x="501" y="1459"/>
                  </a:cubicBezTo>
                  <a:cubicBezTo>
                    <a:pt x="501" y="1426"/>
                    <a:pt x="501" y="1426"/>
                    <a:pt x="501" y="1393"/>
                  </a:cubicBezTo>
                  <a:lnTo>
                    <a:pt x="834" y="58"/>
                  </a:lnTo>
                  <a:cubicBezTo>
                    <a:pt x="834" y="58"/>
                    <a:pt x="834" y="25"/>
                    <a:pt x="834" y="25"/>
                  </a:cubicBezTo>
                  <a:cubicBezTo>
                    <a:pt x="818" y="8"/>
                    <a:pt x="809" y="0"/>
                    <a:pt x="80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4242;p75">
              <a:extLst>
                <a:ext uri="{FF2B5EF4-FFF2-40B4-BE49-F238E27FC236}">
                  <a16:creationId xmlns:a16="http://schemas.microsoft.com/office/drawing/2014/main" id="{59EEDD5D-8D06-1506-C40B-E8CFB085E7A9}"/>
                </a:ext>
              </a:extLst>
            </p:cNvPr>
            <p:cNvSpPr/>
            <p:nvPr/>
          </p:nvSpPr>
          <p:spPr>
            <a:xfrm>
              <a:off x="2421900" y="3457075"/>
              <a:ext cx="20050" cy="35900"/>
            </a:xfrm>
            <a:custGeom>
              <a:avLst/>
              <a:gdLst/>
              <a:ahLst/>
              <a:cxnLst/>
              <a:rect l="l" t="t" r="r" b="b"/>
              <a:pathLst>
                <a:path w="802" h="1436" extrusionOk="0">
                  <a:moveTo>
                    <a:pt x="498" y="321"/>
                  </a:moveTo>
                  <a:cubicBezTo>
                    <a:pt x="512" y="321"/>
                    <a:pt x="524" y="325"/>
                    <a:pt x="534" y="334"/>
                  </a:cubicBezTo>
                  <a:lnTo>
                    <a:pt x="568" y="334"/>
                  </a:lnTo>
                  <a:cubicBezTo>
                    <a:pt x="601" y="368"/>
                    <a:pt x="601" y="368"/>
                    <a:pt x="601" y="401"/>
                  </a:cubicBezTo>
                  <a:cubicBezTo>
                    <a:pt x="601" y="434"/>
                    <a:pt x="601" y="468"/>
                    <a:pt x="601" y="468"/>
                  </a:cubicBezTo>
                  <a:lnTo>
                    <a:pt x="234" y="701"/>
                  </a:lnTo>
                  <a:cubicBezTo>
                    <a:pt x="234" y="635"/>
                    <a:pt x="267" y="568"/>
                    <a:pt x="301" y="501"/>
                  </a:cubicBezTo>
                  <a:cubicBezTo>
                    <a:pt x="301" y="468"/>
                    <a:pt x="334" y="434"/>
                    <a:pt x="367" y="434"/>
                  </a:cubicBezTo>
                  <a:cubicBezTo>
                    <a:pt x="367" y="401"/>
                    <a:pt x="401" y="368"/>
                    <a:pt x="434" y="368"/>
                  </a:cubicBezTo>
                  <a:lnTo>
                    <a:pt x="401" y="368"/>
                  </a:lnTo>
                  <a:cubicBezTo>
                    <a:pt x="424" y="344"/>
                    <a:pt x="465" y="321"/>
                    <a:pt x="498" y="321"/>
                  </a:cubicBezTo>
                  <a:close/>
                  <a:moveTo>
                    <a:pt x="568" y="1"/>
                  </a:moveTo>
                  <a:cubicBezTo>
                    <a:pt x="501" y="1"/>
                    <a:pt x="468" y="34"/>
                    <a:pt x="401" y="34"/>
                  </a:cubicBezTo>
                  <a:cubicBezTo>
                    <a:pt x="334" y="101"/>
                    <a:pt x="301" y="134"/>
                    <a:pt x="234" y="201"/>
                  </a:cubicBezTo>
                  <a:cubicBezTo>
                    <a:pt x="201" y="268"/>
                    <a:pt x="167" y="334"/>
                    <a:pt x="134" y="401"/>
                  </a:cubicBezTo>
                  <a:cubicBezTo>
                    <a:pt x="67" y="501"/>
                    <a:pt x="67" y="601"/>
                    <a:pt x="34" y="668"/>
                  </a:cubicBezTo>
                  <a:cubicBezTo>
                    <a:pt x="34" y="768"/>
                    <a:pt x="1" y="868"/>
                    <a:pt x="1" y="968"/>
                  </a:cubicBezTo>
                  <a:cubicBezTo>
                    <a:pt x="1" y="1035"/>
                    <a:pt x="1" y="1135"/>
                    <a:pt x="34" y="1202"/>
                  </a:cubicBezTo>
                  <a:cubicBezTo>
                    <a:pt x="34" y="1268"/>
                    <a:pt x="67" y="1335"/>
                    <a:pt x="101" y="1368"/>
                  </a:cubicBezTo>
                  <a:cubicBezTo>
                    <a:pt x="134" y="1402"/>
                    <a:pt x="167" y="1435"/>
                    <a:pt x="234" y="1435"/>
                  </a:cubicBezTo>
                  <a:cubicBezTo>
                    <a:pt x="301" y="1435"/>
                    <a:pt x="334" y="1435"/>
                    <a:pt x="401" y="1402"/>
                  </a:cubicBezTo>
                  <a:cubicBezTo>
                    <a:pt x="468" y="1368"/>
                    <a:pt x="501" y="1302"/>
                    <a:pt x="534" y="1268"/>
                  </a:cubicBezTo>
                  <a:cubicBezTo>
                    <a:pt x="601" y="1202"/>
                    <a:pt x="634" y="1168"/>
                    <a:pt x="668" y="1102"/>
                  </a:cubicBezTo>
                  <a:cubicBezTo>
                    <a:pt x="701" y="1068"/>
                    <a:pt x="734" y="1002"/>
                    <a:pt x="734" y="935"/>
                  </a:cubicBezTo>
                  <a:cubicBezTo>
                    <a:pt x="768" y="935"/>
                    <a:pt x="768" y="868"/>
                    <a:pt x="768" y="835"/>
                  </a:cubicBezTo>
                  <a:cubicBezTo>
                    <a:pt x="768" y="835"/>
                    <a:pt x="768" y="835"/>
                    <a:pt x="768" y="801"/>
                  </a:cubicBezTo>
                  <a:lnTo>
                    <a:pt x="734" y="801"/>
                  </a:lnTo>
                  <a:lnTo>
                    <a:pt x="601" y="868"/>
                  </a:lnTo>
                  <a:cubicBezTo>
                    <a:pt x="601" y="901"/>
                    <a:pt x="568" y="901"/>
                    <a:pt x="568" y="901"/>
                  </a:cubicBezTo>
                  <a:cubicBezTo>
                    <a:pt x="568" y="935"/>
                    <a:pt x="534" y="935"/>
                    <a:pt x="534" y="935"/>
                  </a:cubicBezTo>
                  <a:cubicBezTo>
                    <a:pt x="534" y="968"/>
                    <a:pt x="501" y="1002"/>
                    <a:pt x="501" y="1035"/>
                  </a:cubicBezTo>
                  <a:cubicBezTo>
                    <a:pt x="468" y="1035"/>
                    <a:pt x="434" y="1068"/>
                    <a:pt x="401" y="1102"/>
                  </a:cubicBezTo>
                  <a:lnTo>
                    <a:pt x="334" y="1102"/>
                  </a:lnTo>
                  <a:cubicBezTo>
                    <a:pt x="317" y="1118"/>
                    <a:pt x="309" y="1127"/>
                    <a:pt x="301" y="1127"/>
                  </a:cubicBezTo>
                  <a:cubicBezTo>
                    <a:pt x="292" y="1127"/>
                    <a:pt x="284" y="1118"/>
                    <a:pt x="267" y="1102"/>
                  </a:cubicBezTo>
                  <a:cubicBezTo>
                    <a:pt x="267" y="1102"/>
                    <a:pt x="234" y="1102"/>
                    <a:pt x="234" y="1068"/>
                  </a:cubicBezTo>
                  <a:cubicBezTo>
                    <a:pt x="234" y="1035"/>
                    <a:pt x="234" y="1002"/>
                    <a:pt x="234" y="968"/>
                  </a:cubicBezTo>
                  <a:lnTo>
                    <a:pt x="768" y="668"/>
                  </a:lnTo>
                  <a:cubicBezTo>
                    <a:pt x="801" y="635"/>
                    <a:pt x="801" y="635"/>
                    <a:pt x="801" y="635"/>
                  </a:cubicBezTo>
                  <a:cubicBezTo>
                    <a:pt x="801" y="601"/>
                    <a:pt x="801" y="601"/>
                    <a:pt x="801" y="568"/>
                  </a:cubicBezTo>
                  <a:lnTo>
                    <a:pt x="801" y="468"/>
                  </a:lnTo>
                  <a:cubicBezTo>
                    <a:pt x="801" y="368"/>
                    <a:pt x="801" y="301"/>
                    <a:pt x="768" y="234"/>
                  </a:cubicBezTo>
                  <a:cubicBezTo>
                    <a:pt x="768" y="168"/>
                    <a:pt x="734" y="101"/>
                    <a:pt x="701" y="68"/>
                  </a:cubicBezTo>
                  <a:cubicBezTo>
                    <a:pt x="668" y="34"/>
                    <a:pt x="634" y="1"/>
                    <a:pt x="5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4243;p75">
              <a:extLst>
                <a:ext uri="{FF2B5EF4-FFF2-40B4-BE49-F238E27FC236}">
                  <a16:creationId xmlns:a16="http://schemas.microsoft.com/office/drawing/2014/main" id="{00BECFC2-31D0-1901-6F2E-D12AABDAA17E}"/>
                </a:ext>
              </a:extLst>
            </p:cNvPr>
            <p:cNvSpPr/>
            <p:nvPr/>
          </p:nvSpPr>
          <p:spPr>
            <a:xfrm>
              <a:off x="2447750" y="3442075"/>
              <a:ext cx="19200" cy="40050"/>
            </a:xfrm>
            <a:custGeom>
              <a:avLst/>
              <a:gdLst/>
              <a:ahLst/>
              <a:cxnLst/>
              <a:rect l="l" t="t" r="r" b="b"/>
              <a:pathLst>
                <a:path w="768" h="1602" extrusionOk="0">
                  <a:moveTo>
                    <a:pt x="601" y="0"/>
                  </a:moveTo>
                  <a:cubicBezTo>
                    <a:pt x="534" y="0"/>
                    <a:pt x="468" y="34"/>
                    <a:pt x="434" y="34"/>
                  </a:cubicBezTo>
                  <a:cubicBezTo>
                    <a:pt x="368" y="67"/>
                    <a:pt x="334" y="134"/>
                    <a:pt x="301" y="167"/>
                  </a:cubicBezTo>
                  <a:cubicBezTo>
                    <a:pt x="267" y="234"/>
                    <a:pt x="234" y="267"/>
                    <a:pt x="201" y="334"/>
                  </a:cubicBezTo>
                  <a:lnTo>
                    <a:pt x="201" y="267"/>
                  </a:lnTo>
                  <a:cubicBezTo>
                    <a:pt x="201" y="267"/>
                    <a:pt x="201" y="267"/>
                    <a:pt x="201" y="234"/>
                  </a:cubicBezTo>
                  <a:lnTo>
                    <a:pt x="167" y="234"/>
                  </a:lnTo>
                  <a:lnTo>
                    <a:pt x="34" y="301"/>
                  </a:lnTo>
                  <a:cubicBezTo>
                    <a:pt x="1" y="301"/>
                    <a:pt x="1" y="334"/>
                    <a:pt x="1" y="334"/>
                  </a:cubicBezTo>
                  <a:cubicBezTo>
                    <a:pt x="1" y="367"/>
                    <a:pt x="1" y="401"/>
                    <a:pt x="1" y="401"/>
                  </a:cubicBezTo>
                  <a:lnTo>
                    <a:pt x="1" y="1568"/>
                  </a:lnTo>
                  <a:cubicBezTo>
                    <a:pt x="1" y="1568"/>
                    <a:pt x="1" y="1602"/>
                    <a:pt x="1" y="1602"/>
                  </a:cubicBezTo>
                  <a:lnTo>
                    <a:pt x="34" y="1602"/>
                  </a:lnTo>
                  <a:lnTo>
                    <a:pt x="167" y="1535"/>
                  </a:lnTo>
                  <a:cubicBezTo>
                    <a:pt x="167" y="1535"/>
                    <a:pt x="201" y="1501"/>
                    <a:pt x="201" y="1501"/>
                  </a:cubicBezTo>
                  <a:cubicBezTo>
                    <a:pt x="201" y="1468"/>
                    <a:pt x="201" y="1468"/>
                    <a:pt x="201" y="1435"/>
                  </a:cubicBezTo>
                  <a:lnTo>
                    <a:pt x="201" y="801"/>
                  </a:lnTo>
                  <a:cubicBezTo>
                    <a:pt x="201" y="701"/>
                    <a:pt x="201" y="634"/>
                    <a:pt x="234" y="534"/>
                  </a:cubicBezTo>
                  <a:cubicBezTo>
                    <a:pt x="267" y="467"/>
                    <a:pt x="301" y="401"/>
                    <a:pt x="368" y="367"/>
                  </a:cubicBezTo>
                  <a:cubicBezTo>
                    <a:pt x="401" y="351"/>
                    <a:pt x="434" y="342"/>
                    <a:pt x="463" y="342"/>
                  </a:cubicBezTo>
                  <a:cubicBezTo>
                    <a:pt x="493" y="342"/>
                    <a:pt x="518" y="351"/>
                    <a:pt x="534" y="367"/>
                  </a:cubicBezTo>
                  <a:cubicBezTo>
                    <a:pt x="568" y="434"/>
                    <a:pt x="568" y="501"/>
                    <a:pt x="568" y="601"/>
                  </a:cubicBezTo>
                  <a:lnTo>
                    <a:pt x="568" y="1235"/>
                  </a:lnTo>
                  <a:cubicBezTo>
                    <a:pt x="568" y="1235"/>
                    <a:pt x="568" y="1235"/>
                    <a:pt x="568" y="1268"/>
                  </a:cubicBezTo>
                  <a:lnTo>
                    <a:pt x="601" y="1268"/>
                  </a:lnTo>
                  <a:lnTo>
                    <a:pt x="734" y="1201"/>
                  </a:lnTo>
                  <a:cubicBezTo>
                    <a:pt x="734" y="1168"/>
                    <a:pt x="734" y="1168"/>
                    <a:pt x="734" y="1168"/>
                  </a:cubicBezTo>
                  <a:cubicBezTo>
                    <a:pt x="734" y="1135"/>
                    <a:pt x="734" y="1135"/>
                    <a:pt x="734" y="1101"/>
                  </a:cubicBezTo>
                  <a:lnTo>
                    <a:pt x="768" y="434"/>
                  </a:lnTo>
                  <a:cubicBezTo>
                    <a:pt x="768" y="367"/>
                    <a:pt x="768" y="301"/>
                    <a:pt x="768" y="234"/>
                  </a:cubicBezTo>
                  <a:cubicBezTo>
                    <a:pt x="734" y="167"/>
                    <a:pt x="734" y="100"/>
                    <a:pt x="701" y="67"/>
                  </a:cubicBezTo>
                  <a:cubicBezTo>
                    <a:pt x="668" y="34"/>
                    <a:pt x="634" y="0"/>
                    <a:pt x="6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4244;p75">
              <a:extLst>
                <a:ext uri="{FF2B5EF4-FFF2-40B4-BE49-F238E27FC236}">
                  <a16:creationId xmlns:a16="http://schemas.microsoft.com/office/drawing/2014/main" id="{7CA60A7B-33B0-C489-836A-FC66A11B7005}"/>
                </a:ext>
              </a:extLst>
            </p:cNvPr>
            <p:cNvSpPr/>
            <p:nvPr/>
          </p:nvSpPr>
          <p:spPr>
            <a:xfrm>
              <a:off x="2471100" y="3425600"/>
              <a:ext cx="18375" cy="40675"/>
            </a:xfrm>
            <a:custGeom>
              <a:avLst/>
              <a:gdLst/>
              <a:ahLst/>
              <a:cxnLst/>
              <a:rect l="l" t="t" r="r" b="b"/>
              <a:pathLst>
                <a:path w="735" h="1627" extrusionOk="0">
                  <a:moveTo>
                    <a:pt x="730" y="1"/>
                  </a:moveTo>
                  <a:cubicBezTo>
                    <a:pt x="726" y="1"/>
                    <a:pt x="718" y="9"/>
                    <a:pt x="701" y="26"/>
                  </a:cubicBezTo>
                  <a:lnTo>
                    <a:pt x="601" y="92"/>
                  </a:lnTo>
                  <a:cubicBezTo>
                    <a:pt x="568" y="92"/>
                    <a:pt x="568" y="92"/>
                    <a:pt x="568" y="126"/>
                  </a:cubicBezTo>
                  <a:cubicBezTo>
                    <a:pt x="568" y="126"/>
                    <a:pt x="568" y="159"/>
                    <a:pt x="568" y="159"/>
                  </a:cubicBezTo>
                  <a:lnTo>
                    <a:pt x="568" y="793"/>
                  </a:lnTo>
                  <a:cubicBezTo>
                    <a:pt x="568" y="893"/>
                    <a:pt x="534" y="993"/>
                    <a:pt x="501" y="1060"/>
                  </a:cubicBezTo>
                  <a:cubicBezTo>
                    <a:pt x="501" y="1126"/>
                    <a:pt x="434" y="1193"/>
                    <a:pt x="368" y="1226"/>
                  </a:cubicBezTo>
                  <a:cubicBezTo>
                    <a:pt x="334" y="1260"/>
                    <a:pt x="309" y="1277"/>
                    <a:pt x="288" y="1277"/>
                  </a:cubicBezTo>
                  <a:cubicBezTo>
                    <a:pt x="267" y="1277"/>
                    <a:pt x="251" y="1260"/>
                    <a:pt x="234" y="1226"/>
                  </a:cubicBezTo>
                  <a:cubicBezTo>
                    <a:pt x="201" y="1160"/>
                    <a:pt x="201" y="1093"/>
                    <a:pt x="201" y="1026"/>
                  </a:cubicBezTo>
                  <a:lnTo>
                    <a:pt x="201" y="393"/>
                  </a:lnTo>
                  <a:cubicBezTo>
                    <a:pt x="201" y="359"/>
                    <a:pt x="201" y="359"/>
                    <a:pt x="201" y="359"/>
                  </a:cubicBezTo>
                  <a:lnTo>
                    <a:pt x="167" y="359"/>
                  </a:lnTo>
                  <a:lnTo>
                    <a:pt x="34" y="426"/>
                  </a:lnTo>
                  <a:cubicBezTo>
                    <a:pt x="34" y="426"/>
                    <a:pt x="34" y="426"/>
                    <a:pt x="34" y="459"/>
                  </a:cubicBezTo>
                  <a:cubicBezTo>
                    <a:pt x="1" y="459"/>
                    <a:pt x="1" y="493"/>
                    <a:pt x="34" y="526"/>
                  </a:cubicBezTo>
                  <a:lnTo>
                    <a:pt x="1" y="1193"/>
                  </a:lnTo>
                  <a:cubicBezTo>
                    <a:pt x="1" y="1260"/>
                    <a:pt x="1" y="1327"/>
                    <a:pt x="1" y="1393"/>
                  </a:cubicBezTo>
                  <a:cubicBezTo>
                    <a:pt x="1" y="1460"/>
                    <a:pt x="34" y="1493"/>
                    <a:pt x="67" y="1560"/>
                  </a:cubicBezTo>
                  <a:cubicBezTo>
                    <a:pt x="101" y="1593"/>
                    <a:pt x="134" y="1593"/>
                    <a:pt x="167" y="1627"/>
                  </a:cubicBezTo>
                  <a:cubicBezTo>
                    <a:pt x="234" y="1627"/>
                    <a:pt x="267" y="1593"/>
                    <a:pt x="334" y="1560"/>
                  </a:cubicBezTo>
                  <a:cubicBezTo>
                    <a:pt x="368" y="1527"/>
                    <a:pt x="434" y="1493"/>
                    <a:pt x="468" y="1460"/>
                  </a:cubicBezTo>
                  <a:cubicBezTo>
                    <a:pt x="501" y="1393"/>
                    <a:pt x="534" y="1327"/>
                    <a:pt x="568" y="1293"/>
                  </a:cubicBezTo>
                  <a:lnTo>
                    <a:pt x="568" y="1360"/>
                  </a:lnTo>
                  <a:cubicBezTo>
                    <a:pt x="534" y="1360"/>
                    <a:pt x="534" y="1360"/>
                    <a:pt x="568" y="1393"/>
                  </a:cubicBezTo>
                  <a:lnTo>
                    <a:pt x="601" y="1393"/>
                  </a:lnTo>
                  <a:lnTo>
                    <a:pt x="701" y="1327"/>
                  </a:lnTo>
                  <a:cubicBezTo>
                    <a:pt x="734" y="1293"/>
                    <a:pt x="734" y="1293"/>
                    <a:pt x="734" y="1260"/>
                  </a:cubicBezTo>
                  <a:cubicBezTo>
                    <a:pt x="734" y="1260"/>
                    <a:pt x="734" y="1226"/>
                    <a:pt x="734" y="1226"/>
                  </a:cubicBezTo>
                  <a:lnTo>
                    <a:pt x="734" y="59"/>
                  </a:lnTo>
                  <a:cubicBezTo>
                    <a:pt x="734" y="26"/>
                    <a:pt x="734" y="26"/>
                    <a:pt x="734" y="26"/>
                  </a:cubicBezTo>
                  <a:cubicBezTo>
                    <a:pt x="734" y="9"/>
                    <a:pt x="734" y="1"/>
                    <a:pt x="73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4245;p75">
              <a:extLst>
                <a:ext uri="{FF2B5EF4-FFF2-40B4-BE49-F238E27FC236}">
                  <a16:creationId xmlns:a16="http://schemas.microsoft.com/office/drawing/2014/main" id="{F42DB84A-F6C5-8876-1F32-782C00B14335}"/>
                </a:ext>
              </a:extLst>
            </p:cNvPr>
            <p:cNvSpPr/>
            <p:nvPr/>
          </p:nvSpPr>
          <p:spPr>
            <a:xfrm>
              <a:off x="2495275" y="3414550"/>
              <a:ext cx="20050" cy="35875"/>
            </a:xfrm>
            <a:custGeom>
              <a:avLst/>
              <a:gdLst/>
              <a:ahLst/>
              <a:cxnLst/>
              <a:rect l="l" t="t" r="r" b="b"/>
              <a:pathLst>
                <a:path w="802" h="1435" extrusionOk="0">
                  <a:moveTo>
                    <a:pt x="498" y="320"/>
                  </a:moveTo>
                  <a:cubicBezTo>
                    <a:pt x="512" y="320"/>
                    <a:pt x="525" y="324"/>
                    <a:pt x="535" y="334"/>
                  </a:cubicBezTo>
                  <a:lnTo>
                    <a:pt x="601" y="334"/>
                  </a:lnTo>
                  <a:cubicBezTo>
                    <a:pt x="601" y="368"/>
                    <a:pt x="601" y="368"/>
                    <a:pt x="635" y="401"/>
                  </a:cubicBezTo>
                  <a:cubicBezTo>
                    <a:pt x="635" y="434"/>
                    <a:pt x="635" y="434"/>
                    <a:pt x="635" y="468"/>
                  </a:cubicBezTo>
                  <a:lnTo>
                    <a:pt x="268" y="701"/>
                  </a:lnTo>
                  <a:lnTo>
                    <a:pt x="268" y="601"/>
                  </a:lnTo>
                  <a:cubicBezTo>
                    <a:pt x="268" y="534"/>
                    <a:pt x="301" y="468"/>
                    <a:pt x="335" y="401"/>
                  </a:cubicBezTo>
                  <a:cubicBezTo>
                    <a:pt x="368" y="401"/>
                    <a:pt x="401" y="368"/>
                    <a:pt x="434" y="335"/>
                  </a:cubicBezTo>
                  <a:lnTo>
                    <a:pt x="434" y="335"/>
                  </a:lnTo>
                  <a:lnTo>
                    <a:pt x="401" y="368"/>
                  </a:lnTo>
                  <a:cubicBezTo>
                    <a:pt x="425" y="344"/>
                    <a:pt x="465" y="320"/>
                    <a:pt x="498" y="320"/>
                  </a:cubicBezTo>
                  <a:close/>
                  <a:moveTo>
                    <a:pt x="568" y="1"/>
                  </a:moveTo>
                  <a:cubicBezTo>
                    <a:pt x="501" y="1"/>
                    <a:pt x="468" y="1"/>
                    <a:pt x="401" y="34"/>
                  </a:cubicBezTo>
                  <a:cubicBezTo>
                    <a:pt x="335" y="101"/>
                    <a:pt x="301" y="134"/>
                    <a:pt x="234" y="201"/>
                  </a:cubicBezTo>
                  <a:cubicBezTo>
                    <a:pt x="201" y="267"/>
                    <a:pt x="134" y="334"/>
                    <a:pt x="101" y="401"/>
                  </a:cubicBezTo>
                  <a:cubicBezTo>
                    <a:pt x="68" y="501"/>
                    <a:pt x="68" y="568"/>
                    <a:pt x="34" y="668"/>
                  </a:cubicBezTo>
                  <a:cubicBezTo>
                    <a:pt x="34" y="768"/>
                    <a:pt x="1" y="868"/>
                    <a:pt x="1" y="968"/>
                  </a:cubicBezTo>
                  <a:cubicBezTo>
                    <a:pt x="1" y="1035"/>
                    <a:pt x="1" y="1135"/>
                    <a:pt x="34" y="1201"/>
                  </a:cubicBezTo>
                  <a:cubicBezTo>
                    <a:pt x="34" y="1268"/>
                    <a:pt x="68" y="1335"/>
                    <a:pt x="101" y="1368"/>
                  </a:cubicBezTo>
                  <a:cubicBezTo>
                    <a:pt x="134" y="1402"/>
                    <a:pt x="168" y="1435"/>
                    <a:pt x="234" y="1435"/>
                  </a:cubicBezTo>
                  <a:cubicBezTo>
                    <a:pt x="301" y="1435"/>
                    <a:pt x="335" y="1435"/>
                    <a:pt x="401" y="1402"/>
                  </a:cubicBezTo>
                  <a:cubicBezTo>
                    <a:pt x="468" y="1368"/>
                    <a:pt x="501" y="1302"/>
                    <a:pt x="535" y="1268"/>
                  </a:cubicBezTo>
                  <a:cubicBezTo>
                    <a:pt x="601" y="1201"/>
                    <a:pt x="635" y="1168"/>
                    <a:pt x="668" y="1101"/>
                  </a:cubicBezTo>
                  <a:cubicBezTo>
                    <a:pt x="701" y="1068"/>
                    <a:pt x="735" y="1001"/>
                    <a:pt x="735" y="968"/>
                  </a:cubicBezTo>
                  <a:cubicBezTo>
                    <a:pt x="768" y="935"/>
                    <a:pt x="768" y="901"/>
                    <a:pt x="768" y="868"/>
                  </a:cubicBezTo>
                  <a:cubicBezTo>
                    <a:pt x="768" y="835"/>
                    <a:pt x="768" y="835"/>
                    <a:pt x="768" y="801"/>
                  </a:cubicBezTo>
                  <a:lnTo>
                    <a:pt x="735" y="801"/>
                  </a:lnTo>
                  <a:lnTo>
                    <a:pt x="601" y="868"/>
                  </a:lnTo>
                  <a:cubicBezTo>
                    <a:pt x="601" y="901"/>
                    <a:pt x="568" y="901"/>
                    <a:pt x="568" y="901"/>
                  </a:cubicBezTo>
                  <a:lnTo>
                    <a:pt x="535" y="968"/>
                  </a:lnTo>
                  <a:cubicBezTo>
                    <a:pt x="535" y="968"/>
                    <a:pt x="501" y="1001"/>
                    <a:pt x="501" y="1035"/>
                  </a:cubicBezTo>
                  <a:cubicBezTo>
                    <a:pt x="468" y="1035"/>
                    <a:pt x="435" y="1068"/>
                    <a:pt x="401" y="1101"/>
                  </a:cubicBezTo>
                  <a:lnTo>
                    <a:pt x="335" y="1101"/>
                  </a:lnTo>
                  <a:cubicBezTo>
                    <a:pt x="318" y="1118"/>
                    <a:pt x="310" y="1126"/>
                    <a:pt x="301" y="1126"/>
                  </a:cubicBezTo>
                  <a:cubicBezTo>
                    <a:pt x="293" y="1126"/>
                    <a:pt x="284" y="1118"/>
                    <a:pt x="268" y="1101"/>
                  </a:cubicBezTo>
                  <a:cubicBezTo>
                    <a:pt x="268" y="1101"/>
                    <a:pt x="234" y="1068"/>
                    <a:pt x="234" y="1068"/>
                  </a:cubicBezTo>
                  <a:cubicBezTo>
                    <a:pt x="234" y="1035"/>
                    <a:pt x="234" y="1001"/>
                    <a:pt x="234" y="968"/>
                  </a:cubicBezTo>
                  <a:lnTo>
                    <a:pt x="768" y="668"/>
                  </a:lnTo>
                  <a:cubicBezTo>
                    <a:pt x="802" y="634"/>
                    <a:pt x="802" y="634"/>
                    <a:pt x="802" y="601"/>
                  </a:cubicBezTo>
                  <a:cubicBezTo>
                    <a:pt x="802" y="601"/>
                    <a:pt x="802" y="568"/>
                    <a:pt x="802" y="568"/>
                  </a:cubicBezTo>
                  <a:lnTo>
                    <a:pt x="802" y="434"/>
                  </a:lnTo>
                  <a:cubicBezTo>
                    <a:pt x="802" y="368"/>
                    <a:pt x="802" y="301"/>
                    <a:pt x="768" y="234"/>
                  </a:cubicBezTo>
                  <a:cubicBezTo>
                    <a:pt x="768" y="167"/>
                    <a:pt x="735" y="101"/>
                    <a:pt x="701" y="67"/>
                  </a:cubicBezTo>
                  <a:cubicBezTo>
                    <a:pt x="668" y="34"/>
                    <a:pt x="635" y="1"/>
                    <a:pt x="5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4246;p75">
              <a:extLst>
                <a:ext uri="{FF2B5EF4-FFF2-40B4-BE49-F238E27FC236}">
                  <a16:creationId xmlns:a16="http://schemas.microsoft.com/office/drawing/2014/main" id="{6E385163-79FD-30F4-82FE-5B373EDEDF84}"/>
                </a:ext>
              </a:extLst>
            </p:cNvPr>
            <p:cNvSpPr/>
            <p:nvPr/>
          </p:nvSpPr>
          <p:spPr>
            <a:xfrm>
              <a:off x="2613700" y="3332825"/>
              <a:ext cx="24225" cy="53400"/>
            </a:xfrm>
            <a:custGeom>
              <a:avLst/>
              <a:gdLst/>
              <a:ahLst/>
              <a:cxnLst/>
              <a:rect l="l" t="t" r="r" b="b"/>
              <a:pathLst>
                <a:path w="969" h="2136" extrusionOk="0">
                  <a:moveTo>
                    <a:pt x="735" y="1"/>
                  </a:moveTo>
                  <a:cubicBezTo>
                    <a:pt x="668" y="1"/>
                    <a:pt x="601" y="34"/>
                    <a:pt x="534" y="67"/>
                  </a:cubicBezTo>
                  <a:cubicBezTo>
                    <a:pt x="468" y="101"/>
                    <a:pt x="401" y="167"/>
                    <a:pt x="334" y="234"/>
                  </a:cubicBezTo>
                  <a:cubicBezTo>
                    <a:pt x="301" y="301"/>
                    <a:pt x="234" y="368"/>
                    <a:pt x="201" y="468"/>
                  </a:cubicBezTo>
                  <a:cubicBezTo>
                    <a:pt x="167" y="534"/>
                    <a:pt x="134" y="601"/>
                    <a:pt x="134" y="701"/>
                  </a:cubicBezTo>
                  <a:cubicBezTo>
                    <a:pt x="101" y="768"/>
                    <a:pt x="101" y="835"/>
                    <a:pt x="101" y="935"/>
                  </a:cubicBezTo>
                  <a:lnTo>
                    <a:pt x="134" y="935"/>
                  </a:lnTo>
                  <a:lnTo>
                    <a:pt x="334" y="835"/>
                  </a:lnTo>
                  <a:lnTo>
                    <a:pt x="368" y="801"/>
                  </a:lnTo>
                  <a:cubicBezTo>
                    <a:pt x="368" y="801"/>
                    <a:pt x="368" y="768"/>
                    <a:pt x="368" y="734"/>
                  </a:cubicBezTo>
                  <a:cubicBezTo>
                    <a:pt x="401" y="734"/>
                    <a:pt x="401" y="701"/>
                    <a:pt x="368" y="701"/>
                  </a:cubicBezTo>
                  <a:cubicBezTo>
                    <a:pt x="368" y="668"/>
                    <a:pt x="368" y="634"/>
                    <a:pt x="368" y="601"/>
                  </a:cubicBezTo>
                  <a:cubicBezTo>
                    <a:pt x="401" y="601"/>
                    <a:pt x="401" y="568"/>
                    <a:pt x="434" y="534"/>
                  </a:cubicBezTo>
                  <a:cubicBezTo>
                    <a:pt x="434" y="501"/>
                    <a:pt x="468" y="468"/>
                    <a:pt x="501" y="468"/>
                  </a:cubicBezTo>
                  <a:lnTo>
                    <a:pt x="568" y="468"/>
                  </a:lnTo>
                  <a:cubicBezTo>
                    <a:pt x="601" y="468"/>
                    <a:pt x="601" y="468"/>
                    <a:pt x="634" y="501"/>
                  </a:cubicBezTo>
                  <a:cubicBezTo>
                    <a:pt x="634" y="501"/>
                    <a:pt x="634" y="534"/>
                    <a:pt x="634" y="534"/>
                  </a:cubicBezTo>
                  <a:cubicBezTo>
                    <a:pt x="634" y="568"/>
                    <a:pt x="634" y="568"/>
                    <a:pt x="634" y="601"/>
                  </a:cubicBezTo>
                  <a:cubicBezTo>
                    <a:pt x="634" y="634"/>
                    <a:pt x="634" y="668"/>
                    <a:pt x="634" y="701"/>
                  </a:cubicBezTo>
                  <a:cubicBezTo>
                    <a:pt x="601" y="768"/>
                    <a:pt x="568" y="801"/>
                    <a:pt x="534" y="868"/>
                  </a:cubicBezTo>
                  <a:lnTo>
                    <a:pt x="67" y="1702"/>
                  </a:lnTo>
                  <a:cubicBezTo>
                    <a:pt x="34" y="1735"/>
                    <a:pt x="34" y="1769"/>
                    <a:pt x="34" y="1802"/>
                  </a:cubicBezTo>
                  <a:cubicBezTo>
                    <a:pt x="34" y="1835"/>
                    <a:pt x="34" y="1835"/>
                    <a:pt x="34" y="1869"/>
                  </a:cubicBezTo>
                  <a:lnTo>
                    <a:pt x="34" y="2102"/>
                  </a:lnTo>
                  <a:cubicBezTo>
                    <a:pt x="1" y="2102"/>
                    <a:pt x="1" y="2135"/>
                    <a:pt x="34" y="2135"/>
                  </a:cubicBezTo>
                  <a:lnTo>
                    <a:pt x="67" y="2135"/>
                  </a:lnTo>
                  <a:lnTo>
                    <a:pt x="935" y="1602"/>
                  </a:lnTo>
                  <a:cubicBezTo>
                    <a:pt x="968" y="1602"/>
                    <a:pt x="968" y="1602"/>
                    <a:pt x="968" y="1568"/>
                  </a:cubicBezTo>
                  <a:cubicBezTo>
                    <a:pt x="968" y="1568"/>
                    <a:pt x="968" y="1535"/>
                    <a:pt x="968" y="1535"/>
                  </a:cubicBezTo>
                  <a:lnTo>
                    <a:pt x="968" y="1268"/>
                  </a:lnTo>
                  <a:cubicBezTo>
                    <a:pt x="968" y="1235"/>
                    <a:pt x="968" y="1235"/>
                    <a:pt x="968" y="1235"/>
                  </a:cubicBezTo>
                  <a:cubicBezTo>
                    <a:pt x="951" y="1218"/>
                    <a:pt x="943" y="1210"/>
                    <a:pt x="939" y="1210"/>
                  </a:cubicBezTo>
                  <a:cubicBezTo>
                    <a:pt x="935" y="1210"/>
                    <a:pt x="935" y="1218"/>
                    <a:pt x="935" y="1235"/>
                  </a:cubicBezTo>
                  <a:lnTo>
                    <a:pt x="501" y="1468"/>
                  </a:lnTo>
                  <a:lnTo>
                    <a:pt x="501" y="1468"/>
                  </a:lnTo>
                  <a:lnTo>
                    <a:pt x="735" y="1068"/>
                  </a:lnTo>
                  <a:cubicBezTo>
                    <a:pt x="768" y="1001"/>
                    <a:pt x="801" y="935"/>
                    <a:pt x="835" y="868"/>
                  </a:cubicBezTo>
                  <a:cubicBezTo>
                    <a:pt x="868" y="835"/>
                    <a:pt x="868" y="768"/>
                    <a:pt x="901" y="734"/>
                  </a:cubicBezTo>
                  <a:cubicBezTo>
                    <a:pt x="901" y="668"/>
                    <a:pt x="935" y="634"/>
                    <a:pt x="935" y="568"/>
                  </a:cubicBezTo>
                  <a:cubicBezTo>
                    <a:pt x="935" y="534"/>
                    <a:pt x="935" y="468"/>
                    <a:pt x="935" y="434"/>
                  </a:cubicBezTo>
                  <a:cubicBezTo>
                    <a:pt x="935" y="334"/>
                    <a:pt x="968" y="267"/>
                    <a:pt x="968" y="201"/>
                  </a:cubicBezTo>
                  <a:cubicBezTo>
                    <a:pt x="935" y="134"/>
                    <a:pt x="901" y="101"/>
                    <a:pt x="868" y="67"/>
                  </a:cubicBezTo>
                  <a:cubicBezTo>
                    <a:pt x="835" y="34"/>
                    <a:pt x="801" y="1"/>
                    <a:pt x="73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4247;p75">
              <a:extLst>
                <a:ext uri="{FF2B5EF4-FFF2-40B4-BE49-F238E27FC236}">
                  <a16:creationId xmlns:a16="http://schemas.microsoft.com/office/drawing/2014/main" id="{2DB06465-AC8E-A745-030D-4907116E2086}"/>
                </a:ext>
              </a:extLst>
            </p:cNvPr>
            <p:cNvSpPr/>
            <p:nvPr/>
          </p:nvSpPr>
          <p:spPr>
            <a:xfrm>
              <a:off x="2641225" y="3313650"/>
              <a:ext cx="23375" cy="51725"/>
            </a:xfrm>
            <a:custGeom>
              <a:avLst/>
              <a:gdLst/>
              <a:ahLst/>
              <a:cxnLst/>
              <a:rect l="l" t="t" r="r" b="b"/>
              <a:pathLst>
                <a:path w="935" h="2069" extrusionOk="0">
                  <a:moveTo>
                    <a:pt x="834" y="0"/>
                  </a:moveTo>
                  <a:lnTo>
                    <a:pt x="134" y="434"/>
                  </a:lnTo>
                  <a:cubicBezTo>
                    <a:pt x="101" y="434"/>
                    <a:pt x="101" y="467"/>
                    <a:pt x="101" y="467"/>
                  </a:cubicBezTo>
                  <a:cubicBezTo>
                    <a:pt x="101" y="501"/>
                    <a:pt x="101" y="501"/>
                    <a:pt x="101" y="534"/>
                  </a:cubicBezTo>
                  <a:lnTo>
                    <a:pt x="34" y="1435"/>
                  </a:lnTo>
                  <a:cubicBezTo>
                    <a:pt x="34" y="1468"/>
                    <a:pt x="34" y="1468"/>
                    <a:pt x="34" y="1501"/>
                  </a:cubicBezTo>
                  <a:lnTo>
                    <a:pt x="67" y="1501"/>
                  </a:lnTo>
                  <a:lnTo>
                    <a:pt x="334" y="1335"/>
                  </a:lnTo>
                  <a:lnTo>
                    <a:pt x="334" y="1301"/>
                  </a:lnTo>
                  <a:lnTo>
                    <a:pt x="367" y="1268"/>
                  </a:lnTo>
                  <a:lnTo>
                    <a:pt x="401" y="1235"/>
                  </a:lnTo>
                  <a:cubicBezTo>
                    <a:pt x="401" y="1235"/>
                    <a:pt x="434" y="1201"/>
                    <a:pt x="434" y="1201"/>
                  </a:cubicBezTo>
                  <a:cubicBezTo>
                    <a:pt x="479" y="1201"/>
                    <a:pt x="508" y="1186"/>
                    <a:pt x="533" y="1186"/>
                  </a:cubicBezTo>
                  <a:cubicBezTo>
                    <a:pt x="545" y="1186"/>
                    <a:pt x="556" y="1190"/>
                    <a:pt x="568" y="1201"/>
                  </a:cubicBezTo>
                  <a:cubicBezTo>
                    <a:pt x="601" y="1235"/>
                    <a:pt x="601" y="1268"/>
                    <a:pt x="601" y="1301"/>
                  </a:cubicBezTo>
                  <a:cubicBezTo>
                    <a:pt x="601" y="1335"/>
                    <a:pt x="601" y="1368"/>
                    <a:pt x="601" y="1401"/>
                  </a:cubicBezTo>
                  <a:cubicBezTo>
                    <a:pt x="601" y="1435"/>
                    <a:pt x="601" y="1468"/>
                    <a:pt x="568" y="1501"/>
                  </a:cubicBezTo>
                  <a:cubicBezTo>
                    <a:pt x="568" y="1535"/>
                    <a:pt x="534" y="1568"/>
                    <a:pt x="534" y="1568"/>
                  </a:cubicBezTo>
                  <a:lnTo>
                    <a:pt x="467" y="1635"/>
                  </a:lnTo>
                  <a:cubicBezTo>
                    <a:pt x="434" y="1635"/>
                    <a:pt x="401" y="1635"/>
                    <a:pt x="401" y="1668"/>
                  </a:cubicBezTo>
                  <a:lnTo>
                    <a:pt x="334" y="1668"/>
                  </a:lnTo>
                  <a:cubicBezTo>
                    <a:pt x="334" y="1635"/>
                    <a:pt x="301" y="1635"/>
                    <a:pt x="301" y="1635"/>
                  </a:cubicBezTo>
                  <a:cubicBezTo>
                    <a:pt x="301" y="1602"/>
                    <a:pt x="301" y="1602"/>
                    <a:pt x="301" y="1602"/>
                  </a:cubicBezTo>
                  <a:lnTo>
                    <a:pt x="267" y="1535"/>
                  </a:lnTo>
                  <a:lnTo>
                    <a:pt x="234" y="1535"/>
                  </a:lnTo>
                  <a:lnTo>
                    <a:pt x="34" y="1668"/>
                  </a:lnTo>
                  <a:cubicBezTo>
                    <a:pt x="0" y="1668"/>
                    <a:pt x="0" y="1668"/>
                    <a:pt x="0" y="1702"/>
                  </a:cubicBezTo>
                  <a:cubicBezTo>
                    <a:pt x="0" y="1702"/>
                    <a:pt x="0" y="1735"/>
                    <a:pt x="0" y="1735"/>
                  </a:cubicBezTo>
                  <a:cubicBezTo>
                    <a:pt x="0" y="1802"/>
                    <a:pt x="0" y="1868"/>
                    <a:pt x="34" y="1935"/>
                  </a:cubicBezTo>
                  <a:cubicBezTo>
                    <a:pt x="34" y="1968"/>
                    <a:pt x="67" y="2002"/>
                    <a:pt x="134" y="2035"/>
                  </a:cubicBezTo>
                  <a:cubicBezTo>
                    <a:pt x="167" y="2069"/>
                    <a:pt x="234" y="2069"/>
                    <a:pt x="267" y="2069"/>
                  </a:cubicBezTo>
                  <a:cubicBezTo>
                    <a:pt x="334" y="2069"/>
                    <a:pt x="401" y="2035"/>
                    <a:pt x="467" y="2002"/>
                  </a:cubicBezTo>
                  <a:cubicBezTo>
                    <a:pt x="534" y="1968"/>
                    <a:pt x="601" y="1902"/>
                    <a:pt x="668" y="1868"/>
                  </a:cubicBezTo>
                  <a:cubicBezTo>
                    <a:pt x="701" y="1802"/>
                    <a:pt x="768" y="1735"/>
                    <a:pt x="801" y="1635"/>
                  </a:cubicBezTo>
                  <a:cubicBezTo>
                    <a:pt x="834" y="1568"/>
                    <a:pt x="868" y="1468"/>
                    <a:pt x="901" y="1401"/>
                  </a:cubicBezTo>
                  <a:cubicBezTo>
                    <a:pt x="934" y="1301"/>
                    <a:pt x="934" y="1201"/>
                    <a:pt x="934" y="1101"/>
                  </a:cubicBezTo>
                  <a:cubicBezTo>
                    <a:pt x="934" y="1034"/>
                    <a:pt x="934" y="968"/>
                    <a:pt x="901" y="868"/>
                  </a:cubicBezTo>
                  <a:cubicBezTo>
                    <a:pt x="901" y="834"/>
                    <a:pt x="868" y="768"/>
                    <a:pt x="801" y="734"/>
                  </a:cubicBezTo>
                  <a:cubicBezTo>
                    <a:pt x="768" y="701"/>
                    <a:pt x="734" y="701"/>
                    <a:pt x="668" y="701"/>
                  </a:cubicBezTo>
                  <a:cubicBezTo>
                    <a:pt x="601" y="701"/>
                    <a:pt x="568" y="734"/>
                    <a:pt x="501" y="768"/>
                  </a:cubicBezTo>
                  <a:cubicBezTo>
                    <a:pt x="467" y="801"/>
                    <a:pt x="434" y="801"/>
                    <a:pt x="401" y="834"/>
                  </a:cubicBezTo>
                  <a:cubicBezTo>
                    <a:pt x="401" y="868"/>
                    <a:pt x="367" y="901"/>
                    <a:pt x="334" y="901"/>
                  </a:cubicBezTo>
                  <a:lnTo>
                    <a:pt x="334" y="701"/>
                  </a:lnTo>
                  <a:lnTo>
                    <a:pt x="834" y="401"/>
                  </a:lnTo>
                  <a:cubicBezTo>
                    <a:pt x="834" y="401"/>
                    <a:pt x="834" y="401"/>
                    <a:pt x="868" y="367"/>
                  </a:cubicBezTo>
                  <a:cubicBezTo>
                    <a:pt x="868" y="367"/>
                    <a:pt x="868" y="334"/>
                    <a:pt x="868" y="334"/>
                  </a:cubicBezTo>
                  <a:lnTo>
                    <a:pt x="868" y="67"/>
                  </a:lnTo>
                  <a:cubicBezTo>
                    <a:pt x="868" y="34"/>
                    <a:pt x="868" y="34"/>
                    <a:pt x="8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4248;p75">
              <a:extLst>
                <a:ext uri="{FF2B5EF4-FFF2-40B4-BE49-F238E27FC236}">
                  <a16:creationId xmlns:a16="http://schemas.microsoft.com/office/drawing/2014/main" id="{BCDA1930-8138-E7BA-BC8A-5A1B0331C682}"/>
                </a:ext>
              </a:extLst>
            </p:cNvPr>
            <p:cNvSpPr/>
            <p:nvPr/>
          </p:nvSpPr>
          <p:spPr>
            <a:xfrm>
              <a:off x="2667900" y="3296125"/>
              <a:ext cx="31725" cy="56750"/>
            </a:xfrm>
            <a:custGeom>
              <a:avLst/>
              <a:gdLst/>
              <a:ahLst/>
              <a:cxnLst/>
              <a:rect l="l" t="t" r="r" b="b"/>
              <a:pathLst>
                <a:path w="1269" h="2270" extrusionOk="0">
                  <a:moveTo>
                    <a:pt x="268" y="701"/>
                  </a:moveTo>
                  <a:cubicBezTo>
                    <a:pt x="268" y="735"/>
                    <a:pt x="268" y="768"/>
                    <a:pt x="268" y="801"/>
                  </a:cubicBezTo>
                  <a:cubicBezTo>
                    <a:pt x="268" y="868"/>
                    <a:pt x="268" y="902"/>
                    <a:pt x="268" y="968"/>
                  </a:cubicBezTo>
                  <a:cubicBezTo>
                    <a:pt x="268" y="1002"/>
                    <a:pt x="268" y="1035"/>
                    <a:pt x="268" y="1068"/>
                  </a:cubicBezTo>
                  <a:cubicBezTo>
                    <a:pt x="268" y="1102"/>
                    <a:pt x="234" y="1135"/>
                    <a:pt x="234" y="1135"/>
                  </a:cubicBezTo>
                  <a:cubicBezTo>
                    <a:pt x="223" y="1146"/>
                    <a:pt x="212" y="1150"/>
                    <a:pt x="202" y="1150"/>
                  </a:cubicBezTo>
                  <a:cubicBezTo>
                    <a:pt x="182" y="1150"/>
                    <a:pt x="168" y="1135"/>
                    <a:pt x="168" y="1135"/>
                  </a:cubicBezTo>
                  <a:cubicBezTo>
                    <a:pt x="168" y="1102"/>
                    <a:pt x="168" y="1068"/>
                    <a:pt x="168" y="1035"/>
                  </a:cubicBezTo>
                  <a:cubicBezTo>
                    <a:pt x="168" y="968"/>
                    <a:pt x="168" y="935"/>
                    <a:pt x="168" y="902"/>
                  </a:cubicBezTo>
                  <a:cubicBezTo>
                    <a:pt x="168" y="835"/>
                    <a:pt x="168" y="801"/>
                    <a:pt x="168" y="768"/>
                  </a:cubicBezTo>
                  <a:cubicBezTo>
                    <a:pt x="168" y="735"/>
                    <a:pt x="201" y="735"/>
                    <a:pt x="234" y="701"/>
                  </a:cubicBezTo>
                  <a:close/>
                  <a:moveTo>
                    <a:pt x="368" y="435"/>
                  </a:moveTo>
                  <a:cubicBezTo>
                    <a:pt x="334" y="435"/>
                    <a:pt x="268" y="468"/>
                    <a:pt x="234" y="468"/>
                  </a:cubicBezTo>
                  <a:cubicBezTo>
                    <a:pt x="201" y="501"/>
                    <a:pt x="168" y="535"/>
                    <a:pt x="134" y="568"/>
                  </a:cubicBezTo>
                  <a:cubicBezTo>
                    <a:pt x="101" y="601"/>
                    <a:pt x="68" y="635"/>
                    <a:pt x="68" y="701"/>
                  </a:cubicBezTo>
                  <a:cubicBezTo>
                    <a:pt x="34" y="768"/>
                    <a:pt x="1" y="868"/>
                    <a:pt x="1" y="968"/>
                  </a:cubicBezTo>
                  <a:cubicBezTo>
                    <a:pt x="1" y="1002"/>
                    <a:pt x="1" y="1035"/>
                    <a:pt x="1" y="1068"/>
                  </a:cubicBezTo>
                  <a:cubicBezTo>
                    <a:pt x="1" y="1102"/>
                    <a:pt x="1" y="1135"/>
                    <a:pt x="1" y="1168"/>
                  </a:cubicBezTo>
                  <a:cubicBezTo>
                    <a:pt x="1" y="1202"/>
                    <a:pt x="1" y="1268"/>
                    <a:pt x="1" y="1302"/>
                  </a:cubicBezTo>
                  <a:cubicBezTo>
                    <a:pt x="34" y="1335"/>
                    <a:pt x="34" y="1369"/>
                    <a:pt x="68" y="1369"/>
                  </a:cubicBezTo>
                  <a:cubicBezTo>
                    <a:pt x="68" y="1402"/>
                    <a:pt x="101" y="1402"/>
                    <a:pt x="134" y="1402"/>
                  </a:cubicBezTo>
                  <a:cubicBezTo>
                    <a:pt x="168" y="1402"/>
                    <a:pt x="201" y="1402"/>
                    <a:pt x="234" y="1369"/>
                  </a:cubicBezTo>
                  <a:cubicBezTo>
                    <a:pt x="301" y="1369"/>
                    <a:pt x="334" y="1335"/>
                    <a:pt x="368" y="1302"/>
                  </a:cubicBezTo>
                  <a:cubicBezTo>
                    <a:pt x="401" y="1235"/>
                    <a:pt x="401" y="1202"/>
                    <a:pt x="435" y="1168"/>
                  </a:cubicBezTo>
                  <a:cubicBezTo>
                    <a:pt x="468" y="1135"/>
                    <a:pt x="468" y="1068"/>
                    <a:pt x="468" y="1035"/>
                  </a:cubicBezTo>
                  <a:cubicBezTo>
                    <a:pt x="501" y="968"/>
                    <a:pt x="501" y="935"/>
                    <a:pt x="468" y="868"/>
                  </a:cubicBezTo>
                  <a:cubicBezTo>
                    <a:pt x="501" y="801"/>
                    <a:pt x="501" y="735"/>
                    <a:pt x="468" y="701"/>
                  </a:cubicBezTo>
                  <a:cubicBezTo>
                    <a:pt x="501" y="635"/>
                    <a:pt x="501" y="601"/>
                    <a:pt x="468" y="568"/>
                  </a:cubicBezTo>
                  <a:cubicBezTo>
                    <a:pt x="468" y="535"/>
                    <a:pt x="468" y="501"/>
                    <a:pt x="435" y="468"/>
                  </a:cubicBezTo>
                  <a:cubicBezTo>
                    <a:pt x="401" y="468"/>
                    <a:pt x="401" y="435"/>
                    <a:pt x="368" y="435"/>
                  </a:cubicBezTo>
                  <a:close/>
                  <a:moveTo>
                    <a:pt x="1035" y="1168"/>
                  </a:moveTo>
                  <a:cubicBezTo>
                    <a:pt x="1035" y="1168"/>
                    <a:pt x="1035" y="1202"/>
                    <a:pt x="1035" y="1235"/>
                  </a:cubicBezTo>
                  <a:cubicBezTo>
                    <a:pt x="1035" y="1302"/>
                    <a:pt x="1035" y="1369"/>
                    <a:pt x="1035" y="1402"/>
                  </a:cubicBezTo>
                  <a:cubicBezTo>
                    <a:pt x="1035" y="1435"/>
                    <a:pt x="1035" y="1469"/>
                    <a:pt x="1035" y="1502"/>
                  </a:cubicBezTo>
                  <a:cubicBezTo>
                    <a:pt x="1035" y="1535"/>
                    <a:pt x="1002" y="1569"/>
                    <a:pt x="968" y="1569"/>
                  </a:cubicBezTo>
                  <a:lnTo>
                    <a:pt x="935" y="1569"/>
                  </a:lnTo>
                  <a:cubicBezTo>
                    <a:pt x="935" y="1535"/>
                    <a:pt x="935" y="1502"/>
                    <a:pt x="935" y="1502"/>
                  </a:cubicBezTo>
                  <a:lnTo>
                    <a:pt x="935" y="1469"/>
                  </a:lnTo>
                  <a:cubicBezTo>
                    <a:pt x="935" y="1435"/>
                    <a:pt x="935" y="1369"/>
                    <a:pt x="935" y="1335"/>
                  </a:cubicBezTo>
                  <a:cubicBezTo>
                    <a:pt x="935" y="1302"/>
                    <a:pt x="935" y="1235"/>
                    <a:pt x="935" y="1202"/>
                  </a:cubicBezTo>
                  <a:cubicBezTo>
                    <a:pt x="935" y="1202"/>
                    <a:pt x="968" y="1168"/>
                    <a:pt x="968" y="1168"/>
                  </a:cubicBezTo>
                  <a:close/>
                  <a:moveTo>
                    <a:pt x="1135" y="868"/>
                  </a:moveTo>
                  <a:cubicBezTo>
                    <a:pt x="1102" y="868"/>
                    <a:pt x="1068" y="902"/>
                    <a:pt x="1035" y="902"/>
                  </a:cubicBezTo>
                  <a:cubicBezTo>
                    <a:pt x="968" y="935"/>
                    <a:pt x="935" y="968"/>
                    <a:pt x="902" y="1002"/>
                  </a:cubicBezTo>
                  <a:cubicBezTo>
                    <a:pt x="868" y="1035"/>
                    <a:pt x="868" y="1102"/>
                    <a:pt x="835" y="1135"/>
                  </a:cubicBezTo>
                  <a:cubicBezTo>
                    <a:pt x="801" y="1235"/>
                    <a:pt x="768" y="1335"/>
                    <a:pt x="768" y="1435"/>
                  </a:cubicBezTo>
                  <a:cubicBezTo>
                    <a:pt x="768" y="1435"/>
                    <a:pt x="768" y="1502"/>
                    <a:pt x="768" y="1535"/>
                  </a:cubicBezTo>
                  <a:cubicBezTo>
                    <a:pt x="768" y="1535"/>
                    <a:pt x="768" y="1569"/>
                    <a:pt x="768" y="1602"/>
                  </a:cubicBezTo>
                  <a:cubicBezTo>
                    <a:pt x="768" y="1669"/>
                    <a:pt x="768" y="1702"/>
                    <a:pt x="768" y="1735"/>
                  </a:cubicBezTo>
                  <a:cubicBezTo>
                    <a:pt x="768" y="1769"/>
                    <a:pt x="801" y="1802"/>
                    <a:pt x="835" y="1836"/>
                  </a:cubicBezTo>
                  <a:cubicBezTo>
                    <a:pt x="835" y="1836"/>
                    <a:pt x="868" y="1869"/>
                    <a:pt x="902" y="1869"/>
                  </a:cubicBezTo>
                  <a:cubicBezTo>
                    <a:pt x="935" y="1869"/>
                    <a:pt x="968" y="1836"/>
                    <a:pt x="1002" y="1836"/>
                  </a:cubicBezTo>
                  <a:cubicBezTo>
                    <a:pt x="1035" y="1802"/>
                    <a:pt x="1102" y="1769"/>
                    <a:pt x="1135" y="1735"/>
                  </a:cubicBezTo>
                  <a:cubicBezTo>
                    <a:pt x="1135" y="1702"/>
                    <a:pt x="1168" y="1635"/>
                    <a:pt x="1202" y="1602"/>
                  </a:cubicBezTo>
                  <a:cubicBezTo>
                    <a:pt x="1235" y="1569"/>
                    <a:pt x="1235" y="1502"/>
                    <a:pt x="1235" y="1469"/>
                  </a:cubicBezTo>
                  <a:cubicBezTo>
                    <a:pt x="1268" y="1402"/>
                    <a:pt x="1268" y="1369"/>
                    <a:pt x="1235" y="1302"/>
                  </a:cubicBezTo>
                  <a:cubicBezTo>
                    <a:pt x="1235" y="1268"/>
                    <a:pt x="1235" y="1202"/>
                    <a:pt x="1235" y="1135"/>
                  </a:cubicBezTo>
                  <a:lnTo>
                    <a:pt x="1235" y="1102"/>
                  </a:lnTo>
                  <a:cubicBezTo>
                    <a:pt x="1235" y="1068"/>
                    <a:pt x="1268" y="1035"/>
                    <a:pt x="1268" y="1002"/>
                  </a:cubicBezTo>
                  <a:cubicBezTo>
                    <a:pt x="1268" y="968"/>
                    <a:pt x="1235" y="935"/>
                    <a:pt x="1202" y="902"/>
                  </a:cubicBezTo>
                  <a:cubicBezTo>
                    <a:pt x="1202" y="902"/>
                    <a:pt x="1168" y="868"/>
                    <a:pt x="1135" y="868"/>
                  </a:cubicBezTo>
                  <a:close/>
                  <a:moveTo>
                    <a:pt x="1068" y="1"/>
                  </a:moveTo>
                  <a:lnTo>
                    <a:pt x="935" y="68"/>
                  </a:lnTo>
                  <a:cubicBezTo>
                    <a:pt x="935" y="68"/>
                    <a:pt x="902" y="101"/>
                    <a:pt x="902" y="101"/>
                  </a:cubicBezTo>
                  <a:cubicBezTo>
                    <a:pt x="902" y="134"/>
                    <a:pt x="902" y="134"/>
                    <a:pt x="902" y="168"/>
                  </a:cubicBezTo>
                  <a:lnTo>
                    <a:pt x="68" y="2236"/>
                  </a:lnTo>
                  <a:lnTo>
                    <a:pt x="68" y="2269"/>
                  </a:lnTo>
                  <a:lnTo>
                    <a:pt x="101" y="2269"/>
                  </a:lnTo>
                  <a:lnTo>
                    <a:pt x="234" y="2202"/>
                  </a:lnTo>
                  <a:cubicBezTo>
                    <a:pt x="268" y="2202"/>
                    <a:pt x="268" y="2169"/>
                    <a:pt x="268" y="2169"/>
                  </a:cubicBezTo>
                  <a:cubicBezTo>
                    <a:pt x="268" y="2136"/>
                    <a:pt x="301" y="2136"/>
                    <a:pt x="301" y="2102"/>
                  </a:cubicBezTo>
                  <a:lnTo>
                    <a:pt x="1102" y="34"/>
                  </a:lnTo>
                  <a:cubicBezTo>
                    <a:pt x="1102" y="34"/>
                    <a:pt x="1102" y="1"/>
                    <a:pt x="11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4249;p75">
              <a:extLst>
                <a:ext uri="{FF2B5EF4-FFF2-40B4-BE49-F238E27FC236}">
                  <a16:creationId xmlns:a16="http://schemas.microsoft.com/office/drawing/2014/main" id="{A2D8B4DA-1B1D-D3B4-BC4D-5AD4A2E6D434}"/>
                </a:ext>
              </a:extLst>
            </p:cNvPr>
            <p:cNvSpPr/>
            <p:nvPr/>
          </p:nvSpPr>
          <p:spPr>
            <a:xfrm>
              <a:off x="2531150" y="3301975"/>
              <a:ext cx="25050" cy="60075"/>
            </a:xfrm>
            <a:custGeom>
              <a:avLst/>
              <a:gdLst/>
              <a:ahLst/>
              <a:cxnLst/>
              <a:rect l="l" t="t" r="r" b="b"/>
              <a:pathLst>
                <a:path w="1002" h="2403" extrusionOk="0">
                  <a:moveTo>
                    <a:pt x="567" y="0"/>
                  </a:moveTo>
                  <a:lnTo>
                    <a:pt x="334" y="134"/>
                  </a:lnTo>
                  <a:cubicBezTo>
                    <a:pt x="334" y="134"/>
                    <a:pt x="334" y="134"/>
                    <a:pt x="301" y="167"/>
                  </a:cubicBezTo>
                  <a:cubicBezTo>
                    <a:pt x="301" y="167"/>
                    <a:pt x="301" y="201"/>
                    <a:pt x="301" y="234"/>
                  </a:cubicBezTo>
                  <a:lnTo>
                    <a:pt x="301" y="401"/>
                  </a:lnTo>
                  <a:cubicBezTo>
                    <a:pt x="267" y="434"/>
                    <a:pt x="234" y="501"/>
                    <a:pt x="167" y="567"/>
                  </a:cubicBezTo>
                  <a:cubicBezTo>
                    <a:pt x="134" y="601"/>
                    <a:pt x="100" y="668"/>
                    <a:pt x="100" y="734"/>
                  </a:cubicBezTo>
                  <a:cubicBezTo>
                    <a:pt x="67" y="801"/>
                    <a:pt x="34" y="834"/>
                    <a:pt x="34" y="901"/>
                  </a:cubicBezTo>
                  <a:cubicBezTo>
                    <a:pt x="0" y="968"/>
                    <a:pt x="0" y="1034"/>
                    <a:pt x="0" y="1101"/>
                  </a:cubicBezTo>
                  <a:cubicBezTo>
                    <a:pt x="0" y="1201"/>
                    <a:pt x="34" y="1301"/>
                    <a:pt x="67" y="1401"/>
                  </a:cubicBezTo>
                  <a:cubicBezTo>
                    <a:pt x="106" y="1440"/>
                    <a:pt x="157" y="1457"/>
                    <a:pt x="212" y="1457"/>
                  </a:cubicBezTo>
                  <a:cubicBezTo>
                    <a:pt x="251" y="1457"/>
                    <a:pt x="292" y="1449"/>
                    <a:pt x="334" y="1435"/>
                  </a:cubicBezTo>
                  <a:lnTo>
                    <a:pt x="467" y="1401"/>
                  </a:lnTo>
                  <a:cubicBezTo>
                    <a:pt x="501" y="1401"/>
                    <a:pt x="567" y="1368"/>
                    <a:pt x="601" y="1368"/>
                  </a:cubicBezTo>
                  <a:lnTo>
                    <a:pt x="634" y="1368"/>
                  </a:lnTo>
                  <a:cubicBezTo>
                    <a:pt x="667" y="1401"/>
                    <a:pt x="667" y="1401"/>
                    <a:pt x="667" y="1435"/>
                  </a:cubicBezTo>
                  <a:cubicBezTo>
                    <a:pt x="667" y="1468"/>
                    <a:pt x="667" y="1535"/>
                    <a:pt x="634" y="1568"/>
                  </a:cubicBezTo>
                  <a:cubicBezTo>
                    <a:pt x="567" y="1602"/>
                    <a:pt x="534" y="1635"/>
                    <a:pt x="467" y="1668"/>
                  </a:cubicBezTo>
                  <a:cubicBezTo>
                    <a:pt x="434" y="1702"/>
                    <a:pt x="434" y="1702"/>
                    <a:pt x="401" y="1702"/>
                  </a:cubicBezTo>
                  <a:lnTo>
                    <a:pt x="334" y="1702"/>
                  </a:lnTo>
                  <a:cubicBezTo>
                    <a:pt x="334" y="1702"/>
                    <a:pt x="301" y="1702"/>
                    <a:pt x="301" y="1668"/>
                  </a:cubicBezTo>
                  <a:lnTo>
                    <a:pt x="234" y="1668"/>
                  </a:lnTo>
                  <a:lnTo>
                    <a:pt x="34" y="1802"/>
                  </a:lnTo>
                  <a:cubicBezTo>
                    <a:pt x="34" y="1802"/>
                    <a:pt x="34" y="1835"/>
                    <a:pt x="34" y="1835"/>
                  </a:cubicBezTo>
                  <a:cubicBezTo>
                    <a:pt x="34" y="1835"/>
                    <a:pt x="34" y="1868"/>
                    <a:pt x="34" y="1868"/>
                  </a:cubicBezTo>
                  <a:cubicBezTo>
                    <a:pt x="34" y="1935"/>
                    <a:pt x="34" y="1968"/>
                    <a:pt x="67" y="2002"/>
                  </a:cubicBezTo>
                  <a:cubicBezTo>
                    <a:pt x="67" y="2069"/>
                    <a:pt x="100" y="2102"/>
                    <a:pt x="134" y="2102"/>
                  </a:cubicBezTo>
                  <a:cubicBezTo>
                    <a:pt x="167" y="2135"/>
                    <a:pt x="200" y="2169"/>
                    <a:pt x="234" y="2169"/>
                  </a:cubicBezTo>
                  <a:lnTo>
                    <a:pt x="367" y="2169"/>
                  </a:lnTo>
                  <a:lnTo>
                    <a:pt x="367" y="2369"/>
                  </a:lnTo>
                  <a:cubicBezTo>
                    <a:pt x="367" y="2369"/>
                    <a:pt x="367" y="2369"/>
                    <a:pt x="367" y="2402"/>
                  </a:cubicBezTo>
                  <a:lnTo>
                    <a:pt x="401" y="2402"/>
                  </a:lnTo>
                  <a:lnTo>
                    <a:pt x="601" y="2269"/>
                  </a:lnTo>
                  <a:cubicBezTo>
                    <a:pt x="634" y="2269"/>
                    <a:pt x="634" y="2235"/>
                    <a:pt x="634" y="2235"/>
                  </a:cubicBezTo>
                  <a:cubicBezTo>
                    <a:pt x="634" y="2202"/>
                    <a:pt x="634" y="2202"/>
                    <a:pt x="634" y="2169"/>
                  </a:cubicBezTo>
                  <a:lnTo>
                    <a:pt x="634" y="2002"/>
                  </a:lnTo>
                  <a:cubicBezTo>
                    <a:pt x="701" y="1968"/>
                    <a:pt x="734" y="1902"/>
                    <a:pt x="801" y="1868"/>
                  </a:cubicBezTo>
                  <a:cubicBezTo>
                    <a:pt x="834" y="1802"/>
                    <a:pt x="868" y="1735"/>
                    <a:pt x="901" y="1668"/>
                  </a:cubicBezTo>
                  <a:cubicBezTo>
                    <a:pt x="934" y="1602"/>
                    <a:pt x="968" y="1535"/>
                    <a:pt x="968" y="1468"/>
                  </a:cubicBezTo>
                  <a:cubicBezTo>
                    <a:pt x="1001" y="1401"/>
                    <a:pt x="1001" y="1335"/>
                    <a:pt x="1001" y="1268"/>
                  </a:cubicBezTo>
                  <a:cubicBezTo>
                    <a:pt x="1001" y="1201"/>
                    <a:pt x="1001" y="1135"/>
                    <a:pt x="968" y="1068"/>
                  </a:cubicBezTo>
                  <a:cubicBezTo>
                    <a:pt x="968" y="1034"/>
                    <a:pt x="934" y="1001"/>
                    <a:pt x="901" y="968"/>
                  </a:cubicBezTo>
                  <a:cubicBezTo>
                    <a:pt x="868" y="934"/>
                    <a:pt x="834" y="934"/>
                    <a:pt x="801" y="934"/>
                  </a:cubicBezTo>
                  <a:lnTo>
                    <a:pt x="634" y="934"/>
                  </a:lnTo>
                  <a:lnTo>
                    <a:pt x="501" y="1001"/>
                  </a:lnTo>
                  <a:lnTo>
                    <a:pt x="367" y="1001"/>
                  </a:lnTo>
                  <a:lnTo>
                    <a:pt x="367" y="934"/>
                  </a:lnTo>
                  <a:cubicBezTo>
                    <a:pt x="334" y="901"/>
                    <a:pt x="334" y="901"/>
                    <a:pt x="367" y="868"/>
                  </a:cubicBezTo>
                  <a:cubicBezTo>
                    <a:pt x="367" y="834"/>
                    <a:pt x="367" y="834"/>
                    <a:pt x="401" y="801"/>
                  </a:cubicBezTo>
                  <a:cubicBezTo>
                    <a:pt x="401" y="768"/>
                    <a:pt x="434" y="768"/>
                    <a:pt x="434" y="768"/>
                  </a:cubicBezTo>
                  <a:lnTo>
                    <a:pt x="501" y="701"/>
                  </a:lnTo>
                  <a:lnTo>
                    <a:pt x="768" y="701"/>
                  </a:lnTo>
                  <a:lnTo>
                    <a:pt x="968" y="601"/>
                  </a:lnTo>
                  <a:cubicBezTo>
                    <a:pt x="968" y="567"/>
                    <a:pt x="968" y="567"/>
                    <a:pt x="968" y="567"/>
                  </a:cubicBezTo>
                  <a:cubicBezTo>
                    <a:pt x="968" y="534"/>
                    <a:pt x="968" y="534"/>
                    <a:pt x="968" y="501"/>
                  </a:cubicBezTo>
                  <a:cubicBezTo>
                    <a:pt x="968" y="467"/>
                    <a:pt x="968" y="434"/>
                    <a:pt x="934" y="401"/>
                  </a:cubicBezTo>
                  <a:cubicBezTo>
                    <a:pt x="934" y="367"/>
                    <a:pt x="901" y="334"/>
                    <a:pt x="868" y="301"/>
                  </a:cubicBezTo>
                  <a:cubicBezTo>
                    <a:pt x="834" y="267"/>
                    <a:pt x="801" y="234"/>
                    <a:pt x="768" y="234"/>
                  </a:cubicBezTo>
                  <a:lnTo>
                    <a:pt x="634" y="234"/>
                  </a:lnTo>
                  <a:lnTo>
                    <a:pt x="601" y="34"/>
                  </a:lnTo>
                  <a:cubicBezTo>
                    <a:pt x="601" y="34"/>
                    <a:pt x="601" y="0"/>
                    <a:pt x="60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4250;p75">
              <a:extLst>
                <a:ext uri="{FF2B5EF4-FFF2-40B4-BE49-F238E27FC236}">
                  <a16:creationId xmlns:a16="http://schemas.microsoft.com/office/drawing/2014/main" id="{4D4D972F-84B0-C66D-1248-692F66D9E214}"/>
                </a:ext>
              </a:extLst>
            </p:cNvPr>
            <p:cNvSpPr/>
            <p:nvPr/>
          </p:nvSpPr>
          <p:spPr>
            <a:xfrm>
              <a:off x="2557825" y="3291975"/>
              <a:ext cx="17550" cy="47550"/>
            </a:xfrm>
            <a:custGeom>
              <a:avLst/>
              <a:gdLst/>
              <a:ahLst/>
              <a:cxnLst/>
              <a:rect l="l" t="t" r="r" b="b"/>
              <a:pathLst>
                <a:path w="702" h="1902" extrusionOk="0">
                  <a:moveTo>
                    <a:pt x="668" y="0"/>
                  </a:moveTo>
                  <a:lnTo>
                    <a:pt x="468" y="134"/>
                  </a:lnTo>
                  <a:lnTo>
                    <a:pt x="401" y="167"/>
                  </a:lnTo>
                  <a:lnTo>
                    <a:pt x="368" y="234"/>
                  </a:lnTo>
                  <a:lnTo>
                    <a:pt x="34" y="834"/>
                  </a:lnTo>
                  <a:cubicBezTo>
                    <a:pt x="34" y="867"/>
                    <a:pt x="1" y="867"/>
                    <a:pt x="1" y="901"/>
                  </a:cubicBezTo>
                  <a:cubicBezTo>
                    <a:pt x="1" y="901"/>
                    <a:pt x="1" y="934"/>
                    <a:pt x="1" y="934"/>
                  </a:cubicBezTo>
                  <a:lnTo>
                    <a:pt x="168" y="1134"/>
                  </a:lnTo>
                  <a:cubicBezTo>
                    <a:pt x="201" y="1134"/>
                    <a:pt x="201" y="1134"/>
                    <a:pt x="234" y="1101"/>
                  </a:cubicBezTo>
                  <a:lnTo>
                    <a:pt x="401" y="767"/>
                  </a:lnTo>
                  <a:lnTo>
                    <a:pt x="401" y="1868"/>
                  </a:lnTo>
                  <a:cubicBezTo>
                    <a:pt x="401" y="1868"/>
                    <a:pt x="401" y="1901"/>
                    <a:pt x="401" y="1901"/>
                  </a:cubicBezTo>
                  <a:lnTo>
                    <a:pt x="434" y="1901"/>
                  </a:lnTo>
                  <a:lnTo>
                    <a:pt x="668" y="1768"/>
                  </a:lnTo>
                  <a:cubicBezTo>
                    <a:pt x="668" y="1768"/>
                    <a:pt x="668" y="1735"/>
                    <a:pt x="668" y="1735"/>
                  </a:cubicBezTo>
                  <a:cubicBezTo>
                    <a:pt x="668" y="1735"/>
                    <a:pt x="668" y="1701"/>
                    <a:pt x="668" y="1701"/>
                  </a:cubicBezTo>
                  <a:lnTo>
                    <a:pt x="668" y="67"/>
                  </a:lnTo>
                  <a:cubicBezTo>
                    <a:pt x="701" y="33"/>
                    <a:pt x="701" y="33"/>
                    <a:pt x="6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4251;p75">
              <a:extLst>
                <a:ext uri="{FF2B5EF4-FFF2-40B4-BE49-F238E27FC236}">
                  <a16:creationId xmlns:a16="http://schemas.microsoft.com/office/drawing/2014/main" id="{1F8536DB-921C-8233-30FF-00A0B698D576}"/>
                </a:ext>
              </a:extLst>
            </p:cNvPr>
            <p:cNvSpPr/>
            <p:nvPr/>
          </p:nvSpPr>
          <p:spPr>
            <a:xfrm>
              <a:off x="2579525" y="3280300"/>
              <a:ext cx="24200" cy="48375"/>
            </a:xfrm>
            <a:custGeom>
              <a:avLst/>
              <a:gdLst/>
              <a:ahLst/>
              <a:cxnLst/>
              <a:rect l="l" t="t" r="r" b="b"/>
              <a:pathLst>
                <a:path w="968" h="1935" extrusionOk="0">
                  <a:moveTo>
                    <a:pt x="567" y="434"/>
                  </a:moveTo>
                  <a:cubicBezTo>
                    <a:pt x="600" y="434"/>
                    <a:pt x="634" y="467"/>
                    <a:pt x="634" y="467"/>
                  </a:cubicBezTo>
                  <a:cubicBezTo>
                    <a:pt x="634" y="500"/>
                    <a:pt x="667" y="534"/>
                    <a:pt x="667" y="567"/>
                  </a:cubicBezTo>
                  <a:lnTo>
                    <a:pt x="667" y="667"/>
                  </a:lnTo>
                  <a:lnTo>
                    <a:pt x="667" y="1068"/>
                  </a:lnTo>
                  <a:cubicBezTo>
                    <a:pt x="667" y="1101"/>
                    <a:pt x="667" y="1168"/>
                    <a:pt x="667" y="1201"/>
                  </a:cubicBezTo>
                  <a:cubicBezTo>
                    <a:pt x="634" y="1268"/>
                    <a:pt x="634" y="1334"/>
                    <a:pt x="567" y="1401"/>
                  </a:cubicBezTo>
                  <a:cubicBezTo>
                    <a:pt x="567" y="1434"/>
                    <a:pt x="534" y="1468"/>
                    <a:pt x="500" y="1468"/>
                  </a:cubicBezTo>
                  <a:cubicBezTo>
                    <a:pt x="467" y="1501"/>
                    <a:pt x="434" y="1501"/>
                    <a:pt x="434" y="1501"/>
                  </a:cubicBezTo>
                  <a:cubicBezTo>
                    <a:pt x="400" y="1501"/>
                    <a:pt x="367" y="1468"/>
                    <a:pt x="367" y="1468"/>
                  </a:cubicBezTo>
                  <a:cubicBezTo>
                    <a:pt x="334" y="1434"/>
                    <a:pt x="334" y="1401"/>
                    <a:pt x="334" y="1401"/>
                  </a:cubicBezTo>
                  <a:cubicBezTo>
                    <a:pt x="334" y="1368"/>
                    <a:pt x="334" y="1301"/>
                    <a:pt x="334" y="1268"/>
                  </a:cubicBezTo>
                  <a:cubicBezTo>
                    <a:pt x="334" y="1134"/>
                    <a:pt x="334" y="1001"/>
                    <a:pt x="334" y="867"/>
                  </a:cubicBezTo>
                  <a:cubicBezTo>
                    <a:pt x="334" y="834"/>
                    <a:pt x="334" y="767"/>
                    <a:pt x="334" y="734"/>
                  </a:cubicBezTo>
                  <a:cubicBezTo>
                    <a:pt x="334" y="701"/>
                    <a:pt x="367" y="667"/>
                    <a:pt x="367" y="634"/>
                  </a:cubicBezTo>
                  <a:cubicBezTo>
                    <a:pt x="367" y="601"/>
                    <a:pt x="400" y="567"/>
                    <a:pt x="434" y="534"/>
                  </a:cubicBezTo>
                  <a:cubicBezTo>
                    <a:pt x="434" y="500"/>
                    <a:pt x="467" y="500"/>
                    <a:pt x="500" y="467"/>
                  </a:cubicBezTo>
                  <a:cubicBezTo>
                    <a:pt x="534" y="467"/>
                    <a:pt x="534" y="434"/>
                    <a:pt x="567" y="434"/>
                  </a:cubicBezTo>
                  <a:close/>
                  <a:moveTo>
                    <a:pt x="701" y="0"/>
                  </a:moveTo>
                  <a:cubicBezTo>
                    <a:pt x="634" y="0"/>
                    <a:pt x="534" y="33"/>
                    <a:pt x="500" y="67"/>
                  </a:cubicBezTo>
                  <a:cubicBezTo>
                    <a:pt x="400" y="100"/>
                    <a:pt x="334" y="167"/>
                    <a:pt x="267" y="234"/>
                  </a:cubicBezTo>
                  <a:cubicBezTo>
                    <a:pt x="200" y="300"/>
                    <a:pt x="167" y="400"/>
                    <a:pt x="133" y="467"/>
                  </a:cubicBezTo>
                  <a:cubicBezTo>
                    <a:pt x="100" y="567"/>
                    <a:pt x="67" y="634"/>
                    <a:pt x="33" y="734"/>
                  </a:cubicBezTo>
                  <a:cubicBezTo>
                    <a:pt x="33" y="834"/>
                    <a:pt x="0" y="934"/>
                    <a:pt x="0" y="1001"/>
                  </a:cubicBezTo>
                  <a:lnTo>
                    <a:pt x="0" y="1234"/>
                  </a:lnTo>
                  <a:lnTo>
                    <a:pt x="0" y="1468"/>
                  </a:lnTo>
                  <a:cubicBezTo>
                    <a:pt x="0" y="1535"/>
                    <a:pt x="33" y="1635"/>
                    <a:pt x="33" y="1701"/>
                  </a:cubicBezTo>
                  <a:cubicBezTo>
                    <a:pt x="67" y="1768"/>
                    <a:pt x="100" y="1835"/>
                    <a:pt x="133" y="1868"/>
                  </a:cubicBezTo>
                  <a:cubicBezTo>
                    <a:pt x="167" y="1901"/>
                    <a:pt x="234" y="1935"/>
                    <a:pt x="267" y="1935"/>
                  </a:cubicBezTo>
                  <a:cubicBezTo>
                    <a:pt x="334" y="1935"/>
                    <a:pt x="434" y="1901"/>
                    <a:pt x="500" y="1868"/>
                  </a:cubicBezTo>
                  <a:cubicBezTo>
                    <a:pt x="567" y="1835"/>
                    <a:pt x="634" y="1768"/>
                    <a:pt x="701" y="1701"/>
                  </a:cubicBezTo>
                  <a:cubicBezTo>
                    <a:pt x="767" y="1635"/>
                    <a:pt x="801" y="1535"/>
                    <a:pt x="834" y="1468"/>
                  </a:cubicBezTo>
                  <a:cubicBezTo>
                    <a:pt x="867" y="1368"/>
                    <a:pt x="901" y="1301"/>
                    <a:pt x="934" y="1201"/>
                  </a:cubicBezTo>
                  <a:cubicBezTo>
                    <a:pt x="934" y="1101"/>
                    <a:pt x="967" y="1001"/>
                    <a:pt x="967" y="901"/>
                  </a:cubicBezTo>
                  <a:lnTo>
                    <a:pt x="967" y="701"/>
                  </a:lnTo>
                  <a:lnTo>
                    <a:pt x="967" y="467"/>
                  </a:lnTo>
                  <a:cubicBezTo>
                    <a:pt x="967" y="400"/>
                    <a:pt x="934" y="300"/>
                    <a:pt x="934" y="234"/>
                  </a:cubicBezTo>
                  <a:cubicBezTo>
                    <a:pt x="901" y="167"/>
                    <a:pt x="867" y="100"/>
                    <a:pt x="834" y="67"/>
                  </a:cubicBezTo>
                  <a:cubicBezTo>
                    <a:pt x="801" y="33"/>
                    <a:pt x="734" y="0"/>
                    <a:pt x="70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4252;p75">
              <a:extLst>
                <a:ext uri="{FF2B5EF4-FFF2-40B4-BE49-F238E27FC236}">
                  <a16:creationId xmlns:a16="http://schemas.microsoft.com/office/drawing/2014/main" id="{CEFA9B36-9F83-C92F-215B-983E3CA00046}"/>
                </a:ext>
              </a:extLst>
            </p:cNvPr>
            <p:cNvSpPr/>
            <p:nvPr/>
          </p:nvSpPr>
          <p:spPr>
            <a:xfrm>
              <a:off x="2606200" y="3301150"/>
              <a:ext cx="9200" cy="20850"/>
            </a:xfrm>
            <a:custGeom>
              <a:avLst/>
              <a:gdLst/>
              <a:ahLst/>
              <a:cxnLst/>
              <a:rect l="l" t="t" r="r" b="b"/>
              <a:pathLst>
                <a:path w="368" h="834" extrusionOk="0">
                  <a:moveTo>
                    <a:pt x="334" y="0"/>
                  </a:moveTo>
                  <a:lnTo>
                    <a:pt x="134" y="133"/>
                  </a:lnTo>
                  <a:cubicBezTo>
                    <a:pt x="101" y="133"/>
                    <a:pt x="101" y="133"/>
                    <a:pt x="101" y="167"/>
                  </a:cubicBezTo>
                  <a:cubicBezTo>
                    <a:pt x="67" y="200"/>
                    <a:pt x="67" y="234"/>
                    <a:pt x="67" y="267"/>
                  </a:cubicBezTo>
                  <a:lnTo>
                    <a:pt x="0" y="801"/>
                  </a:lnTo>
                  <a:cubicBezTo>
                    <a:pt x="0" y="801"/>
                    <a:pt x="0" y="801"/>
                    <a:pt x="0" y="834"/>
                  </a:cubicBezTo>
                  <a:lnTo>
                    <a:pt x="34" y="834"/>
                  </a:lnTo>
                  <a:lnTo>
                    <a:pt x="167" y="767"/>
                  </a:lnTo>
                  <a:cubicBezTo>
                    <a:pt x="201" y="734"/>
                    <a:pt x="201" y="734"/>
                    <a:pt x="201" y="701"/>
                  </a:cubicBezTo>
                  <a:cubicBezTo>
                    <a:pt x="234" y="667"/>
                    <a:pt x="234" y="667"/>
                    <a:pt x="234" y="634"/>
                  </a:cubicBezTo>
                  <a:lnTo>
                    <a:pt x="367" y="67"/>
                  </a:lnTo>
                  <a:lnTo>
                    <a:pt x="367" y="33"/>
                  </a:lnTo>
                  <a:cubicBezTo>
                    <a:pt x="367" y="33"/>
                    <a:pt x="367" y="0"/>
                    <a:pt x="36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4253;p75">
              <a:extLst>
                <a:ext uri="{FF2B5EF4-FFF2-40B4-BE49-F238E27FC236}">
                  <a16:creationId xmlns:a16="http://schemas.microsoft.com/office/drawing/2014/main" id="{1744F92D-24A8-D5CF-A3F6-72C255AD77EC}"/>
                </a:ext>
              </a:extLst>
            </p:cNvPr>
            <p:cNvSpPr/>
            <p:nvPr/>
          </p:nvSpPr>
          <p:spPr>
            <a:xfrm>
              <a:off x="2618700" y="3257775"/>
              <a:ext cx="23375" cy="47550"/>
            </a:xfrm>
            <a:custGeom>
              <a:avLst/>
              <a:gdLst/>
              <a:ahLst/>
              <a:cxnLst/>
              <a:rect l="l" t="t" r="r" b="b"/>
              <a:pathLst>
                <a:path w="935" h="1902" extrusionOk="0">
                  <a:moveTo>
                    <a:pt x="568" y="434"/>
                  </a:moveTo>
                  <a:cubicBezTo>
                    <a:pt x="601" y="434"/>
                    <a:pt x="601" y="434"/>
                    <a:pt x="601" y="467"/>
                  </a:cubicBezTo>
                  <a:cubicBezTo>
                    <a:pt x="635" y="467"/>
                    <a:pt x="635" y="501"/>
                    <a:pt x="635" y="534"/>
                  </a:cubicBezTo>
                  <a:cubicBezTo>
                    <a:pt x="635" y="568"/>
                    <a:pt x="635" y="601"/>
                    <a:pt x="635" y="634"/>
                  </a:cubicBezTo>
                  <a:lnTo>
                    <a:pt x="635" y="1068"/>
                  </a:lnTo>
                  <a:cubicBezTo>
                    <a:pt x="635" y="1101"/>
                    <a:pt x="635" y="1135"/>
                    <a:pt x="635" y="1168"/>
                  </a:cubicBezTo>
                  <a:cubicBezTo>
                    <a:pt x="635" y="1201"/>
                    <a:pt x="635" y="1235"/>
                    <a:pt x="635" y="1301"/>
                  </a:cubicBezTo>
                  <a:cubicBezTo>
                    <a:pt x="601" y="1301"/>
                    <a:pt x="601" y="1335"/>
                    <a:pt x="568" y="1368"/>
                  </a:cubicBezTo>
                  <a:cubicBezTo>
                    <a:pt x="535" y="1401"/>
                    <a:pt x="501" y="1435"/>
                    <a:pt x="468" y="1435"/>
                  </a:cubicBezTo>
                  <a:cubicBezTo>
                    <a:pt x="468" y="1468"/>
                    <a:pt x="434" y="1468"/>
                    <a:pt x="401" y="1468"/>
                  </a:cubicBezTo>
                  <a:cubicBezTo>
                    <a:pt x="401" y="1468"/>
                    <a:pt x="368" y="1468"/>
                    <a:pt x="368" y="1435"/>
                  </a:cubicBezTo>
                  <a:cubicBezTo>
                    <a:pt x="334" y="1435"/>
                    <a:pt x="334" y="1401"/>
                    <a:pt x="334" y="1368"/>
                  </a:cubicBezTo>
                  <a:cubicBezTo>
                    <a:pt x="334" y="1335"/>
                    <a:pt x="334" y="1301"/>
                    <a:pt x="334" y="1268"/>
                  </a:cubicBezTo>
                  <a:lnTo>
                    <a:pt x="334" y="834"/>
                  </a:lnTo>
                  <a:cubicBezTo>
                    <a:pt x="301" y="801"/>
                    <a:pt x="301" y="768"/>
                    <a:pt x="334" y="734"/>
                  </a:cubicBezTo>
                  <a:cubicBezTo>
                    <a:pt x="334" y="668"/>
                    <a:pt x="334" y="634"/>
                    <a:pt x="368" y="601"/>
                  </a:cubicBezTo>
                  <a:cubicBezTo>
                    <a:pt x="368" y="534"/>
                    <a:pt x="434" y="501"/>
                    <a:pt x="468" y="467"/>
                  </a:cubicBezTo>
                  <a:cubicBezTo>
                    <a:pt x="501" y="434"/>
                    <a:pt x="535" y="434"/>
                    <a:pt x="568" y="434"/>
                  </a:cubicBezTo>
                  <a:close/>
                  <a:moveTo>
                    <a:pt x="668" y="0"/>
                  </a:moveTo>
                  <a:cubicBezTo>
                    <a:pt x="601" y="0"/>
                    <a:pt x="535" y="0"/>
                    <a:pt x="468" y="67"/>
                  </a:cubicBezTo>
                  <a:cubicBezTo>
                    <a:pt x="401" y="101"/>
                    <a:pt x="334" y="167"/>
                    <a:pt x="268" y="234"/>
                  </a:cubicBezTo>
                  <a:cubicBezTo>
                    <a:pt x="201" y="301"/>
                    <a:pt x="168" y="367"/>
                    <a:pt x="101" y="467"/>
                  </a:cubicBezTo>
                  <a:cubicBezTo>
                    <a:pt x="68" y="534"/>
                    <a:pt x="34" y="634"/>
                    <a:pt x="34" y="734"/>
                  </a:cubicBezTo>
                  <a:cubicBezTo>
                    <a:pt x="1" y="801"/>
                    <a:pt x="1" y="901"/>
                    <a:pt x="1" y="1001"/>
                  </a:cubicBezTo>
                  <a:lnTo>
                    <a:pt x="1" y="1235"/>
                  </a:lnTo>
                  <a:lnTo>
                    <a:pt x="1" y="1435"/>
                  </a:lnTo>
                  <a:cubicBezTo>
                    <a:pt x="1" y="1535"/>
                    <a:pt x="1" y="1602"/>
                    <a:pt x="34" y="1702"/>
                  </a:cubicBezTo>
                  <a:cubicBezTo>
                    <a:pt x="34" y="1735"/>
                    <a:pt x="68" y="1802"/>
                    <a:pt x="101" y="1868"/>
                  </a:cubicBezTo>
                  <a:cubicBezTo>
                    <a:pt x="168" y="1902"/>
                    <a:pt x="201" y="1902"/>
                    <a:pt x="268" y="1902"/>
                  </a:cubicBezTo>
                  <a:cubicBezTo>
                    <a:pt x="334" y="1902"/>
                    <a:pt x="401" y="1902"/>
                    <a:pt x="468" y="1835"/>
                  </a:cubicBezTo>
                  <a:cubicBezTo>
                    <a:pt x="535" y="1802"/>
                    <a:pt x="635" y="1735"/>
                    <a:pt x="668" y="1668"/>
                  </a:cubicBezTo>
                  <a:cubicBezTo>
                    <a:pt x="735" y="1602"/>
                    <a:pt x="801" y="1535"/>
                    <a:pt x="835" y="1435"/>
                  </a:cubicBezTo>
                  <a:cubicBezTo>
                    <a:pt x="868" y="1368"/>
                    <a:pt x="901" y="1268"/>
                    <a:pt x="901" y="1168"/>
                  </a:cubicBezTo>
                  <a:cubicBezTo>
                    <a:pt x="935" y="1101"/>
                    <a:pt x="935" y="1001"/>
                    <a:pt x="935" y="901"/>
                  </a:cubicBezTo>
                  <a:lnTo>
                    <a:pt x="935" y="668"/>
                  </a:lnTo>
                  <a:lnTo>
                    <a:pt x="935" y="467"/>
                  </a:lnTo>
                  <a:cubicBezTo>
                    <a:pt x="935" y="367"/>
                    <a:pt x="935" y="301"/>
                    <a:pt x="901" y="201"/>
                  </a:cubicBezTo>
                  <a:cubicBezTo>
                    <a:pt x="901" y="167"/>
                    <a:pt x="868" y="101"/>
                    <a:pt x="835" y="34"/>
                  </a:cubicBezTo>
                  <a:cubicBezTo>
                    <a:pt x="801" y="0"/>
                    <a:pt x="735" y="0"/>
                    <a:pt x="6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4254;p75">
              <a:extLst>
                <a:ext uri="{FF2B5EF4-FFF2-40B4-BE49-F238E27FC236}">
                  <a16:creationId xmlns:a16="http://schemas.microsoft.com/office/drawing/2014/main" id="{1DBA7DF2-3756-BF94-0B9F-7431F643571D}"/>
                </a:ext>
              </a:extLst>
            </p:cNvPr>
            <p:cNvSpPr/>
            <p:nvPr/>
          </p:nvSpPr>
          <p:spPr>
            <a:xfrm>
              <a:off x="2646225" y="3241100"/>
              <a:ext cx="24200" cy="48400"/>
            </a:xfrm>
            <a:custGeom>
              <a:avLst/>
              <a:gdLst/>
              <a:ahLst/>
              <a:cxnLst/>
              <a:rect l="l" t="t" r="r" b="b"/>
              <a:pathLst>
                <a:path w="968" h="1936" extrusionOk="0">
                  <a:moveTo>
                    <a:pt x="568" y="467"/>
                  </a:moveTo>
                  <a:cubicBezTo>
                    <a:pt x="601" y="467"/>
                    <a:pt x="634" y="467"/>
                    <a:pt x="634" y="501"/>
                  </a:cubicBezTo>
                  <a:cubicBezTo>
                    <a:pt x="634" y="501"/>
                    <a:pt x="668" y="534"/>
                    <a:pt x="668" y="567"/>
                  </a:cubicBezTo>
                  <a:cubicBezTo>
                    <a:pt x="668" y="601"/>
                    <a:pt x="668" y="634"/>
                    <a:pt x="668" y="667"/>
                  </a:cubicBezTo>
                  <a:lnTo>
                    <a:pt x="668" y="1101"/>
                  </a:lnTo>
                  <a:cubicBezTo>
                    <a:pt x="668" y="1134"/>
                    <a:pt x="668" y="1168"/>
                    <a:pt x="668" y="1201"/>
                  </a:cubicBezTo>
                  <a:cubicBezTo>
                    <a:pt x="668" y="1235"/>
                    <a:pt x="634" y="1268"/>
                    <a:pt x="634" y="1301"/>
                  </a:cubicBezTo>
                  <a:cubicBezTo>
                    <a:pt x="634" y="1335"/>
                    <a:pt x="601" y="1368"/>
                    <a:pt x="568" y="1401"/>
                  </a:cubicBezTo>
                  <a:cubicBezTo>
                    <a:pt x="568" y="1435"/>
                    <a:pt x="534" y="1468"/>
                    <a:pt x="501" y="1468"/>
                  </a:cubicBezTo>
                  <a:cubicBezTo>
                    <a:pt x="468" y="1501"/>
                    <a:pt x="468" y="1501"/>
                    <a:pt x="434" y="1501"/>
                  </a:cubicBezTo>
                  <a:cubicBezTo>
                    <a:pt x="401" y="1501"/>
                    <a:pt x="368" y="1468"/>
                    <a:pt x="368" y="1468"/>
                  </a:cubicBezTo>
                  <a:cubicBezTo>
                    <a:pt x="368" y="1435"/>
                    <a:pt x="334" y="1435"/>
                    <a:pt x="334" y="1401"/>
                  </a:cubicBezTo>
                  <a:cubicBezTo>
                    <a:pt x="334" y="1368"/>
                    <a:pt x="334" y="1335"/>
                    <a:pt x="334" y="1301"/>
                  </a:cubicBezTo>
                  <a:lnTo>
                    <a:pt x="334" y="868"/>
                  </a:lnTo>
                  <a:cubicBezTo>
                    <a:pt x="334" y="834"/>
                    <a:pt x="334" y="801"/>
                    <a:pt x="334" y="734"/>
                  </a:cubicBezTo>
                  <a:cubicBezTo>
                    <a:pt x="334" y="701"/>
                    <a:pt x="368" y="667"/>
                    <a:pt x="368" y="634"/>
                  </a:cubicBezTo>
                  <a:cubicBezTo>
                    <a:pt x="368" y="601"/>
                    <a:pt x="401" y="567"/>
                    <a:pt x="434" y="534"/>
                  </a:cubicBezTo>
                  <a:cubicBezTo>
                    <a:pt x="434" y="534"/>
                    <a:pt x="468" y="501"/>
                    <a:pt x="501" y="467"/>
                  </a:cubicBezTo>
                  <a:close/>
                  <a:moveTo>
                    <a:pt x="701" y="0"/>
                  </a:moveTo>
                  <a:cubicBezTo>
                    <a:pt x="634" y="0"/>
                    <a:pt x="534" y="34"/>
                    <a:pt x="501" y="67"/>
                  </a:cubicBezTo>
                  <a:cubicBezTo>
                    <a:pt x="401" y="100"/>
                    <a:pt x="334" y="167"/>
                    <a:pt x="267" y="234"/>
                  </a:cubicBezTo>
                  <a:cubicBezTo>
                    <a:pt x="234" y="334"/>
                    <a:pt x="167" y="401"/>
                    <a:pt x="134" y="467"/>
                  </a:cubicBezTo>
                  <a:cubicBezTo>
                    <a:pt x="101" y="567"/>
                    <a:pt x="67" y="667"/>
                    <a:pt x="34" y="734"/>
                  </a:cubicBezTo>
                  <a:cubicBezTo>
                    <a:pt x="34" y="834"/>
                    <a:pt x="1" y="934"/>
                    <a:pt x="1" y="1034"/>
                  </a:cubicBezTo>
                  <a:lnTo>
                    <a:pt x="1" y="1268"/>
                  </a:lnTo>
                  <a:lnTo>
                    <a:pt x="1" y="1468"/>
                  </a:lnTo>
                  <a:cubicBezTo>
                    <a:pt x="1" y="1535"/>
                    <a:pt x="34" y="1635"/>
                    <a:pt x="34" y="1702"/>
                  </a:cubicBezTo>
                  <a:cubicBezTo>
                    <a:pt x="67" y="1768"/>
                    <a:pt x="101" y="1835"/>
                    <a:pt x="134" y="1868"/>
                  </a:cubicBezTo>
                  <a:cubicBezTo>
                    <a:pt x="167" y="1902"/>
                    <a:pt x="234" y="1935"/>
                    <a:pt x="267" y="1935"/>
                  </a:cubicBezTo>
                  <a:cubicBezTo>
                    <a:pt x="368" y="1935"/>
                    <a:pt x="434" y="1902"/>
                    <a:pt x="501" y="1868"/>
                  </a:cubicBezTo>
                  <a:cubicBezTo>
                    <a:pt x="568" y="1835"/>
                    <a:pt x="634" y="1768"/>
                    <a:pt x="701" y="1702"/>
                  </a:cubicBezTo>
                  <a:cubicBezTo>
                    <a:pt x="768" y="1635"/>
                    <a:pt x="801" y="1535"/>
                    <a:pt x="835" y="1468"/>
                  </a:cubicBezTo>
                  <a:cubicBezTo>
                    <a:pt x="868" y="1368"/>
                    <a:pt x="901" y="1301"/>
                    <a:pt x="935" y="1201"/>
                  </a:cubicBezTo>
                  <a:cubicBezTo>
                    <a:pt x="935" y="1101"/>
                    <a:pt x="968" y="1001"/>
                    <a:pt x="968" y="934"/>
                  </a:cubicBezTo>
                  <a:lnTo>
                    <a:pt x="968" y="701"/>
                  </a:lnTo>
                  <a:lnTo>
                    <a:pt x="968" y="467"/>
                  </a:lnTo>
                  <a:cubicBezTo>
                    <a:pt x="968" y="401"/>
                    <a:pt x="935" y="301"/>
                    <a:pt x="935" y="234"/>
                  </a:cubicBezTo>
                  <a:cubicBezTo>
                    <a:pt x="901" y="167"/>
                    <a:pt x="901" y="134"/>
                    <a:pt x="835" y="67"/>
                  </a:cubicBezTo>
                  <a:cubicBezTo>
                    <a:pt x="801" y="34"/>
                    <a:pt x="768" y="0"/>
                    <a:pt x="70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4255;p75">
              <a:extLst>
                <a:ext uri="{FF2B5EF4-FFF2-40B4-BE49-F238E27FC236}">
                  <a16:creationId xmlns:a16="http://schemas.microsoft.com/office/drawing/2014/main" id="{B813DA98-0F6B-FBF3-1341-7B40C2A666D6}"/>
                </a:ext>
              </a:extLst>
            </p:cNvPr>
            <p:cNvSpPr/>
            <p:nvPr/>
          </p:nvSpPr>
          <p:spPr>
            <a:xfrm>
              <a:off x="2674575" y="3225250"/>
              <a:ext cx="23375" cy="48400"/>
            </a:xfrm>
            <a:custGeom>
              <a:avLst/>
              <a:gdLst/>
              <a:ahLst/>
              <a:cxnLst/>
              <a:rect l="l" t="t" r="r" b="b"/>
              <a:pathLst>
                <a:path w="935" h="1936" extrusionOk="0">
                  <a:moveTo>
                    <a:pt x="568" y="434"/>
                  </a:moveTo>
                  <a:cubicBezTo>
                    <a:pt x="601" y="434"/>
                    <a:pt x="601" y="468"/>
                    <a:pt x="635" y="468"/>
                  </a:cubicBezTo>
                  <a:cubicBezTo>
                    <a:pt x="635" y="501"/>
                    <a:pt x="635" y="534"/>
                    <a:pt x="635" y="534"/>
                  </a:cubicBezTo>
                  <a:cubicBezTo>
                    <a:pt x="635" y="568"/>
                    <a:pt x="635" y="634"/>
                    <a:pt x="635" y="668"/>
                  </a:cubicBezTo>
                  <a:lnTo>
                    <a:pt x="635" y="1068"/>
                  </a:lnTo>
                  <a:cubicBezTo>
                    <a:pt x="635" y="1101"/>
                    <a:pt x="635" y="1168"/>
                    <a:pt x="635" y="1201"/>
                  </a:cubicBezTo>
                  <a:cubicBezTo>
                    <a:pt x="635" y="1235"/>
                    <a:pt x="635" y="1268"/>
                    <a:pt x="635" y="1301"/>
                  </a:cubicBezTo>
                  <a:cubicBezTo>
                    <a:pt x="601" y="1335"/>
                    <a:pt x="601" y="1368"/>
                    <a:pt x="568" y="1402"/>
                  </a:cubicBezTo>
                  <a:cubicBezTo>
                    <a:pt x="534" y="1435"/>
                    <a:pt x="501" y="1435"/>
                    <a:pt x="501" y="1468"/>
                  </a:cubicBezTo>
                  <a:cubicBezTo>
                    <a:pt x="468" y="1468"/>
                    <a:pt x="434" y="1502"/>
                    <a:pt x="401" y="1502"/>
                  </a:cubicBezTo>
                  <a:cubicBezTo>
                    <a:pt x="368" y="1468"/>
                    <a:pt x="368" y="1468"/>
                    <a:pt x="368" y="1468"/>
                  </a:cubicBezTo>
                  <a:cubicBezTo>
                    <a:pt x="334" y="1435"/>
                    <a:pt x="334" y="1402"/>
                    <a:pt x="334" y="1368"/>
                  </a:cubicBezTo>
                  <a:cubicBezTo>
                    <a:pt x="301" y="1335"/>
                    <a:pt x="301" y="1301"/>
                    <a:pt x="334" y="1268"/>
                  </a:cubicBezTo>
                  <a:lnTo>
                    <a:pt x="334" y="868"/>
                  </a:lnTo>
                  <a:cubicBezTo>
                    <a:pt x="301" y="801"/>
                    <a:pt x="301" y="768"/>
                    <a:pt x="334" y="734"/>
                  </a:cubicBezTo>
                  <a:cubicBezTo>
                    <a:pt x="334" y="701"/>
                    <a:pt x="334" y="668"/>
                    <a:pt x="368" y="634"/>
                  </a:cubicBezTo>
                  <a:cubicBezTo>
                    <a:pt x="368" y="601"/>
                    <a:pt x="368" y="568"/>
                    <a:pt x="401" y="534"/>
                  </a:cubicBezTo>
                  <a:cubicBezTo>
                    <a:pt x="434" y="501"/>
                    <a:pt x="468" y="468"/>
                    <a:pt x="501" y="468"/>
                  </a:cubicBezTo>
                  <a:cubicBezTo>
                    <a:pt x="501" y="434"/>
                    <a:pt x="534" y="434"/>
                    <a:pt x="568" y="434"/>
                  </a:cubicBezTo>
                  <a:close/>
                  <a:moveTo>
                    <a:pt x="668" y="1"/>
                  </a:moveTo>
                  <a:cubicBezTo>
                    <a:pt x="601" y="1"/>
                    <a:pt x="534" y="34"/>
                    <a:pt x="468" y="67"/>
                  </a:cubicBezTo>
                  <a:cubicBezTo>
                    <a:pt x="401" y="101"/>
                    <a:pt x="334" y="167"/>
                    <a:pt x="268" y="234"/>
                  </a:cubicBezTo>
                  <a:cubicBezTo>
                    <a:pt x="201" y="301"/>
                    <a:pt x="168" y="401"/>
                    <a:pt x="101" y="468"/>
                  </a:cubicBezTo>
                  <a:cubicBezTo>
                    <a:pt x="67" y="568"/>
                    <a:pt x="34" y="634"/>
                    <a:pt x="34" y="734"/>
                  </a:cubicBezTo>
                  <a:cubicBezTo>
                    <a:pt x="1" y="834"/>
                    <a:pt x="1" y="935"/>
                    <a:pt x="1" y="1001"/>
                  </a:cubicBezTo>
                  <a:lnTo>
                    <a:pt x="1" y="1235"/>
                  </a:lnTo>
                  <a:lnTo>
                    <a:pt x="1" y="1468"/>
                  </a:lnTo>
                  <a:cubicBezTo>
                    <a:pt x="1" y="1535"/>
                    <a:pt x="1" y="1635"/>
                    <a:pt x="34" y="1702"/>
                  </a:cubicBezTo>
                  <a:cubicBezTo>
                    <a:pt x="34" y="1768"/>
                    <a:pt x="67" y="1802"/>
                    <a:pt x="101" y="1869"/>
                  </a:cubicBezTo>
                  <a:cubicBezTo>
                    <a:pt x="168" y="1902"/>
                    <a:pt x="201" y="1935"/>
                    <a:pt x="268" y="1935"/>
                  </a:cubicBezTo>
                  <a:cubicBezTo>
                    <a:pt x="334" y="1935"/>
                    <a:pt x="401" y="1902"/>
                    <a:pt x="468" y="1869"/>
                  </a:cubicBezTo>
                  <a:cubicBezTo>
                    <a:pt x="568" y="1802"/>
                    <a:pt x="635" y="1768"/>
                    <a:pt x="668" y="1668"/>
                  </a:cubicBezTo>
                  <a:cubicBezTo>
                    <a:pt x="735" y="1602"/>
                    <a:pt x="801" y="1535"/>
                    <a:pt x="835" y="1468"/>
                  </a:cubicBezTo>
                  <a:cubicBezTo>
                    <a:pt x="868" y="1368"/>
                    <a:pt x="901" y="1268"/>
                    <a:pt x="901" y="1201"/>
                  </a:cubicBezTo>
                  <a:cubicBezTo>
                    <a:pt x="935" y="1101"/>
                    <a:pt x="935" y="1001"/>
                    <a:pt x="935" y="901"/>
                  </a:cubicBezTo>
                  <a:lnTo>
                    <a:pt x="935" y="701"/>
                  </a:lnTo>
                  <a:lnTo>
                    <a:pt x="935" y="468"/>
                  </a:lnTo>
                  <a:cubicBezTo>
                    <a:pt x="935" y="367"/>
                    <a:pt x="935" y="301"/>
                    <a:pt x="901" y="234"/>
                  </a:cubicBezTo>
                  <a:cubicBezTo>
                    <a:pt x="901" y="167"/>
                    <a:pt x="868" y="101"/>
                    <a:pt x="835" y="67"/>
                  </a:cubicBezTo>
                  <a:cubicBezTo>
                    <a:pt x="801" y="34"/>
                    <a:pt x="735" y="1"/>
                    <a:pt x="6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4256;p75">
              <a:extLst>
                <a:ext uri="{FF2B5EF4-FFF2-40B4-BE49-F238E27FC236}">
                  <a16:creationId xmlns:a16="http://schemas.microsoft.com/office/drawing/2014/main" id="{1A701D82-A052-7784-8448-9F42B9C56854}"/>
                </a:ext>
              </a:extLst>
            </p:cNvPr>
            <p:cNvSpPr/>
            <p:nvPr/>
          </p:nvSpPr>
          <p:spPr>
            <a:xfrm>
              <a:off x="2647900" y="3579050"/>
              <a:ext cx="25050" cy="52350"/>
            </a:xfrm>
            <a:custGeom>
              <a:avLst/>
              <a:gdLst/>
              <a:ahLst/>
              <a:cxnLst/>
              <a:rect l="l" t="t" r="r" b="b"/>
              <a:pathLst>
                <a:path w="1002" h="2094" extrusionOk="0">
                  <a:moveTo>
                    <a:pt x="872" y="0"/>
                  </a:moveTo>
                  <a:cubicBezTo>
                    <a:pt x="868" y="0"/>
                    <a:pt x="868" y="9"/>
                    <a:pt x="868" y="25"/>
                  </a:cubicBezTo>
                  <a:lnTo>
                    <a:pt x="100" y="459"/>
                  </a:lnTo>
                  <a:cubicBezTo>
                    <a:pt x="100" y="459"/>
                    <a:pt x="67" y="492"/>
                    <a:pt x="67" y="492"/>
                  </a:cubicBezTo>
                  <a:cubicBezTo>
                    <a:pt x="67" y="526"/>
                    <a:pt x="67" y="526"/>
                    <a:pt x="67" y="559"/>
                  </a:cubicBezTo>
                  <a:lnTo>
                    <a:pt x="67" y="826"/>
                  </a:lnTo>
                  <a:cubicBezTo>
                    <a:pt x="67" y="826"/>
                    <a:pt x="67" y="826"/>
                    <a:pt x="67" y="859"/>
                  </a:cubicBezTo>
                  <a:lnTo>
                    <a:pt x="100" y="859"/>
                  </a:lnTo>
                  <a:lnTo>
                    <a:pt x="534" y="592"/>
                  </a:lnTo>
                  <a:lnTo>
                    <a:pt x="367" y="959"/>
                  </a:lnTo>
                  <a:lnTo>
                    <a:pt x="334" y="1026"/>
                  </a:lnTo>
                  <a:cubicBezTo>
                    <a:pt x="334" y="1059"/>
                    <a:pt x="334" y="1059"/>
                    <a:pt x="334" y="1093"/>
                  </a:cubicBezTo>
                  <a:lnTo>
                    <a:pt x="334" y="1293"/>
                  </a:lnTo>
                  <a:cubicBezTo>
                    <a:pt x="334" y="1326"/>
                    <a:pt x="334" y="1326"/>
                    <a:pt x="334" y="1326"/>
                  </a:cubicBezTo>
                  <a:lnTo>
                    <a:pt x="367" y="1326"/>
                  </a:lnTo>
                  <a:lnTo>
                    <a:pt x="501" y="1260"/>
                  </a:lnTo>
                  <a:cubicBezTo>
                    <a:pt x="534" y="1226"/>
                    <a:pt x="567" y="1226"/>
                    <a:pt x="634" y="1226"/>
                  </a:cubicBezTo>
                  <a:cubicBezTo>
                    <a:pt x="634" y="1226"/>
                    <a:pt x="667" y="1260"/>
                    <a:pt x="667" y="1326"/>
                  </a:cubicBezTo>
                  <a:cubicBezTo>
                    <a:pt x="667" y="1393"/>
                    <a:pt x="667" y="1426"/>
                    <a:pt x="634" y="1493"/>
                  </a:cubicBezTo>
                  <a:cubicBezTo>
                    <a:pt x="567" y="1526"/>
                    <a:pt x="534" y="1560"/>
                    <a:pt x="501" y="1593"/>
                  </a:cubicBezTo>
                  <a:cubicBezTo>
                    <a:pt x="467" y="1626"/>
                    <a:pt x="434" y="1626"/>
                    <a:pt x="401" y="1626"/>
                  </a:cubicBezTo>
                  <a:lnTo>
                    <a:pt x="334" y="1626"/>
                  </a:lnTo>
                  <a:lnTo>
                    <a:pt x="301" y="1593"/>
                  </a:lnTo>
                  <a:lnTo>
                    <a:pt x="234" y="1593"/>
                  </a:lnTo>
                  <a:lnTo>
                    <a:pt x="34" y="1727"/>
                  </a:lnTo>
                  <a:cubicBezTo>
                    <a:pt x="34" y="1727"/>
                    <a:pt x="0" y="1727"/>
                    <a:pt x="0" y="1760"/>
                  </a:cubicBezTo>
                  <a:cubicBezTo>
                    <a:pt x="0" y="1760"/>
                    <a:pt x="0" y="1793"/>
                    <a:pt x="0" y="1793"/>
                  </a:cubicBezTo>
                  <a:cubicBezTo>
                    <a:pt x="0" y="1860"/>
                    <a:pt x="34" y="1893"/>
                    <a:pt x="34" y="1960"/>
                  </a:cubicBezTo>
                  <a:cubicBezTo>
                    <a:pt x="67" y="1993"/>
                    <a:pt x="100" y="2027"/>
                    <a:pt x="134" y="2060"/>
                  </a:cubicBezTo>
                  <a:cubicBezTo>
                    <a:pt x="200" y="2093"/>
                    <a:pt x="234" y="2093"/>
                    <a:pt x="301" y="2093"/>
                  </a:cubicBezTo>
                  <a:cubicBezTo>
                    <a:pt x="367" y="2060"/>
                    <a:pt x="434" y="2060"/>
                    <a:pt x="501" y="1993"/>
                  </a:cubicBezTo>
                  <a:cubicBezTo>
                    <a:pt x="634" y="1927"/>
                    <a:pt x="768" y="1793"/>
                    <a:pt x="868" y="1660"/>
                  </a:cubicBezTo>
                  <a:cubicBezTo>
                    <a:pt x="934" y="1493"/>
                    <a:pt x="1001" y="1326"/>
                    <a:pt x="968" y="1159"/>
                  </a:cubicBezTo>
                  <a:cubicBezTo>
                    <a:pt x="1001" y="1059"/>
                    <a:pt x="968" y="959"/>
                    <a:pt x="901" y="893"/>
                  </a:cubicBezTo>
                  <a:cubicBezTo>
                    <a:pt x="862" y="854"/>
                    <a:pt x="823" y="837"/>
                    <a:pt x="784" y="837"/>
                  </a:cubicBezTo>
                  <a:cubicBezTo>
                    <a:pt x="756" y="837"/>
                    <a:pt x="728" y="845"/>
                    <a:pt x="701" y="859"/>
                  </a:cubicBezTo>
                  <a:lnTo>
                    <a:pt x="901" y="426"/>
                  </a:lnTo>
                  <a:lnTo>
                    <a:pt x="901" y="359"/>
                  </a:lnTo>
                  <a:cubicBezTo>
                    <a:pt x="901" y="359"/>
                    <a:pt x="901" y="326"/>
                    <a:pt x="901" y="326"/>
                  </a:cubicBezTo>
                  <a:lnTo>
                    <a:pt x="901" y="59"/>
                  </a:lnTo>
                  <a:cubicBezTo>
                    <a:pt x="901" y="25"/>
                    <a:pt x="901" y="25"/>
                    <a:pt x="901" y="25"/>
                  </a:cubicBezTo>
                  <a:cubicBezTo>
                    <a:pt x="884" y="9"/>
                    <a:pt x="876" y="0"/>
                    <a:pt x="87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4257;p75">
              <a:extLst>
                <a:ext uri="{FF2B5EF4-FFF2-40B4-BE49-F238E27FC236}">
                  <a16:creationId xmlns:a16="http://schemas.microsoft.com/office/drawing/2014/main" id="{978D674C-E2D9-4DF3-7F2F-EF4A8E22FFA9}"/>
                </a:ext>
              </a:extLst>
            </p:cNvPr>
            <p:cNvSpPr/>
            <p:nvPr/>
          </p:nvSpPr>
          <p:spPr>
            <a:xfrm>
              <a:off x="2674575" y="3563000"/>
              <a:ext cx="24225" cy="51725"/>
            </a:xfrm>
            <a:custGeom>
              <a:avLst/>
              <a:gdLst/>
              <a:ahLst/>
              <a:cxnLst/>
              <a:rect l="l" t="t" r="r" b="b"/>
              <a:pathLst>
                <a:path w="969" h="2069" extrusionOk="0">
                  <a:moveTo>
                    <a:pt x="835" y="0"/>
                  </a:moveTo>
                  <a:lnTo>
                    <a:pt x="134" y="434"/>
                  </a:lnTo>
                  <a:cubicBezTo>
                    <a:pt x="134" y="434"/>
                    <a:pt x="134" y="434"/>
                    <a:pt x="101" y="467"/>
                  </a:cubicBezTo>
                  <a:cubicBezTo>
                    <a:pt x="101" y="467"/>
                    <a:pt x="101" y="501"/>
                    <a:pt x="101" y="501"/>
                  </a:cubicBezTo>
                  <a:lnTo>
                    <a:pt x="67" y="1435"/>
                  </a:lnTo>
                  <a:cubicBezTo>
                    <a:pt x="67" y="1435"/>
                    <a:pt x="67" y="1468"/>
                    <a:pt x="67" y="1468"/>
                  </a:cubicBezTo>
                  <a:lnTo>
                    <a:pt x="101" y="1468"/>
                  </a:lnTo>
                  <a:lnTo>
                    <a:pt x="368" y="1334"/>
                  </a:lnTo>
                  <a:cubicBezTo>
                    <a:pt x="368" y="1334"/>
                    <a:pt x="368" y="1301"/>
                    <a:pt x="368" y="1301"/>
                  </a:cubicBezTo>
                  <a:lnTo>
                    <a:pt x="401" y="1268"/>
                  </a:lnTo>
                  <a:lnTo>
                    <a:pt x="434" y="1234"/>
                  </a:lnTo>
                  <a:cubicBezTo>
                    <a:pt x="468" y="1201"/>
                    <a:pt x="468" y="1201"/>
                    <a:pt x="501" y="1201"/>
                  </a:cubicBezTo>
                  <a:cubicBezTo>
                    <a:pt x="523" y="1201"/>
                    <a:pt x="546" y="1186"/>
                    <a:pt x="568" y="1186"/>
                  </a:cubicBezTo>
                  <a:cubicBezTo>
                    <a:pt x="579" y="1186"/>
                    <a:pt x="590" y="1190"/>
                    <a:pt x="601" y="1201"/>
                  </a:cubicBezTo>
                  <a:cubicBezTo>
                    <a:pt x="635" y="1201"/>
                    <a:pt x="668" y="1268"/>
                    <a:pt x="668" y="1301"/>
                  </a:cubicBezTo>
                  <a:cubicBezTo>
                    <a:pt x="668" y="1334"/>
                    <a:pt x="668" y="1368"/>
                    <a:pt x="668" y="1401"/>
                  </a:cubicBezTo>
                  <a:cubicBezTo>
                    <a:pt x="635" y="1435"/>
                    <a:pt x="635" y="1468"/>
                    <a:pt x="601" y="1501"/>
                  </a:cubicBezTo>
                  <a:cubicBezTo>
                    <a:pt x="601" y="1535"/>
                    <a:pt x="568" y="1535"/>
                    <a:pt x="568" y="1568"/>
                  </a:cubicBezTo>
                  <a:lnTo>
                    <a:pt x="501" y="1601"/>
                  </a:lnTo>
                  <a:cubicBezTo>
                    <a:pt x="468" y="1635"/>
                    <a:pt x="468" y="1635"/>
                    <a:pt x="434" y="1635"/>
                  </a:cubicBezTo>
                  <a:lnTo>
                    <a:pt x="401" y="1635"/>
                  </a:lnTo>
                  <a:cubicBezTo>
                    <a:pt x="368" y="1635"/>
                    <a:pt x="368" y="1635"/>
                    <a:pt x="368" y="1601"/>
                  </a:cubicBezTo>
                  <a:cubicBezTo>
                    <a:pt x="334" y="1601"/>
                    <a:pt x="334" y="1601"/>
                    <a:pt x="334" y="1568"/>
                  </a:cubicBezTo>
                  <a:lnTo>
                    <a:pt x="301" y="1535"/>
                  </a:lnTo>
                  <a:lnTo>
                    <a:pt x="234" y="1535"/>
                  </a:lnTo>
                  <a:lnTo>
                    <a:pt x="34" y="1668"/>
                  </a:lnTo>
                  <a:cubicBezTo>
                    <a:pt x="34" y="1668"/>
                    <a:pt x="34" y="1668"/>
                    <a:pt x="1" y="1701"/>
                  </a:cubicBezTo>
                  <a:cubicBezTo>
                    <a:pt x="1" y="1701"/>
                    <a:pt x="1" y="1701"/>
                    <a:pt x="1" y="1735"/>
                  </a:cubicBezTo>
                  <a:cubicBezTo>
                    <a:pt x="34" y="1801"/>
                    <a:pt x="34" y="1835"/>
                    <a:pt x="67" y="1902"/>
                  </a:cubicBezTo>
                  <a:cubicBezTo>
                    <a:pt x="67" y="1968"/>
                    <a:pt x="101" y="2002"/>
                    <a:pt x="134" y="2035"/>
                  </a:cubicBezTo>
                  <a:cubicBezTo>
                    <a:pt x="201" y="2035"/>
                    <a:pt x="234" y="2068"/>
                    <a:pt x="301" y="2068"/>
                  </a:cubicBezTo>
                  <a:cubicBezTo>
                    <a:pt x="368" y="2035"/>
                    <a:pt x="434" y="2035"/>
                    <a:pt x="501" y="2002"/>
                  </a:cubicBezTo>
                  <a:cubicBezTo>
                    <a:pt x="568" y="1935"/>
                    <a:pt x="635" y="1902"/>
                    <a:pt x="668" y="1835"/>
                  </a:cubicBezTo>
                  <a:cubicBezTo>
                    <a:pt x="735" y="1768"/>
                    <a:pt x="801" y="1701"/>
                    <a:pt x="835" y="1635"/>
                  </a:cubicBezTo>
                  <a:cubicBezTo>
                    <a:pt x="868" y="1568"/>
                    <a:pt x="901" y="1468"/>
                    <a:pt x="935" y="1368"/>
                  </a:cubicBezTo>
                  <a:cubicBezTo>
                    <a:pt x="968" y="1301"/>
                    <a:pt x="968" y="1201"/>
                    <a:pt x="968" y="1101"/>
                  </a:cubicBezTo>
                  <a:cubicBezTo>
                    <a:pt x="968" y="1034"/>
                    <a:pt x="968" y="934"/>
                    <a:pt x="935" y="867"/>
                  </a:cubicBezTo>
                  <a:cubicBezTo>
                    <a:pt x="901" y="801"/>
                    <a:pt x="868" y="767"/>
                    <a:pt x="835" y="734"/>
                  </a:cubicBezTo>
                  <a:cubicBezTo>
                    <a:pt x="801" y="701"/>
                    <a:pt x="735" y="701"/>
                    <a:pt x="701" y="701"/>
                  </a:cubicBezTo>
                  <a:cubicBezTo>
                    <a:pt x="635" y="701"/>
                    <a:pt x="568" y="734"/>
                    <a:pt x="534" y="767"/>
                  </a:cubicBezTo>
                  <a:cubicBezTo>
                    <a:pt x="501" y="767"/>
                    <a:pt x="468" y="801"/>
                    <a:pt x="434" y="834"/>
                  </a:cubicBezTo>
                  <a:cubicBezTo>
                    <a:pt x="401" y="834"/>
                    <a:pt x="368" y="867"/>
                    <a:pt x="368" y="901"/>
                  </a:cubicBezTo>
                  <a:lnTo>
                    <a:pt x="368" y="667"/>
                  </a:lnTo>
                  <a:lnTo>
                    <a:pt x="835" y="400"/>
                  </a:lnTo>
                  <a:cubicBezTo>
                    <a:pt x="868" y="400"/>
                    <a:pt x="868" y="367"/>
                    <a:pt x="868" y="367"/>
                  </a:cubicBezTo>
                  <a:cubicBezTo>
                    <a:pt x="868" y="334"/>
                    <a:pt x="868" y="334"/>
                    <a:pt x="868" y="300"/>
                  </a:cubicBezTo>
                  <a:lnTo>
                    <a:pt x="868" y="34"/>
                  </a:lnTo>
                  <a:cubicBezTo>
                    <a:pt x="868" y="34"/>
                    <a:pt x="868" y="0"/>
                    <a:pt x="8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4258;p75">
              <a:extLst>
                <a:ext uri="{FF2B5EF4-FFF2-40B4-BE49-F238E27FC236}">
                  <a16:creationId xmlns:a16="http://schemas.microsoft.com/office/drawing/2014/main" id="{944FA39C-CF2C-6EFE-ADB7-B71380BB49FB}"/>
                </a:ext>
              </a:extLst>
            </p:cNvPr>
            <p:cNvSpPr/>
            <p:nvPr/>
          </p:nvSpPr>
          <p:spPr>
            <a:xfrm>
              <a:off x="2640400" y="3656400"/>
              <a:ext cx="24200" cy="51725"/>
            </a:xfrm>
            <a:custGeom>
              <a:avLst/>
              <a:gdLst/>
              <a:ahLst/>
              <a:cxnLst/>
              <a:rect l="l" t="t" r="r" b="b"/>
              <a:pathLst>
                <a:path w="968" h="2069" extrusionOk="0">
                  <a:moveTo>
                    <a:pt x="834" y="0"/>
                  </a:moveTo>
                  <a:lnTo>
                    <a:pt x="134" y="401"/>
                  </a:lnTo>
                  <a:cubicBezTo>
                    <a:pt x="134" y="434"/>
                    <a:pt x="100" y="434"/>
                    <a:pt x="100" y="467"/>
                  </a:cubicBezTo>
                  <a:cubicBezTo>
                    <a:pt x="100" y="467"/>
                    <a:pt x="100" y="501"/>
                    <a:pt x="100" y="501"/>
                  </a:cubicBezTo>
                  <a:lnTo>
                    <a:pt x="67" y="1435"/>
                  </a:lnTo>
                  <a:cubicBezTo>
                    <a:pt x="67" y="1435"/>
                    <a:pt x="67" y="1468"/>
                    <a:pt x="67" y="1468"/>
                  </a:cubicBezTo>
                  <a:lnTo>
                    <a:pt x="100" y="1468"/>
                  </a:lnTo>
                  <a:lnTo>
                    <a:pt x="334" y="1335"/>
                  </a:lnTo>
                  <a:cubicBezTo>
                    <a:pt x="367" y="1301"/>
                    <a:pt x="367" y="1301"/>
                    <a:pt x="367" y="1301"/>
                  </a:cubicBezTo>
                  <a:lnTo>
                    <a:pt x="400" y="1268"/>
                  </a:lnTo>
                  <a:lnTo>
                    <a:pt x="434" y="1201"/>
                  </a:lnTo>
                  <a:lnTo>
                    <a:pt x="467" y="1168"/>
                  </a:lnTo>
                  <a:lnTo>
                    <a:pt x="601" y="1168"/>
                  </a:lnTo>
                  <a:cubicBezTo>
                    <a:pt x="634" y="1201"/>
                    <a:pt x="634" y="1268"/>
                    <a:pt x="634" y="1301"/>
                  </a:cubicBezTo>
                  <a:cubicBezTo>
                    <a:pt x="634" y="1335"/>
                    <a:pt x="634" y="1368"/>
                    <a:pt x="634" y="1401"/>
                  </a:cubicBezTo>
                  <a:cubicBezTo>
                    <a:pt x="634" y="1435"/>
                    <a:pt x="634" y="1468"/>
                    <a:pt x="601" y="1501"/>
                  </a:cubicBezTo>
                  <a:cubicBezTo>
                    <a:pt x="601" y="1501"/>
                    <a:pt x="567" y="1535"/>
                    <a:pt x="567" y="1568"/>
                  </a:cubicBezTo>
                  <a:lnTo>
                    <a:pt x="500" y="1601"/>
                  </a:lnTo>
                  <a:cubicBezTo>
                    <a:pt x="467" y="1635"/>
                    <a:pt x="434" y="1635"/>
                    <a:pt x="434" y="1635"/>
                  </a:cubicBezTo>
                  <a:lnTo>
                    <a:pt x="367" y="1635"/>
                  </a:lnTo>
                  <a:cubicBezTo>
                    <a:pt x="367" y="1635"/>
                    <a:pt x="334" y="1601"/>
                    <a:pt x="334" y="1601"/>
                  </a:cubicBezTo>
                  <a:cubicBezTo>
                    <a:pt x="334" y="1601"/>
                    <a:pt x="334" y="1568"/>
                    <a:pt x="334" y="1568"/>
                  </a:cubicBezTo>
                  <a:lnTo>
                    <a:pt x="267" y="1535"/>
                  </a:lnTo>
                  <a:lnTo>
                    <a:pt x="234" y="1535"/>
                  </a:lnTo>
                  <a:lnTo>
                    <a:pt x="33" y="1668"/>
                  </a:lnTo>
                  <a:lnTo>
                    <a:pt x="0" y="1668"/>
                  </a:lnTo>
                  <a:cubicBezTo>
                    <a:pt x="0" y="1701"/>
                    <a:pt x="0" y="1701"/>
                    <a:pt x="0" y="1735"/>
                  </a:cubicBezTo>
                  <a:cubicBezTo>
                    <a:pt x="0" y="1802"/>
                    <a:pt x="33" y="1835"/>
                    <a:pt x="33" y="1902"/>
                  </a:cubicBezTo>
                  <a:cubicBezTo>
                    <a:pt x="67" y="1968"/>
                    <a:pt x="100" y="2002"/>
                    <a:pt x="134" y="2035"/>
                  </a:cubicBezTo>
                  <a:cubicBezTo>
                    <a:pt x="167" y="2035"/>
                    <a:pt x="234" y="2068"/>
                    <a:pt x="267" y="2068"/>
                  </a:cubicBezTo>
                  <a:cubicBezTo>
                    <a:pt x="367" y="2035"/>
                    <a:pt x="434" y="2035"/>
                    <a:pt x="467" y="2002"/>
                  </a:cubicBezTo>
                  <a:cubicBezTo>
                    <a:pt x="534" y="1935"/>
                    <a:pt x="601" y="1902"/>
                    <a:pt x="667" y="1835"/>
                  </a:cubicBezTo>
                  <a:cubicBezTo>
                    <a:pt x="734" y="1768"/>
                    <a:pt x="767" y="1701"/>
                    <a:pt x="801" y="1635"/>
                  </a:cubicBezTo>
                  <a:cubicBezTo>
                    <a:pt x="867" y="1535"/>
                    <a:pt x="901" y="1468"/>
                    <a:pt x="901" y="1368"/>
                  </a:cubicBezTo>
                  <a:cubicBezTo>
                    <a:pt x="934" y="1301"/>
                    <a:pt x="967" y="1201"/>
                    <a:pt x="967" y="1101"/>
                  </a:cubicBezTo>
                  <a:cubicBezTo>
                    <a:pt x="967" y="1001"/>
                    <a:pt x="934" y="934"/>
                    <a:pt x="934" y="868"/>
                  </a:cubicBezTo>
                  <a:cubicBezTo>
                    <a:pt x="901" y="801"/>
                    <a:pt x="867" y="767"/>
                    <a:pt x="834" y="734"/>
                  </a:cubicBezTo>
                  <a:cubicBezTo>
                    <a:pt x="801" y="701"/>
                    <a:pt x="734" y="701"/>
                    <a:pt x="701" y="701"/>
                  </a:cubicBezTo>
                  <a:cubicBezTo>
                    <a:pt x="634" y="701"/>
                    <a:pt x="567" y="734"/>
                    <a:pt x="500" y="767"/>
                  </a:cubicBezTo>
                  <a:cubicBezTo>
                    <a:pt x="467" y="767"/>
                    <a:pt x="467" y="801"/>
                    <a:pt x="434" y="834"/>
                  </a:cubicBezTo>
                  <a:cubicBezTo>
                    <a:pt x="400" y="834"/>
                    <a:pt x="400" y="868"/>
                    <a:pt x="367" y="901"/>
                  </a:cubicBezTo>
                  <a:lnTo>
                    <a:pt x="367" y="667"/>
                  </a:lnTo>
                  <a:lnTo>
                    <a:pt x="834" y="401"/>
                  </a:lnTo>
                  <a:cubicBezTo>
                    <a:pt x="834" y="401"/>
                    <a:pt x="867" y="367"/>
                    <a:pt x="867" y="367"/>
                  </a:cubicBezTo>
                  <a:cubicBezTo>
                    <a:pt x="867" y="334"/>
                    <a:pt x="867" y="334"/>
                    <a:pt x="867" y="300"/>
                  </a:cubicBezTo>
                  <a:lnTo>
                    <a:pt x="867" y="34"/>
                  </a:lnTo>
                  <a:cubicBezTo>
                    <a:pt x="867" y="34"/>
                    <a:pt x="867" y="0"/>
                    <a:pt x="86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4259;p75">
              <a:extLst>
                <a:ext uri="{FF2B5EF4-FFF2-40B4-BE49-F238E27FC236}">
                  <a16:creationId xmlns:a16="http://schemas.microsoft.com/office/drawing/2014/main" id="{572080E8-7591-330B-4B83-914079B2C3AC}"/>
                </a:ext>
              </a:extLst>
            </p:cNvPr>
            <p:cNvSpPr/>
            <p:nvPr/>
          </p:nvSpPr>
          <p:spPr>
            <a:xfrm>
              <a:off x="2667900" y="3638050"/>
              <a:ext cx="31725" cy="57550"/>
            </a:xfrm>
            <a:custGeom>
              <a:avLst/>
              <a:gdLst/>
              <a:ahLst/>
              <a:cxnLst/>
              <a:rect l="l" t="t" r="r" b="b"/>
              <a:pathLst>
                <a:path w="1269" h="2302" extrusionOk="0">
                  <a:moveTo>
                    <a:pt x="243" y="719"/>
                  </a:moveTo>
                  <a:cubicBezTo>
                    <a:pt x="253" y="719"/>
                    <a:pt x="268" y="734"/>
                    <a:pt x="268" y="734"/>
                  </a:cubicBezTo>
                  <a:cubicBezTo>
                    <a:pt x="268" y="734"/>
                    <a:pt x="268" y="768"/>
                    <a:pt x="268" y="801"/>
                  </a:cubicBezTo>
                  <a:cubicBezTo>
                    <a:pt x="268" y="868"/>
                    <a:pt x="268" y="901"/>
                    <a:pt x="268" y="968"/>
                  </a:cubicBezTo>
                  <a:cubicBezTo>
                    <a:pt x="268" y="1001"/>
                    <a:pt x="268" y="1034"/>
                    <a:pt x="268" y="1068"/>
                  </a:cubicBezTo>
                  <a:cubicBezTo>
                    <a:pt x="268" y="1101"/>
                    <a:pt x="234" y="1135"/>
                    <a:pt x="234" y="1135"/>
                  </a:cubicBezTo>
                  <a:lnTo>
                    <a:pt x="168" y="1135"/>
                  </a:lnTo>
                  <a:cubicBezTo>
                    <a:pt x="168" y="1101"/>
                    <a:pt x="168" y="1068"/>
                    <a:pt x="168" y="1068"/>
                  </a:cubicBezTo>
                  <a:cubicBezTo>
                    <a:pt x="168" y="1001"/>
                    <a:pt x="168" y="934"/>
                    <a:pt x="168" y="901"/>
                  </a:cubicBezTo>
                  <a:cubicBezTo>
                    <a:pt x="168" y="834"/>
                    <a:pt x="168" y="801"/>
                    <a:pt x="168" y="768"/>
                  </a:cubicBezTo>
                  <a:cubicBezTo>
                    <a:pt x="168" y="734"/>
                    <a:pt x="201" y="734"/>
                    <a:pt x="234" y="734"/>
                  </a:cubicBezTo>
                  <a:cubicBezTo>
                    <a:pt x="234" y="723"/>
                    <a:pt x="238" y="719"/>
                    <a:pt x="243" y="719"/>
                  </a:cubicBezTo>
                  <a:close/>
                  <a:moveTo>
                    <a:pt x="368" y="434"/>
                  </a:moveTo>
                  <a:cubicBezTo>
                    <a:pt x="334" y="434"/>
                    <a:pt x="268" y="467"/>
                    <a:pt x="234" y="467"/>
                  </a:cubicBezTo>
                  <a:cubicBezTo>
                    <a:pt x="201" y="501"/>
                    <a:pt x="168" y="534"/>
                    <a:pt x="134" y="567"/>
                  </a:cubicBezTo>
                  <a:cubicBezTo>
                    <a:pt x="68" y="634"/>
                    <a:pt x="34" y="734"/>
                    <a:pt x="1" y="834"/>
                  </a:cubicBezTo>
                  <a:cubicBezTo>
                    <a:pt x="1" y="868"/>
                    <a:pt x="1" y="934"/>
                    <a:pt x="1" y="968"/>
                  </a:cubicBezTo>
                  <a:cubicBezTo>
                    <a:pt x="1" y="1001"/>
                    <a:pt x="1" y="1034"/>
                    <a:pt x="1" y="1068"/>
                  </a:cubicBezTo>
                  <a:cubicBezTo>
                    <a:pt x="1" y="1101"/>
                    <a:pt x="1" y="1135"/>
                    <a:pt x="1" y="1168"/>
                  </a:cubicBezTo>
                  <a:cubicBezTo>
                    <a:pt x="1" y="1201"/>
                    <a:pt x="1" y="1268"/>
                    <a:pt x="1" y="1301"/>
                  </a:cubicBezTo>
                  <a:cubicBezTo>
                    <a:pt x="34" y="1335"/>
                    <a:pt x="34" y="1368"/>
                    <a:pt x="68" y="1401"/>
                  </a:cubicBezTo>
                  <a:lnTo>
                    <a:pt x="134" y="1401"/>
                  </a:lnTo>
                  <a:cubicBezTo>
                    <a:pt x="168" y="1401"/>
                    <a:pt x="201" y="1401"/>
                    <a:pt x="234" y="1368"/>
                  </a:cubicBezTo>
                  <a:cubicBezTo>
                    <a:pt x="301" y="1368"/>
                    <a:pt x="334" y="1335"/>
                    <a:pt x="368" y="1301"/>
                  </a:cubicBezTo>
                  <a:cubicBezTo>
                    <a:pt x="401" y="1235"/>
                    <a:pt x="401" y="1201"/>
                    <a:pt x="435" y="1168"/>
                  </a:cubicBezTo>
                  <a:cubicBezTo>
                    <a:pt x="468" y="1135"/>
                    <a:pt x="468" y="1068"/>
                    <a:pt x="468" y="1034"/>
                  </a:cubicBezTo>
                  <a:cubicBezTo>
                    <a:pt x="501" y="968"/>
                    <a:pt x="501" y="934"/>
                    <a:pt x="468" y="868"/>
                  </a:cubicBezTo>
                  <a:cubicBezTo>
                    <a:pt x="501" y="801"/>
                    <a:pt x="501" y="734"/>
                    <a:pt x="468" y="701"/>
                  </a:cubicBezTo>
                  <a:cubicBezTo>
                    <a:pt x="501" y="634"/>
                    <a:pt x="501" y="601"/>
                    <a:pt x="468" y="567"/>
                  </a:cubicBezTo>
                  <a:cubicBezTo>
                    <a:pt x="468" y="534"/>
                    <a:pt x="468" y="501"/>
                    <a:pt x="435" y="467"/>
                  </a:cubicBezTo>
                  <a:cubicBezTo>
                    <a:pt x="401" y="467"/>
                    <a:pt x="401" y="434"/>
                    <a:pt x="368" y="434"/>
                  </a:cubicBezTo>
                  <a:close/>
                  <a:moveTo>
                    <a:pt x="1035" y="1168"/>
                  </a:moveTo>
                  <a:cubicBezTo>
                    <a:pt x="1035" y="1168"/>
                    <a:pt x="1035" y="1201"/>
                    <a:pt x="1035" y="1235"/>
                  </a:cubicBezTo>
                  <a:cubicBezTo>
                    <a:pt x="1035" y="1301"/>
                    <a:pt x="1035" y="1368"/>
                    <a:pt x="1035" y="1401"/>
                  </a:cubicBezTo>
                  <a:cubicBezTo>
                    <a:pt x="1035" y="1435"/>
                    <a:pt x="1035" y="1468"/>
                    <a:pt x="1035" y="1535"/>
                  </a:cubicBezTo>
                  <a:cubicBezTo>
                    <a:pt x="1035" y="1535"/>
                    <a:pt x="1002" y="1568"/>
                    <a:pt x="968" y="1568"/>
                  </a:cubicBezTo>
                  <a:lnTo>
                    <a:pt x="935" y="1568"/>
                  </a:lnTo>
                  <a:cubicBezTo>
                    <a:pt x="935" y="1535"/>
                    <a:pt x="935" y="1501"/>
                    <a:pt x="935" y="1501"/>
                  </a:cubicBezTo>
                  <a:cubicBezTo>
                    <a:pt x="935" y="1435"/>
                    <a:pt x="935" y="1368"/>
                    <a:pt x="935" y="1335"/>
                  </a:cubicBezTo>
                  <a:cubicBezTo>
                    <a:pt x="935" y="1301"/>
                    <a:pt x="935" y="1268"/>
                    <a:pt x="935" y="1235"/>
                  </a:cubicBezTo>
                  <a:cubicBezTo>
                    <a:pt x="935" y="1201"/>
                    <a:pt x="968" y="1168"/>
                    <a:pt x="968" y="1168"/>
                  </a:cubicBezTo>
                  <a:close/>
                  <a:moveTo>
                    <a:pt x="1102" y="868"/>
                  </a:moveTo>
                  <a:cubicBezTo>
                    <a:pt x="1068" y="868"/>
                    <a:pt x="1035" y="901"/>
                    <a:pt x="1002" y="901"/>
                  </a:cubicBezTo>
                  <a:cubicBezTo>
                    <a:pt x="935" y="934"/>
                    <a:pt x="902" y="968"/>
                    <a:pt x="868" y="1001"/>
                  </a:cubicBezTo>
                  <a:cubicBezTo>
                    <a:pt x="868" y="1034"/>
                    <a:pt x="835" y="1101"/>
                    <a:pt x="801" y="1135"/>
                  </a:cubicBezTo>
                  <a:cubicBezTo>
                    <a:pt x="768" y="1168"/>
                    <a:pt x="768" y="1235"/>
                    <a:pt x="768" y="1268"/>
                  </a:cubicBezTo>
                  <a:cubicBezTo>
                    <a:pt x="735" y="1335"/>
                    <a:pt x="735" y="1368"/>
                    <a:pt x="768" y="1435"/>
                  </a:cubicBezTo>
                  <a:cubicBezTo>
                    <a:pt x="768" y="1468"/>
                    <a:pt x="768" y="1501"/>
                    <a:pt x="768" y="1535"/>
                  </a:cubicBezTo>
                  <a:cubicBezTo>
                    <a:pt x="768" y="1535"/>
                    <a:pt x="768" y="1568"/>
                    <a:pt x="768" y="1602"/>
                  </a:cubicBezTo>
                  <a:cubicBezTo>
                    <a:pt x="735" y="1668"/>
                    <a:pt x="735" y="1702"/>
                    <a:pt x="768" y="1735"/>
                  </a:cubicBezTo>
                  <a:cubicBezTo>
                    <a:pt x="768" y="1768"/>
                    <a:pt x="768" y="1802"/>
                    <a:pt x="801" y="1835"/>
                  </a:cubicBezTo>
                  <a:cubicBezTo>
                    <a:pt x="835" y="1835"/>
                    <a:pt x="868" y="1868"/>
                    <a:pt x="868" y="1868"/>
                  </a:cubicBezTo>
                  <a:cubicBezTo>
                    <a:pt x="935" y="1868"/>
                    <a:pt x="968" y="1835"/>
                    <a:pt x="1002" y="1835"/>
                  </a:cubicBezTo>
                  <a:cubicBezTo>
                    <a:pt x="1035" y="1802"/>
                    <a:pt x="1068" y="1768"/>
                    <a:pt x="1102" y="1735"/>
                  </a:cubicBezTo>
                  <a:cubicBezTo>
                    <a:pt x="1135" y="1702"/>
                    <a:pt x="1168" y="1635"/>
                    <a:pt x="1168" y="1602"/>
                  </a:cubicBezTo>
                  <a:cubicBezTo>
                    <a:pt x="1235" y="1501"/>
                    <a:pt x="1235" y="1401"/>
                    <a:pt x="1235" y="1335"/>
                  </a:cubicBezTo>
                  <a:cubicBezTo>
                    <a:pt x="1268" y="1268"/>
                    <a:pt x="1268" y="1201"/>
                    <a:pt x="1235" y="1135"/>
                  </a:cubicBezTo>
                  <a:cubicBezTo>
                    <a:pt x="1235" y="1068"/>
                    <a:pt x="1235" y="1034"/>
                    <a:pt x="1235" y="1001"/>
                  </a:cubicBezTo>
                  <a:cubicBezTo>
                    <a:pt x="1235" y="968"/>
                    <a:pt x="1202" y="934"/>
                    <a:pt x="1168" y="901"/>
                  </a:cubicBezTo>
                  <a:cubicBezTo>
                    <a:pt x="1168" y="901"/>
                    <a:pt x="1135" y="868"/>
                    <a:pt x="1102" y="868"/>
                  </a:cubicBezTo>
                  <a:close/>
                  <a:moveTo>
                    <a:pt x="1068" y="0"/>
                  </a:moveTo>
                  <a:lnTo>
                    <a:pt x="935" y="67"/>
                  </a:lnTo>
                  <a:cubicBezTo>
                    <a:pt x="935" y="67"/>
                    <a:pt x="902" y="100"/>
                    <a:pt x="902" y="100"/>
                  </a:cubicBezTo>
                  <a:cubicBezTo>
                    <a:pt x="902" y="134"/>
                    <a:pt x="902" y="134"/>
                    <a:pt x="902" y="167"/>
                  </a:cubicBezTo>
                  <a:lnTo>
                    <a:pt x="68" y="2235"/>
                  </a:lnTo>
                  <a:lnTo>
                    <a:pt x="68" y="2269"/>
                  </a:lnTo>
                  <a:cubicBezTo>
                    <a:pt x="68" y="2302"/>
                    <a:pt x="68" y="2302"/>
                    <a:pt x="68" y="2302"/>
                  </a:cubicBezTo>
                  <a:lnTo>
                    <a:pt x="101" y="2302"/>
                  </a:lnTo>
                  <a:lnTo>
                    <a:pt x="234" y="2202"/>
                  </a:lnTo>
                  <a:cubicBezTo>
                    <a:pt x="268" y="2202"/>
                    <a:pt x="268" y="2202"/>
                    <a:pt x="268" y="2169"/>
                  </a:cubicBezTo>
                  <a:lnTo>
                    <a:pt x="301" y="2135"/>
                  </a:lnTo>
                  <a:lnTo>
                    <a:pt x="1102" y="34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4260;p75">
              <a:extLst>
                <a:ext uri="{FF2B5EF4-FFF2-40B4-BE49-F238E27FC236}">
                  <a16:creationId xmlns:a16="http://schemas.microsoft.com/office/drawing/2014/main" id="{03C3BCC5-A306-57E0-73D3-74CF17332250}"/>
                </a:ext>
              </a:extLst>
            </p:cNvPr>
            <p:cNvSpPr/>
            <p:nvPr/>
          </p:nvSpPr>
          <p:spPr>
            <a:xfrm>
              <a:off x="2538650" y="3787325"/>
              <a:ext cx="25050" cy="60075"/>
            </a:xfrm>
            <a:custGeom>
              <a:avLst/>
              <a:gdLst/>
              <a:ahLst/>
              <a:cxnLst/>
              <a:rect l="l" t="t" r="r" b="b"/>
              <a:pathLst>
                <a:path w="1002" h="2403" extrusionOk="0">
                  <a:moveTo>
                    <a:pt x="568" y="0"/>
                  </a:moveTo>
                  <a:lnTo>
                    <a:pt x="367" y="134"/>
                  </a:lnTo>
                  <a:cubicBezTo>
                    <a:pt x="334" y="134"/>
                    <a:pt x="334" y="134"/>
                    <a:pt x="334" y="167"/>
                  </a:cubicBezTo>
                  <a:cubicBezTo>
                    <a:pt x="334" y="167"/>
                    <a:pt x="334" y="200"/>
                    <a:pt x="334" y="234"/>
                  </a:cubicBezTo>
                  <a:lnTo>
                    <a:pt x="334" y="401"/>
                  </a:lnTo>
                  <a:cubicBezTo>
                    <a:pt x="267" y="467"/>
                    <a:pt x="234" y="501"/>
                    <a:pt x="201" y="567"/>
                  </a:cubicBezTo>
                  <a:cubicBezTo>
                    <a:pt x="167" y="634"/>
                    <a:pt x="134" y="667"/>
                    <a:pt x="101" y="734"/>
                  </a:cubicBezTo>
                  <a:cubicBezTo>
                    <a:pt x="67" y="801"/>
                    <a:pt x="67" y="868"/>
                    <a:pt x="34" y="934"/>
                  </a:cubicBezTo>
                  <a:cubicBezTo>
                    <a:pt x="34" y="1001"/>
                    <a:pt x="34" y="1034"/>
                    <a:pt x="1" y="1101"/>
                  </a:cubicBezTo>
                  <a:cubicBezTo>
                    <a:pt x="1" y="1201"/>
                    <a:pt x="34" y="1335"/>
                    <a:pt x="101" y="1401"/>
                  </a:cubicBezTo>
                  <a:cubicBezTo>
                    <a:pt x="149" y="1450"/>
                    <a:pt x="216" y="1481"/>
                    <a:pt x="275" y="1481"/>
                  </a:cubicBezTo>
                  <a:cubicBezTo>
                    <a:pt x="296" y="1481"/>
                    <a:pt x="316" y="1477"/>
                    <a:pt x="334" y="1468"/>
                  </a:cubicBezTo>
                  <a:lnTo>
                    <a:pt x="501" y="1401"/>
                  </a:lnTo>
                  <a:lnTo>
                    <a:pt x="601" y="1401"/>
                  </a:lnTo>
                  <a:cubicBezTo>
                    <a:pt x="618" y="1385"/>
                    <a:pt x="626" y="1376"/>
                    <a:pt x="634" y="1376"/>
                  </a:cubicBezTo>
                  <a:cubicBezTo>
                    <a:pt x="643" y="1376"/>
                    <a:pt x="651" y="1385"/>
                    <a:pt x="668" y="1401"/>
                  </a:cubicBezTo>
                  <a:cubicBezTo>
                    <a:pt x="668" y="1401"/>
                    <a:pt x="701" y="1435"/>
                    <a:pt x="701" y="1435"/>
                  </a:cubicBezTo>
                  <a:cubicBezTo>
                    <a:pt x="701" y="1501"/>
                    <a:pt x="668" y="1535"/>
                    <a:pt x="634" y="1568"/>
                  </a:cubicBezTo>
                  <a:cubicBezTo>
                    <a:pt x="601" y="1635"/>
                    <a:pt x="534" y="1668"/>
                    <a:pt x="501" y="1702"/>
                  </a:cubicBezTo>
                  <a:cubicBezTo>
                    <a:pt x="468" y="1702"/>
                    <a:pt x="434" y="1702"/>
                    <a:pt x="401" y="1735"/>
                  </a:cubicBezTo>
                  <a:lnTo>
                    <a:pt x="334" y="1735"/>
                  </a:lnTo>
                  <a:cubicBezTo>
                    <a:pt x="334" y="1702"/>
                    <a:pt x="334" y="1702"/>
                    <a:pt x="301" y="1702"/>
                  </a:cubicBezTo>
                  <a:lnTo>
                    <a:pt x="301" y="1668"/>
                  </a:lnTo>
                  <a:lnTo>
                    <a:pt x="234" y="1668"/>
                  </a:lnTo>
                  <a:lnTo>
                    <a:pt x="34" y="1802"/>
                  </a:lnTo>
                  <a:cubicBezTo>
                    <a:pt x="34" y="1802"/>
                    <a:pt x="34" y="1802"/>
                    <a:pt x="1" y="1835"/>
                  </a:cubicBezTo>
                  <a:cubicBezTo>
                    <a:pt x="1" y="1835"/>
                    <a:pt x="1" y="1868"/>
                    <a:pt x="1" y="1868"/>
                  </a:cubicBezTo>
                  <a:cubicBezTo>
                    <a:pt x="1" y="1935"/>
                    <a:pt x="34" y="1968"/>
                    <a:pt x="34" y="2002"/>
                  </a:cubicBezTo>
                  <a:cubicBezTo>
                    <a:pt x="67" y="2035"/>
                    <a:pt x="67" y="2068"/>
                    <a:pt x="101" y="2102"/>
                  </a:cubicBezTo>
                  <a:cubicBezTo>
                    <a:pt x="134" y="2135"/>
                    <a:pt x="167" y="2169"/>
                    <a:pt x="201" y="2169"/>
                  </a:cubicBezTo>
                  <a:lnTo>
                    <a:pt x="367" y="2169"/>
                  </a:lnTo>
                  <a:lnTo>
                    <a:pt x="367" y="2335"/>
                  </a:lnTo>
                  <a:cubicBezTo>
                    <a:pt x="334" y="2369"/>
                    <a:pt x="334" y="2369"/>
                    <a:pt x="367" y="2402"/>
                  </a:cubicBezTo>
                  <a:lnTo>
                    <a:pt x="601" y="2269"/>
                  </a:lnTo>
                  <a:cubicBezTo>
                    <a:pt x="601" y="2269"/>
                    <a:pt x="634" y="2235"/>
                    <a:pt x="634" y="2235"/>
                  </a:cubicBezTo>
                  <a:cubicBezTo>
                    <a:pt x="634" y="2202"/>
                    <a:pt x="634" y="2202"/>
                    <a:pt x="634" y="2169"/>
                  </a:cubicBezTo>
                  <a:lnTo>
                    <a:pt x="634" y="2002"/>
                  </a:lnTo>
                  <a:cubicBezTo>
                    <a:pt x="668" y="1935"/>
                    <a:pt x="734" y="1902"/>
                    <a:pt x="768" y="1835"/>
                  </a:cubicBezTo>
                  <a:cubicBezTo>
                    <a:pt x="834" y="1802"/>
                    <a:pt x="868" y="1735"/>
                    <a:pt x="901" y="1668"/>
                  </a:cubicBezTo>
                  <a:cubicBezTo>
                    <a:pt x="968" y="1535"/>
                    <a:pt x="1001" y="1401"/>
                    <a:pt x="1001" y="1235"/>
                  </a:cubicBezTo>
                  <a:cubicBezTo>
                    <a:pt x="1001" y="1201"/>
                    <a:pt x="968" y="1134"/>
                    <a:pt x="968" y="1068"/>
                  </a:cubicBezTo>
                  <a:cubicBezTo>
                    <a:pt x="968" y="1034"/>
                    <a:pt x="935" y="968"/>
                    <a:pt x="901" y="968"/>
                  </a:cubicBezTo>
                  <a:cubicBezTo>
                    <a:pt x="868" y="934"/>
                    <a:pt x="834" y="901"/>
                    <a:pt x="801" y="901"/>
                  </a:cubicBezTo>
                  <a:cubicBezTo>
                    <a:pt x="734" y="901"/>
                    <a:pt x="701" y="901"/>
                    <a:pt x="634" y="934"/>
                  </a:cubicBezTo>
                  <a:lnTo>
                    <a:pt x="468" y="968"/>
                  </a:lnTo>
                  <a:lnTo>
                    <a:pt x="334" y="968"/>
                  </a:lnTo>
                  <a:cubicBezTo>
                    <a:pt x="334" y="934"/>
                    <a:pt x="334" y="934"/>
                    <a:pt x="334" y="901"/>
                  </a:cubicBezTo>
                  <a:cubicBezTo>
                    <a:pt x="334" y="901"/>
                    <a:pt x="334" y="868"/>
                    <a:pt x="334" y="834"/>
                  </a:cubicBezTo>
                  <a:cubicBezTo>
                    <a:pt x="334" y="834"/>
                    <a:pt x="367" y="801"/>
                    <a:pt x="367" y="801"/>
                  </a:cubicBezTo>
                  <a:lnTo>
                    <a:pt x="401" y="734"/>
                  </a:lnTo>
                  <a:lnTo>
                    <a:pt x="468" y="701"/>
                  </a:lnTo>
                  <a:cubicBezTo>
                    <a:pt x="501" y="667"/>
                    <a:pt x="534" y="667"/>
                    <a:pt x="534" y="667"/>
                  </a:cubicBezTo>
                  <a:lnTo>
                    <a:pt x="601" y="667"/>
                  </a:lnTo>
                  <a:cubicBezTo>
                    <a:pt x="601" y="667"/>
                    <a:pt x="634" y="667"/>
                    <a:pt x="634" y="701"/>
                  </a:cubicBezTo>
                  <a:lnTo>
                    <a:pt x="701" y="701"/>
                  </a:lnTo>
                  <a:lnTo>
                    <a:pt x="901" y="567"/>
                  </a:lnTo>
                  <a:cubicBezTo>
                    <a:pt x="935" y="567"/>
                    <a:pt x="935" y="534"/>
                    <a:pt x="935" y="534"/>
                  </a:cubicBezTo>
                  <a:cubicBezTo>
                    <a:pt x="935" y="534"/>
                    <a:pt x="935" y="501"/>
                    <a:pt x="935" y="501"/>
                  </a:cubicBezTo>
                  <a:cubicBezTo>
                    <a:pt x="935" y="467"/>
                    <a:pt x="935" y="401"/>
                    <a:pt x="901" y="367"/>
                  </a:cubicBezTo>
                  <a:cubicBezTo>
                    <a:pt x="901" y="334"/>
                    <a:pt x="868" y="301"/>
                    <a:pt x="834" y="267"/>
                  </a:cubicBezTo>
                  <a:cubicBezTo>
                    <a:pt x="801" y="234"/>
                    <a:pt x="768" y="234"/>
                    <a:pt x="734" y="234"/>
                  </a:cubicBezTo>
                  <a:cubicBezTo>
                    <a:pt x="718" y="217"/>
                    <a:pt x="701" y="209"/>
                    <a:pt x="680" y="209"/>
                  </a:cubicBezTo>
                  <a:cubicBezTo>
                    <a:pt x="659" y="209"/>
                    <a:pt x="634" y="217"/>
                    <a:pt x="601" y="234"/>
                  </a:cubicBezTo>
                  <a:lnTo>
                    <a:pt x="601" y="34"/>
                  </a:lnTo>
                  <a:cubicBezTo>
                    <a:pt x="601" y="34"/>
                    <a:pt x="601" y="0"/>
                    <a:pt x="60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4261;p75">
              <a:extLst>
                <a:ext uri="{FF2B5EF4-FFF2-40B4-BE49-F238E27FC236}">
                  <a16:creationId xmlns:a16="http://schemas.microsoft.com/office/drawing/2014/main" id="{006E6A0D-2CB6-3B40-A27D-329CEDA8B6A1}"/>
                </a:ext>
              </a:extLst>
            </p:cNvPr>
            <p:cNvSpPr/>
            <p:nvPr/>
          </p:nvSpPr>
          <p:spPr>
            <a:xfrm>
              <a:off x="2564500" y="3777325"/>
              <a:ext cx="16700" cy="46700"/>
            </a:xfrm>
            <a:custGeom>
              <a:avLst/>
              <a:gdLst/>
              <a:ahLst/>
              <a:cxnLst/>
              <a:rect l="l" t="t" r="r" b="b"/>
              <a:pathLst>
                <a:path w="668" h="1868" extrusionOk="0">
                  <a:moveTo>
                    <a:pt x="634" y="0"/>
                  </a:moveTo>
                  <a:lnTo>
                    <a:pt x="434" y="100"/>
                  </a:lnTo>
                  <a:cubicBezTo>
                    <a:pt x="434" y="133"/>
                    <a:pt x="401" y="133"/>
                    <a:pt x="401" y="167"/>
                  </a:cubicBezTo>
                  <a:lnTo>
                    <a:pt x="368" y="200"/>
                  </a:lnTo>
                  <a:lnTo>
                    <a:pt x="34" y="834"/>
                  </a:lnTo>
                  <a:cubicBezTo>
                    <a:pt x="1" y="834"/>
                    <a:pt x="1" y="867"/>
                    <a:pt x="34" y="901"/>
                  </a:cubicBezTo>
                  <a:cubicBezTo>
                    <a:pt x="1" y="901"/>
                    <a:pt x="1" y="901"/>
                    <a:pt x="34" y="934"/>
                  </a:cubicBezTo>
                  <a:lnTo>
                    <a:pt x="134" y="1101"/>
                  </a:lnTo>
                  <a:lnTo>
                    <a:pt x="167" y="1101"/>
                  </a:lnTo>
                  <a:lnTo>
                    <a:pt x="201" y="1067"/>
                  </a:lnTo>
                  <a:lnTo>
                    <a:pt x="401" y="734"/>
                  </a:lnTo>
                  <a:lnTo>
                    <a:pt x="401" y="1835"/>
                  </a:lnTo>
                  <a:cubicBezTo>
                    <a:pt x="401" y="1835"/>
                    <a:pt x="401" y="1868"/>
                    <a:pt x="401" y="1868"/>
                  </a:cubicBezTo>
                  <a:lnTo>
                    <a:pt x="434" y="1868"/>
                  </a:lnTo>
                  <a:lnTo>
                    <a:pt x="634" y="1768"/>
                  </a:lnTo>
                  <a:cubicBezTo>
                    <a:pt x="668" y="1735"/>
                    <a:pt x="668" y="1735"/>
                    <a:pt x="668" y="1701"/>
                  </a:cubicBezTo>
                  <a:cubicBezTo>
                    <a:pt x="668" y="1701"/>
                    <a:pt x="668" y="1668"/>
                    <a:pt x="668" y="1668"/>
                  </a:cubicBezTo>
                  <a:lnTo>
                    <a:pt x="668" y="33"/>
                  </a:lnTo>
                  <a:cubicBezTo>
                    <a:pt x="668" y="33"/>
                    <a:pt x="668" y="0"/>
                    <a:pt x="6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4262;p75">
              <a:extLst>
                <a:ext uri="{FF2B5EF4-FFF2-40B4-BE49-F238E27FC236}">
                  <a16:creationId xmlns:a16="http://schemas.microsoft.com/office/drawing/2014/main" id="{DCA99DFD-AF9A-1461-2416-5046260A131C}"/>
                </a:ext>
              </a:extLst>
            </p:cNvPr>
            <p:cNvSpPr/>
            <p:nvPr/>
          </p:nvSpPr>
          <p:spPr>
            <a:xfrm>
              <a:off x="2585350" y="3762300"/>
              <a:ext cx="21700" cy="52575"/>
            </a:xfrm>
            <a:custGeom>
              <a:avLst/>
              <a:gdLst/>
              <a:ahLst/>
              <a:cxnLst/>
              <a:rect l="l" t="t" r="r" b="b"/>
              <a:pathLst>
                <a:path w="868" h="2103" extrusionOk="0">
                  <a:moveTo>
                    <a:pt x="834" y="1"/>
                  </a:moveTo>
                  <a:lnTo>
                    <a:pt x="67" y="468"/>
                  </a:lnTo>
                  <a:cubicBezTo>
                    <a:pt x="34" y="468"/>
                    <a:pt x="34" y="468"/>
                    <a:pt x="34" y="501"/>
                  </a:cubicBezTo>
                  <a:cubicBezTo>
                    <a:pt x="34" y="501"/>
                    <a:pt x="34" y="534"/>
                    <a:pt x="34" y="568"/>
                  </a:cubicBezTo>
                  <a:lnTo>
                    <a:pt x="34" y="835"/>
                  </a:lnTo>
                  <a:cubicBezTo>
                    <a:pt x="1" y="835"/>
                    <a:pt x="1" y="835"/>
                    <a:pt x="34" y="868"/>
                  </a:cubicBezTo>
                  <a:lnTo>
                    <a:pt x="67" y="868"/>
                  </a:lnTo>
                  <a:lnTo>
                    <a:pt x="534" y="568"/>
                  </a:lnTo>
                  <a:lnTo>
                    <a:pt x="201" y="2035"/>
                  </a:lnTo>
                  <a:cubicBezTo>
                    <a:pt x="201" y="2069"/>
                    <a:pt x="201" y="2069"/>
                    <a:pt x="201" y="2069"/>
                  </a:cubicBezTo>
                  <a:cubicBezTo>
                    <a:pt x="167" y="2102"/>
                    <a:pt x="201" y="2102"/>
                    <a:pt x="201" y="2102"/>
                  </a:cubicBezTo>
                  <a:lnTo>
                    <a:pt x="234" y="2102"/>
                  </a:lnTo>
                  <a:lnTo>
                    <a:pt x="468" y="2002"/>
                  </a:lnTo>
                  <a:cubicBezTo>
                    <a:pt x="468" y="1969"/>
                    <a:pt x="468" y="1969"/>
                    <a:pt x="501" y="1935"/>
                  </a:cubicBezTo>
                  <a:lnTo>
                    <a:pt x="501" y="1902"/>
                  </a:lnTo>
                  <a:lnTo>
                    <a:pt x="834" y="434"/>
                  </a:lnTo>
                  <a:cubicBezTo>
                    <a:pt x="834" y="368"/>
                    <a:pt x="868" y="334"/>
                    <a:pt x="868" y="301"/>
                  </a:cubicBezTo>
                  <a:lnTo>
                    <a:pt x="868" y="67"/>
                  </a:lnTo>
                  <a:cubicBezTo>
                    <a:pt x="868" y="34"/>
                    <a:pt x="868" y="34"/>
                    <a:pt x="8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4263;p75">
              <a:extLst>
                <a:ext uri="{FF2B5EF4-FFF2-40B4-BE49-F238E27FC236}">
                  <a16:creationId xmlns:a16="http://schemas.microsoft.com/office/drawing/2014/main" id="{0DB35735-6B11-5F51-9ACD-57D0FA5647BD}"/>
                </a:ext>
              </a:extLst>
            </p:cNvPr>
            <p:cNvSpPr/>
            <p:nvPr/>
          </p:nvSpPr>
          <p:spPr>
            <a:xfrm>
              <a:off x="2607025" y="3789825"/>
              <a:ext cx="9200" cy="20025"/>
            </a:xfrm>
            <a:custGeom>
              <a:avLst/>
              <a:gdLst/>
              <a:ahLst/>
              <a:cxnLst/>
              <a:rect l="l" t="t" r="r" b="b"/>
              <a:pathLst>
                <a:path w="368" h="801" extrusionOk="0">
                  <a:moveTo>
                    <a:pt x="334" y="0"/>
                  </a:moveTo>
                  <a:lnTo>
                    <a:pt x="134" y="100"/>
                  </a:lnTo>
                  <a:cubicBezTo>
                    <a:pt x="101" y="134"/>
                    <a:pt x="101" y="134"/>
                    <a:pt x="101" y="167"/>
                  </a:cubicBezTo>
                  <a:cubicBezTo>
                    <a:pt x="68" y="201"/>
                    <a:pt x="68" y="201"/>
                    <a:pt x="68" y="234"/>
                  </a:cubicBezTo>
                  <a:lnTo>
                    <a:pt x="1" y="768"/>
                  </a:lnTo>
                  <a:cubicBezTo>
                    <a:pt x="1" y="768"/>
                    <a:pt x="1" y="801"/>
                    <a:pt x="1" y="801"/>
                  </a:cubicBezTo>
                  <a:lnTo>
                    <a:pt x="34" y="801"/>
                  </a:lnTo>
                  <a:lnTo>
                    <a:pt x="168" y="734"/>
                  </a:lnTo>
                  <a:cubicBezTo>
                    <a:pt x="201" y="734"/>
                    <a:pt x="201" y="701"/>
                    <a:pt x="201" y="668"/>
                  </a:cubicBezTo>
                  <a:cubicBezTo>
                    <a:pt x="234" y="668"/>
                    <a:pt x="234" y="634"/>
                    <a:pt x="234" y="601"/>
                  </a:cubicBezTo>
                  <a:lnTo>
                    <a:pt x="368" y="34"/>
                  </a:lnTo>
                  <a:cubicBezTo>
                    <a:pt x="368" y="0"/>
                    <a:pt x="368" y="0"/>
                    <a:pt x="3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4264;p75">
              <a:extLst>
                <a:ext uri="{FF2B5EF4-FFF2-40B4-BE49-F238E27FC236}">
                  <a16:creationId xmlns:a16="http://schemas.microsoft.com/office/drawing/2014/main" id="{FDCE3C4C-4BEC-3052-7CD1-ACBAD8011F58}"/>
                </a:ext>
              </a:extLst>
            </p:cNvPr>
            <p:cNvSpPr/>
            <p:nvPr/>
          </p:nvSpPr>
          <p:spPr>
            <a:xfrm>
              <a:off x="2618700" y="3742300"/>
              <a:ext cx="24225" cy="52550"/>
            </a:xfrm>
            <a:custGeom>
              <a:avLst/>
              <a:gdLst/>
              <a:ahLst/>
              <a:cxnLst/>
              <a:rect l="l" t="t" r="r" b="b"/>
              <a:pathLst>
                <a:path w="969" h="2102" extrusionOk="0">
                  <a:moveTo>
                    <a:pt x="835" y="0"/>
                  </a:moveTo>
                  <a:lnTo>
                    <a:pt x="134" y="400"/>
                  </a:lnTo>
                  <a:cubicBezTo>
                    <a:pt x="134" y="400"/>
                    <a:pt x="134" y="434"/>
                    <a:pt x="134" y="434"/>
                  </a:cubicBezTo>
                  <a:cubicBezTo>
                    <a:pt x="101" y="467"/>
                    <a:pt x="101" y="467"/>
                    <a:pt x="134" y="500"/>
                  </a:cubicBezTo>
                  <a:lnTo>
                    <a:pt x="68" y="1434"/>
                  </a:lnTo>
                  <a:cubicBezTo>
                    <a:pt x="68" y="1434"/>
                    <a:pt x="68" y="1434"/>
                    <a:pt x="68" y="1468"/>
                  </a:cubicBezTo>
                  <a:lnTo>
                    <a:pt x="101" y="1468"/>
                  </a:lnTo>
                  <a:lnTo>
                    <a:pt x="368" y="1301"/>
                  </a:lnTo>
                  <a:lnTo>
                    <a:pt x="401" y="1268"/>
                  </a:lnTo>
                  <a:cubicBezTo>
                    <a:pt x="434" y="1234"/>
                    <a:pt x="434" y="1234"/>
                    <a:pt x="434" y="1201"/>
                  </a:cubicBezTo>
                  <a:cubicBezTo>
                    <a:pt x="468" y="1201"/>
                    <a:pt x="468" y="1168"/>
                    <a:pt x="501" y="1168"/>
                  </a:cubicBezTo>
                  <a:lnTo>
                    <a:pt x="601" y="1168"/>
                  </a:lnTo>
                  <a:cubicBezTo>
                    <a:pt x="635" y="1201"/>
                    <a:pt x="668" y="1234"/>
                    <a:pt x="668" y="1301"/>
                  </a:cubicBezTo>
                  <a:cubicBezTo>
                    <a:pt x="668" y="1334"/>
                    <a:pt x="668" y="1368"/>
                    <a:pt x="668" y="1401"/>
                  </a:cubicBezTo>
                  <a:cubicBezTo>
                    <a:pt x="635" y="1434"/>
                    <a:pt x="635" y="1434"/>
                    <a:pt x="601" y="1468"/>
                  </a:cubicBezTo>
                  <a:cubicBezTo>
                    <a:pt x="601" y="1501"/>
                    <a:pt x="568" y="1534"/>
                    <a:pt x="568" y="1568"/>
                  </a:cubicBezTo>
                  <a:cubicBezTo>
                    <a:pt x="535" y="1568"/>
                    <a:pt x="501" y="1601"/>
                    <a:pt x="501" y="1601"/>
                  </a:cubicBezTo>
                  <a:cubicBezTo>
                    <a:pt x="468" y="1601"/>
                    <a:pt x="468" y="1635"/>
                    <a:pt x="434" y="1635"/>
                  </a:cubicBezTo>
                  <a:lnTo>
                    <a:pt x="368" y="1635"/>
                  </a:lnTo>
                  <a:cubicBezTo>
                    <a:pt x="368" y="1635"/>
                    <a:pt x="368" y="1601"/>
                    <a:pt x="334" y="1601"/>
                  </a:cubicBezTo>
                  <a:lnTo>
                    <a:pt x="334" y="1568"/>
                  </a:lnTo>
                  <a:lnTo>
                    <a:pt x="234" y="1568"/>
                  </a:lnTo>
                  <a:lnTo>
                    <a:pt x="34" y="1701"/>
                  </a:lnTo>
                  <a:cubicBezTo>
                    <a:pt x="34" y="1701"/>
                    <a:pt x="34" y="1701"/>
                    <a:pt x="1" y="1735"/>
                  </a:cubicBezTo>
                  <a:cubicBezTo>
                    <a:pt x="1" y="1735"/>
                    <a:pt x="1" y="1768"/>
                    <a:pt x="1" y="1768"/>
                  </a:cubicBezTo>
                  <a:cubicBezTo>
                    <a:pt x="1" y="1835"/>
                    <a:pt x="34" y="1901"/>
                    <a:pt x="34" y="1968"/>
                  </a:cubicBezTo>
                  <a:cubicBezTo>
                    <a:pt x="68" y="2001"/>
                    <a:pt x="101" y="2035"/>
                    <a:pt x="134" y="2068"/>
                  </a:cubicBezTo>
                  <a:cubicBezTo>
                    <a:pt x="201" y="2102"/>
                    <a:pt x="234" y="2102"/>
                    <a:pt x="301" y="2102"/>
                  </a:cubicBezTo>
                  <a:cubicBezTo>
                    <a:pt x="368" y="2102"/>
                    <a:pt x="434" y="2068"/>
                    <a:pt x="501" y="2035"/>
                  </a:cubicBezTo>
                  <a:cubicBezTo>
                    <a:pt x="568" y="2001"/>
                    <a:pt x="635" y="1935"/>
                    <a:pt x="668" y="1901"/>
                  </a:cubicBezTo>
                  <a:cubicBezTo>
                    <a:pt x="735" y="1835"/>
                    <a:pt x="768" y="1768"/>
                    <a:pt x="835" y="1668"/>
                  </a:cubicBezTo>
                  <a:cubicBezTo>
                    <a:pt x="868" y="1601"/>
                    <a:pt x="901" y="1501"/>
                    <a:pt x="935" y="1434"/>
                  </a:cubicBezTo>
                  <a:cubicBezTo>
                    <a:pt x="968" y="1334"/>
                    <a:pt x="968" y="1234"/>
                    <a:pt x="968" y="1134"/>
                  </a:cubicBezTo>
                  <a:cubicBezTo>
                    <a:pt x="968" y="1067"/>
                    <a:pt x="968" y="967"/>
                    <a:pt x="935" y="901"/>
                  </a:cubicBezTo>
                  <a:cubicBezTo>
                    <a:pt x="901" y="867"/>
                    <a:pt x="868" y="801"/>
                    <a:pt x="835" y="767"/>
                  </a:cubicBezTo>
                  <a:cubicBezTo>
                    <a:pt x="801" y="734"/>
                    <a:pt x="735" y="734"/>
                    <a:pt x="701" y="734"/>
                  </a:cubicBezTo>
                  <a:cubicBezTo>
                    <a:pt x="635" y="734"/>
                    <a:pt x="568" y="767"/>
                    <a:pt x="535" y="801"/>
                  </a:cubicBezTo>
                  <a:cubicBezTo>
                    <a:pt x="501" y="834"/>
                    <a:pt x="468" y="834"/>
                    <a:pt x="434" y="867"/>
                  </a:cubicBezTo>
                  <a:cubicBezTo>
                    <a:pt x="401" y="901"/>
                    <a:pt x="401" y="934"/>
                    <a:pt x="368" y="934"/>
                  </a:cubicBezTo>
                  <a:lnTo>
                    <a:pt x="368" y="734"/>
                  </a:lnTo>
                  <a:lnTo>
                    <a:pt x="835" y="434"/>
                  </a:lnTo>
                  <a:cubicBezTo>
                    <a:pt x="868" y="434"/>
                    <a:pt x="868" y="434"/>
                    <a:pt x="868" y="400"/>
                  </a:cubicBezTo>
                  <a:cubicBezTo>
                    <a:pt x="868" y="400"/>
                    <a:pt x="868" y="367"/>
                    <a:pt x="868" y="367"/>
                  </a:cubicBezTo>
                  <a:lnTo>
                    <a:pt x="868" y="33"/>
                  </a:lnTo>
                  <a:cubicBezTo>
                    <a:pt x="868" y="0"/>
                    <a:pt x="868" y="0"/>
                    <a:pt x="8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4265;p75">
              <a:extLst>
                <a:ext uri="{FF2B5EF4-FFF2-40B4-BE49-F238E27FC236}">
                  <a16:creationId xmlns:a16="http://schemas.microsoft.com/office/drawing/2014/main" id="{57A3437F-4643-9336-68BB-83265742FCB0}"/>
                </a:ext>
              </a:extLst>
            </p:cNvPr>
            <p:cNvSpPr/>
            <p:nvPr/>
          </p:nvSpPr>
          <p:spPr>
            <a:xfrm>
              <a:off x="2646225" y="3730275"/>
              <a:ext cx="24200" cy="47900"/>
            </a:xfrm>
            <a:custGeom>
              <a:avLst/>
              <a:gdLst/>
              <a:ahLst/>
              <a:cxnLst/>
              <a:rect l="l" t="t" r="r" b="b"/>
              <a:pathLst>
                <a:path w="968" h="1916" extrusionOk="0">
                  <a:moveTo>
                    <a:pt x="568" y="448"/>
                  </a:moveTo>
                  <a:cubicBezTo>
                    <a:pt x="601" y="448"/>
                    <a:pt x="634" y="448"/>
                    <a:pt x="634" y="481"/>
                  </a:cubicBezTo>
                  <a:cubicBezTo>
                    <a:pt x="634" y="481"/>
                    <a:pt x="668" y="514"/>
                    <a:pt x="668" y="548"/>
                  </a:cubicBezTo>
                  <a:cubicBezTo>
                    <a:pt x="668" y="581"/>
                    <a:pt x="668" y="614"/>
                    <a:pt x="668" y="648"/>
                  </a:cubicBezTo>
                  <a:lnTo>
                    <a:pt x="668" y="1081"/>
                  </a:lnTo>
                  <a:cubicBezTo>
                    <a:pt x="668" y="1115"/>
                    <a:pt x="668" y="1148"/>
                    <a:pt x="668" y="1182"/>
                  </a:cubicBezTo>
                  <a:cubicBezTo>
                    <a:pt x="668" y="1215"/>
                    <a:pt x="634" y="1282"/>
                    <a:pt x="634" y="1315"/>
                  </a:cubicBezTo>
                  <a:cubicBezTo>
                    <a:pt x="634" y="1348"/>
                    <a:pt x="601" y="1382"/>
                    <a:pt x="568" y="1382"/>
                  </a:cubicBezTo>
                  <a:cubicBezTo>
                    <a:pt x="568" y="1415"/>
                    <a:pt x="534" y="1448"/>
                    <a:pt x="501" y="1482"/>
                  </a:cubicBezTo>
                  <a:lnTo>
                    <a:pt x="434" y="1482"/>
                  </a:lnTo>
                  <a:cubicBezTo>
                    <a:pt x="401" y="1482"/>
                    <a:pt x="368" y="1482"/>
                    <a:pt x="368" y="1448"/>
                  </a:cubicBezTo>
                  <a:cubicBezTo>
                    <a:pt x="368" y="1448"/>
                    <a:pt x="334" y="1415"/>
                    <a:pt x="334" y="1382"/>
                  </a:cubicBezTo>
                  <a:cubicBezTo>
                    <a:pt x="334" y="1348"/>
                    <a:pt x="334" y="1315"/>
                    <a:pt x="334" y="1282"/>
                  </a:cubicBezTo>
                  <a:lnTo>
                    <a:pt x="334" y="848"/>
                  </a:lnTo>
                  <a:cubicBezTo>
                    <a:pt x="334" y="815"/>
                    <a:pt x="334" y="781"/>
                    <a:pt x="334" y="748"/>
                  </a:cubicBezTo>
                  <a:cubicBezTo>
                    <a:pt x="334" y="715"/>
                    <a:pt x="368" y="648"/>
                    <a:pt x="368" y="614"/>
                  </a:cubicBezTo>
                  <a:cubicBezTo>
                    <a:pt x="368" y="581"/>
                    <a:pt x="401" y="548"/>
                    <a:pt x="434" y="548"/>
                  </a:cubicBezTo>
                  <a:cubicBezTo>
                    <a:pt x="434" y="514"/>
                    <a:pt x="468" y="481"/>
                    <a:pt x="501" y="481"/>
                  </a:cubicBezTo>
                  <a:cubicBezTo>
                    <a:pt x="534" y="448"/>
                    <a:pt x="568" y="448"/>
                    <a:pt x="568" y="448"/>
                  </a:cubicBezTo>
                  <a:close/>
                  <a:moveTo>
                    <a:pt x="642" y="1"/>
                  </a:moveTo>
                  <a:cubicBezTo>
                    <a:pt x="586" y="1"/>
                    <a:pt x="525" y="32"/>
                    <a:pt x="501" y="81"/>
                  </a:cubicBezTo>
                  <a:cubicBezTo>
                    <a:pt x="401" y="114"/>
                    <a:pt x="334" y="181"/>
                    <a:pt x="267" y="248"/>
                  </a:cubicBezTo>
                  <a:cubicBezTo>
                    <a:pt x="234" y="314"/>
                    <a:pt x="167" y="381"/>
                    <a:pt x="134" y="481"/>
                  </a:cubicBezTo>
                  <a:cubicBezTo>
                    <a:pt x="101" y="548"/>
                    <a:pt x="67" y="648"/>
                    <a:pt x="34" y="748"/>
                  </a:cubicBezTo>
                  <a:cubicBezTo>
                    <a:pt x="34" y="815"/>
                    <a:pt x="1" y="915"/>
                    <a:pt x="1" y="1015"/>
                  </a:cubicBezTo>
                  <a:lnTo>
                    <a:pt x="1" y="1248"/>
                  </a:lnTo>
                  <a:lnTo>
                    <a:pt x="1" y="1448"/>
                  </a:lnTo>
                  <a:cubicBezTo>
                    <a:pt x="1" y="1548"/>
                    <a:pt x="34" y="1615"/>
                    <a:pt x="34" y="1682"/>
                  </a:cubicBezTo>
                  <a:cubicBezTo>
                    <a:pt x="67" y="1749"/>
                    <a:pt x="101" y="1815"/>
                    <a:pt x="134" y="1849"/>
                  </a:cubicBezTo>
                  <a:cubicBezTo>
                    <a:pt x="167" y="1915"/>
                    <a:pt x="234" y="1915"/>
                    <a:pt x="267" y="1915"/>
                  </a:cubicBezTo>
                  <a:cubicBezTo>
                    <a:pt x="368" y="1915"/>
                    <a:pt x="434" y="1915"/>
                    <a:pt x="501" y="1849"/>
                  </a:cubicBezTo>
                  <a:cubicBezTo>
                    <a:pt x="568" y="1815"/>
                    <a:pt x="634" y="1749"/>
                    <a:pt x="701" y="1682"/>
                  </a:cubicBezTo>
                  <a:cubicBezTo>
                    <a:pt x="768" y="1615"/>
                    <a:pt x="801" y="1548"/>
                    <a:pt x="835" y="1448"/>
                  </a:cubicBezTo>
                  <a:cubicBezTo>
                    <a:pt x="868" y="1382"/>
                    <a:pt x="901" y="1282"/>
                    <a:pt x="935" y="1182"/>
                  </a:cubicBezTo>
                  <a:cubicBezTo>
                    <a:pt x="935" y="1115"/>
                    <a:pt x="968" y="1015"/>
                    <a:pt x="968" y="915"/>
                  </a:cubicBezTo>
                  <a:lnTo>
                    <a:pt x="968" y="681"/>
                  </a:lnTo>
                  <a:lnTo>
                    <a:pt x="968" y="481"/>
                  </a:lnTo>
                  <a:cubicBezTo>
                    <a:pt x="968" y="381"/>
                    <a:pt x="935" y="314"/>
                    <a:pt x="935" y="214"/>
                  </a:cubicBezTo>
                  <a:cubicBezTo>
                    <a:pt x="901" y="181"/>
                    <a:pt x="868" y="114"/>
                    <a:pt x="835" y="47"/>
                  </a:cubicBezTo>
                  <a:cubicBezTo>
                    <a:pt x="801" y="14"/>
                    <a:pt x="768" y="14"/>
                    <a:pt x="701" y="14"/>
                  </a:cubicBezTo>
                  <a:cubicBezTo>
                    <a:pt x="683" y="5"/>
                    <a:pt x="663" y="1"/>
                    <a:pt x="64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4266;p75">
              <a:extLst>
                <a:ext uri="{FF2B5EF4-FFF2-40B4-BE49-F238E27FC236}">
                  <a16:creationId xmlns:a16="http://schemas.microsoft.com/office/drawing/2014/main" id="{11F416F0-54D3-742B-C3EA-24ECAC273C3F}"/>
                </a:ext>
              </a:extLst>
            </p:cNvPr>
            <p:cNvSpPr/>
            <p:nvPr/>
          </p:nvSpPr>
          <p:spPr>
            <a:xfrm>
              <a:off x="2674575" y="3713925"/>
              <a:ext cx="23375" cy="48400"/>
            </a:xfrm>
            <a:custGeom>
              <a:avLst/>
              <a:gdLst/>
              <a:ahLst/>
              <a:cxnLst/>
              <a:rect l="l" t="t" r="r" b="b"/>
              <a:pathLst>
                <a:path w="935" h="1936" extrusionOk="0">
                  <a:moveTo>
                    <a:pt x="568" y="435"/>
                  </a:moveTo>
                  <a:cubicBezTo>
                    <a:pt x="601" y="435"/>
                    <a:pt x="601" y="468"/>
                    <a:pt x="635" y="468"/>
                  </a:cubicBezTo>
                  <a:cubicBezTo>
                    <a:pt x="635" y="501"/>
                    <a:pt x="635" y="535"/>
                    <a:pt x="635" y="568"/>
                  </a:cubicBezTo>
                  <a:cubicBezTo>
                    <a:pt x="635" y="601"/>
                    <a:pt x="635" y="635"/>
                    <a:pt x="635" y="668"/>
                  </a:cubicBezTo>
                  <a:lnTo>
                    <a:pt x="635" y="1068"/>
                  </a:lnTo>
                  <a:cubicBezTo>
                    <a:pt x="635" y="1102"/>
                    <a:pt x="635" y="1168"/>
                    <a:pt x="635" y="1202"/>
                  </a:cubicBezTo>
                  <a:cubicBezTo>
                    <a:pt x="635" y="1235"/>
                    <a:pt x="635" y="1268"/>
                    <a:pt x="635" y="1302"/>
                  </a:cubicBezTo>
                  <a:cubicBezTo>
                    <a:pt x="601" y="1335"/>
                    <a:pt x="601" y="1369"/>
                    <a:pt x="568" y="1402"/>
                  </a:cubicBezTo>
                  <a:cubicBezTo>
                    <a:pt x="534" y="1435"/>
                    <a:pt x="501" y="1469"/>
                    <a:pt x="501" y="1469"/>
                  </a:cubicBezTo>
                  <a:cubicBezTo>
                    <a:pt x="468" y="1502"/>
                    <a:pt x="434" y="1502"/>
                    <a:pt x="401" y="1502"/>
                  </a:cubicBezTo>
                  <a:cubicBezTo>
                    <a:pt x="368" y="1502"/>
                    <a:pt x="368" y="1469"/>
                    <a:pt x="368" y="1469"/>
                  </a:cubicBezTo>
                  <a:cubicBezTo>
                    <a:pt x="334" y="1435"/>
                    <a:pt x="334" y="1435"/>
                    <a:pt x="334" y="1402"/>
                  </a:cubicBezTo>
                  <a:cubicBezTo>
                    <a:pt x="301" y="1369"/>
                    <a:pt x="301" y="1302"/>
                    <a:pt x="334" y="1268"/>
                  </a:cubicBezTo>
                  <a:lnTo>
                    <a:pt x="334" y="868"/>
                  </a:lnTo>
                  <a:cubicBezTo>
                    <a:pt x="301" y="835"/>
                    <a:pt x="301" y="768"/>
                    <a:pt x="334" y="735"/>
                  </a:cubicBezTo>
                  <a:cubicBezTo>
                    <a:pt x="334" y="701"/>
                    <a:pt x="334" y="668"/>
                    <a:pt x="368" y="635"/>
                  </a:cubicBezTo>
                  <a:cubicBezTo>
                    <a:pt x="368" y="601"/>
                    <a:pt x="368" y="568"/>
                    <a:pt x="401" y="535"/>
                  </a:cubicBezTo>
                  <a:cubicBezTo>
                    <a:pt x="434" y="501"/>
                    <a:pt x="468" y="501"/>
                    <a:pt x="501" y="468"/>
                  </a:cubicBezTo>
                  <a:cubicBezTo>
                    <a:pt x="501" y="468"/>
                    <a:pt x="534" y="435"/>
                    <a:pt x="568" y="435"/>
                  </a:cubicBezTo>
                  <a:close/>
                  <a:moveTo>
                    <a:pt x="668" y="1"/>
                  </a:moveTo>
                  <a:cubicBezTo>
                    <a:pt x="601" y="1"/>
                    <a:pt x="534" y="34"/>
                    <a:pt x="468" y="68"/>
                  </a:cubicBezTo>
                  <a:cubicBezTo>
                    <a:pt x="401" y="101"/>
                    <a:pt x="301" y="168"/>
                    <a:pt x="268" y="234"/>
                  </a:cubicBezTo>
                  <a:cubicBezTo>
                    <a:pt x="201" y="301"/>
                    <a:pt x="134" y="401"/>
                    <a:pt x="101" y="468"/>
                  </a:cubicBezTo>
                  <a:cubicBezTo>
                    <a:pt x="67" y="568"/>
                    <a:pt x="34" y="668"/>
                    <a:pt x="34" y="735"/>
                  </a:cubicBezTo>
                  <a:cubicBezTo>
                    <a:pt x="1" y="835"/>
                    <a:pt x="1" y="935"/>
                    <a:pt x="1" y="1035"/>
                  </a:cubicBezTo>
                  <a:lnTo>
                    <a:pt x="1" y="1268"/>
                  </a:lnTo>
                  <a:lnTo>
                    <a:pt x="1" y="1469"/>
                  </a:lnTo>
                  <a:cubicBezTo>
                    <a:pt x="1" y="1535"/>
                    <a:pt x="1" y="1635"/>
                    <a:pt x="34" y="1702"/>
                  </a:cubicBezTo>
                  <a:cubicBezTo>
                    <a:pt x="34" y="1769"/>
                    <a:pt x="67" y="1836"/>
                    <a:pt x="101" y="1869"/>
                  </a:cubicBezTo>
                  <a:cubicBezTo>
                    <a:pt x="168" y="1902"/>
                    <a:pt x="201" y="1936"/>
                    <a:pt x="268" y="1936"/>
                  </a:cubicBezTo>
                  <a:cubicBezTo>
                    <a:pt x="334" y="1936"/>
                    <a:pt x="401" y="1902"/>
                    <a:pt x="468" y="1869"/>
                  </a:cubicBezTo>
                  <a:cubicBezTo>
                    <a:pt x="568" y="1836"/>
                    <a:pt x="635" y="1769"/>
                    <a:pt x="668" y="1702"/>
                  </a:cubicBezTo>
                  <a:cubicBezTo>
                    <a:pt x="735" y="1635"/>
                    <a:pt x="801" y="1535"/>
                    <a:pt x="835" y="1469"/>
                  </a:cubicBezTo>
                  <a:cubicBezTo>
                    <a:pt x="868" y="1369"/>
                    <a:pt x="901" y="1302"/>
                    <a:pt x="901" y="1202"/>
                  </a:cubicBezTo>
                  <a:cubicBezTo>
                    <a:pt x="935" y="1102"/>
                    <a:pt x="935" y="1002"/>
                    <a:pt x="935" y="935"/>
                  </a:cubicBezTo>
                  <a:lnTo>
                    <a:pt x="935" y="701"/>
                  </a:lnTo>
                  <a:lnTo>
                    <a:pt x="935" y="468"/>
                  </a:lnTo>
                  <a:cubicBezTo>
                    <a:pt x="935" y="401"/>
                    <a:pt x="935" y="301"/>
                    <a:pt x="901" y="234"/>
                  </a:cubicBezTo>
                  <a:cubicBezTo>
                    <a:pt x="901" y="168"/>
                    <a:pt x="868" y="101"/>
                    <a:pt x="835" y="68"/>
                  </a:cubicBezTo>
                  <a:cubicBezTo>
                    <a:pt x="801" y="34"/>
                    <a:pt x="735" y="1"/>
                    <a:pt x="6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4267;p75">
              <a:extLst>
                <a:ext uri="{FF2B5EF4-FFF2-40B4-BE49-F238E27FC236}">
                  <a16:creationId xmlns:a16="http://schemas.microsoft.com/office/drawing/2014/main" id="{9BC7D25F-29A0-E975-4EC7-347B9317190C}"/>
                </a:ext>
              </a:extLst>
            </p:cNvPr>
            <p:cNvSpPr/>
            <p:nvPr/>
          </p:nvSpPr>
          <p:spPr>
            <a:xfrm>
              <a:off x="2827199" y="2271275"/>
              <a:ext cx="1227550" cy="1471000"/>
            </a:xfrm>
            <a:custGeom>
              <a:avLst/>
              <a:gdLst/>
              <a:ahLst/>
              <a:cxnLst/>
              <a:rect l="l" t="t" r="r" b="b"/>
              <a:pathLst>
                <a:path w="49102" h="58840" extrusionOk="0">
                  <a:moveTo>
                    <a:pt x="48614" y="1"/>
                  </a:moveTo>
                  <a:cubicBezTo>
                    <a:pt x="48490" y="1"/>
                    <a:pt x="48350" y="43"/>
                    <a:pt x="48201" y="132"/>
                  </a:cubicBezTo>
                  <a:lnTo>
                    <a:pt x="867" y="27419"/>
                  </a:lnTo>
                  <a:cubicBezTo>
                    <a:pt x="334" y="27752"/>
                    <a:pt x="33" y="28353"/>
                    <a:pt x="0" y="28986"/>
                  </a:cubicBezTo>
                  <a:lnTo>
                    <a:pt x="0" y="58207"/>
                  </a:lnTo>
                  <a:cubicBezTo>
                    <a:pt x="0" y="58605"/>
                    <a:pt x="197" y="58839"/>
                    <a:pt x="488" y="58839"/>
                  </a:cubicBezTo>
                  <a:cubicBezTo>
                    <a:pt x="612" y="58839"/>
                    <a:pt x="752" y="58797"/>
                    <a:pt x="901" y="58708"/>
                  </a:cubicBezTo>
                  <a:lnTo>
                    <a:pt x="48201" y="31388"/>
                  </a:lnTo>
                  <a:cubicBezTo>
                    <a:pt x="48735" y="31054"/>
                    <a:pt x="49068" y="30454"/>
                    <a:pt x="49102" y="29820"/>
                  </a:cubicBezTo>
                  <a:lnTo>
                    <a:pt x="49102" y="633"/>
                  </a:lnTo>
                  <a:cubicBezTo>
                    <a:pt x="49102" y="235"/>
                    <a:pt x="48905" y="1"/>
                    <a:pt x="4861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4268;p75">
              <a:extLst>
                <a:ext uri="{FF2B5EF4-FFF2-40B4-BE49-F238E27FC236}">
                  <a16:creationId xmlns:a16="http://schemas.microsoft.com/office/drawing/2014/main" id="{07147E70-1284-490A-AB11-EFEB092DE82F}"/>
                </a:ext>
              </a:extLst>
            </p:cNvPr>
            <p:cNvSpPr/>
            <p:nvPr/>
          </p:nvSpPr>
          <p:spPr>
            <a:xfrm>
              <a:off x="2913075" y="2987575"/>
              <a:ext cx="25875" cy="49225"/>
            </a:xfrm>
            <a:custGeom>
              <a:avLst/>
              <a:gdLst/>
              <a:ahLst/>
              <a:cxnLst/>
              <a:rect l="l" t="t" r="r" b="b"/>
              <a:pathLst>
                <a:path w="1035" h="1969" extrusionOk="0">
                  <a:moveTo>
                    <a:pt x="701" y="1"/>
                  </a:moveTo>
                  <a:cubicBezTo>
                    <a:pt x="601" y="1"/>
                    <a:pt x="535" y="34"/>
                    <a:pt x="501" y="67"/>
                  </a:cubicBezTo>
                  <a:cubicBezTo>
                    <a:pt x="401" y="101"/>
                    <a:pt x="334" y="168"/>
                    <a:pt x="301" y="268"/>
                  </a:cubicBezTo>
                  <a:cubicBezTo>
                    <a:pt x="234" y="334"/>
                    <a:pt x="201" y="401"/>
                    <a:pt x="168" y="468"/>
                  </a:cubicBezTo>
                  <a:cubicBezTo>
                    <a:pt x="101" y="534"/>
                    <a:pt x="68" y="601"/>
                    <a:pt x="68" y="701"/>
                  </a:cubicBezTo>
                  <a:cubicBezTo>
                    <a:pt x="34" y="768"/>
                    <a:pt x="34" y="835"/>
                    <a:pt x="34" y="901"/>
                  </a:cubicBezTo>
                  <a:cubicBezTo>
                    <a:pt x="1" y="1035"/>
                    <a:pt x="34" y="1135"/>
                    <a:pt x="101" y="1202"/>
                  </a:cubicBezTo>
                  <a:cubicBezTo>
                    <a:pt x="150" y="1250"/>
                    <a:pt x="217" y="1281"/>
                    <a:pt x="275" y="1281"/>
                  </a:cubicBezTo>
                  <a:cubicBezTo>
                    <a:pt x="296" y="1281"/>
                    <a:pt x="317" y="1277"/>
                    <a:pt x="334" y="1268"/>
                  </a:cubicBezTo>
                  <a:lnTo>
                    <a:pt x="501" y="1235"/>
                  </a:lnTo>
                  <a:cubicBezTo>
                    <a:pt x="535" y="1202"/>
                    <a:pt x="568" y="1202"/>
                    <a:pt x="601" y="1202"/>
                  </a:cubicBezTo>
                  <a:lnTo>
                    <a:pt x="668" y="1202"/>
                  </a:lnTo>
                  <a:cubicBezTo>
                    <a:pt x="701" y="1202"/>
                    <a:pt x="701" y="1235"/>
                    <a:pt x="701" y="1235"/>
                  </a:cubicBezTo>
                  <a:cubicBezTo>
                    <a:pt x="701" y="1302"/>
                    <a:pt x="668" y="1335"/>
                    <a:pt x="635" y="1402"/>
                  </a:cubicBezTo>
                  <a:cubicBezTo>
                    <a:pt x="601" y="1435"/>
                    <a:pt x="535" y="1468"/>
                    <a:pt x="501" y="1502"/>
                  </a:cubicBezTo>
                  <a:cubicBezTo>
                    <a:pt x="468" y="1502"/>
                    <a:pt x="435" y="1535"/>
                    <a:pt x="401" y="1535"/>
                  </a:cubicBezTo>
                  <a:lnTo>
                    <a:pt x="368" y="1535"/>
                  </a:lnTo>
                  <a:cubicBezTo>
                    <a:pt x="334" y="1535"/>
                    <a:pt x="334" y="1502"/>
                    <a:pt x="334" y="1502"/>
                  </a:cubicBezTo>
                  <a:lnTo>
                    <a:pt x="334" y="1468"/>
                  </a:lnTo>
                  <a:lnTo>
                    <a:pt x="268" y="1468"/>
                  </a:lnTo>
                  <a:lnTo>
                    <a:pt x="34" y="1602"/>
                  </a:lnTo>
                  <a:cubicBezTo>
                    <a:pt x="34" y="1602"/>
                    <a:pt x="34" y="1635"/>
                    <a:pt x="34" y="1635"/>
                  </a:cubicBezTo>
                  <a:cubicBezTo>
                    <a:pt x="34" y="1635"/>
                    <a:pt x="34" y="1669"/>
                    <a:pt x="34" y="1669"/>
                  </a:cubicBezTo>
                  <a:cubicBezTo>
                    <a:pt x="34" y="1735"/>
                    <a:pt x="34" y="1802"/>
                    <a:pt x="68" y="1835"/>
                  </a:cubicBezTo>
                  <a:cubicBezTo>
                    <a:pt x="101" y="1869"/>
                    <a:pt x="134" y="1935"/>
                    <a:pt x="168" y="1935"/>
                  </a:cubicBezTo>
                  <a:cubicBezTo>
                    <a:pt x="201" y="1969"/>
                    <a:pt x="268" y="1969"/>
                    <a:pt x="334" y="1969"/>
                  </a:cubicBezTo>
                  <a:cubicBezTo>
                    <a:pt x="401" y="1969"/>
                    <a:pt x="468" y="1935"/>
                    <a:pt x="535" y="1902"/>
                  </a:cubicBezTo>
                  <a:cubicBezTo>
                    <a:pt x="601" y="1869"/>
                    <a:pt x="668" y="1802"/>
                    <a:pt x="735" y="1735"/>
                  </a:cubicBezTo>
                  <a:cubicBezTo>
                    <a:pt x="801" y="1702"/>
                    <a:pt x="835" y="1635"/>
                    <a:pt x="902" y="1535"/>
                  </a:cubicBezTo>
                  <a:cubicBezTo>
                    <a:pt x="935" y="1468"/>
                    <a:pt x="968" y="1402"/>
                    <a:pt x="1002" y="1302"/>
                  </a:cubicBezTo>
                  <a:cubicBezTo>
                    <a:pt x="1035" y="1235"/>
                    <a:pt x="1035" y="1168"/>
                    <a:pt x="1035" y="1068"/>
                  </a:cubicBezTo>
                  <a:cubicBezTo>
                    <a:pt x="1035" y="1001"/>
                    <a:pt x="1035" y="935"/>
                    <a:pt x="1002" y="868"/>
                  </a:cubicBezTo>
                  <a:cubicBezTo>
                    <a:pt x="1002" y="835"/>
                    <a:pt x="968" y="801"/>
                    <a:pt x="935" y="768"/>
                  </a:cubicBezTo>
                  <a:cubicBezTo>
                    <a:pt x="902" y="735"/>
                    <a:pt x="868" y="735"/>
                    <a:pt x="835" y="735"/>
                  </a:cubicBezTo>
                  <a:lnTo>
                    <a:pt x="668" y="735"/>
                  </a:lnTo>
                  <a:lnTo>
                    <a:pt x="535" y="768"/>
                  </a:lnTo>
                  <a:lnTo>
                    <a:pt x="368" y="768"/>
                  </a:lnTo>
                  <a:lnTo>
                    <a:pt x="368" y="701"/>
                  </a:lnTo>
                  <a:cubicBezTo>
                    <a:pt x="368" y="701"/>
                    <a:pt x="368" y="668"/>
                    <a:pt x="368" y="635"/>
                  </a:cubicBezTo>
                  <a:cubicBezTo>
                    <a:pt x="401" y="635"/>
                    <a:pt x="401" y="601"/>
                    <a:pt x="401" y="568"/>
                  </a:cubicBezTo>
                  <a:lnTo>
                    <a:pt x="468" y="534"/>
                  </a:lnTo>
                  <a:lnTo>
                    <a:pt x="535" y="501"/>
                  </a:lnTo>
                  <a:cubicBezTo>
                    <a:pt x="535" y="468"/>
                    <a:pt x="568" y="468"/>
                    <a:pt x="601" y="468"/>
                  </a:cubicBezTo>
                  <a:lnTo>
                    <a:pt x="735" y="468"/>
                  </a:lnTo>
                  <a:lnTo>
                    <a:pt x="968" y="334"/>
                  </a:lnTo>
                  <a:cubicBezTo>
                    <a:pt x="968" y="301"/>
                    <a:pt x="968" y="301"/>
                    <a:pt x="968" y="268"/>
                  </a:cubicBezTo>
                  <a:cubicBezTo>
                    <a:pt x="968" y="234"/>
                    <a:pt x="968" y="168"/>
                    <a:pt x="935" y="134"/>
                  </a:cubicBezTo>
                  <a:cubicBezTo>
                    <a:pt x="902" y="67"/>
                    <a:pt x="868" y="34"/>
                    <a:pt x="835" y="34"/>
                  </a:cubicBezTo>
                  <a:cubicBezTo>
                    <a:pt x="801" y="1"/>
                    <a:pt x="735" y="1"/>
                    <a:pt x="7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4269;p75">
              <a:extLst>
                <a:ext uri="{FF2B5EF4-FFF2-40B4-BE49-F238E27FC236}">
                  <a16:creationId xmlns:a16="http://schemas.microsoft.com/office/drawing/2014/main" id="{5B9A6963-5EA6-17F4-4977-5CE79DCA674A}"/>
                </a:ext>
              </a:extLst>
            </p:cNvPr>
            <p:cNvSpPr/>
            <p:nvPr/>
          </p:nvSpPr>
          <p:spPr>
            <a:xfrm>
              <a:off x="2939775" y="2971725"/>
              <a:ext cx="27550" cy="52575"/>
            </a:xfrm>
            <a:custGeom>
              <a:avLst/>
              <a:gdLst/>
              <a:ahLst/>
              <a:cxnLst/>
              <a:rect l="l" t="t" r="r" b="b"/>
              <a:pathLst>
                <a:path w="1102" h="2103" extrusionOk="0">
                  <a:moveTo>
                    <a:pt x="567" y="568"/>
                  </a:moveTo>
                  <a:lnTo>
                    <a:pt x="667" y="1068"/>
                  </a:lnTo>
                  <a:lnTo>
                    <a:pt x="434" y="1235"/>
                  </a:lnTo>
                  <a:lnTo>
                    <a:pt x="567" y="568"/>
                  </a:lnTo>
                  <a:close/>
                  <a:moveTo>
                    <a:pt x="667" y="1"/>
                  </a:moveTo>
                  <a:lnTo>
                    <a:pt x="467" y="134"/>
                  </a:lnTo>
                  <a:cubicBezTo>
                    <a:pt x="434" y="134"/>
                    <a:pt x="434" y="168"/>
                    <a:pt x="401" y="201"/>
                  </a:cubicBezTo>
                  <a:cubicBezTo>
                    <a:pt x="401" y="201"/>
                    <a:pt x="401" y="234"/>
                    <a:pt x="401" y="268"/>
                  </a:cubicBezTo>
                  <a:lnTo>
                    <a:pt x="34" y="2036"/>
                  </a:lnTo>
                  <a:cubicBezTo>
                    <a:pt x="34" y="2069"/>
                    <a:pt x="34" y="2069"/>
                    <a:pt x="34" y="2069"/>
                  </a:cubicBezTo>
                  <a:cubicBezTo>
                    <a:pt x="34" y="2102"/>
                    <a:pt x="0" y="2102"/>
                    <a:pt x="34" y="2102"/>
                  </a:cubicBezTo>
                  <a:lnTo>
                    <a:pt x="67" y="2102"/>
                  </a:lnTo>
                  <a:lnTo>
                    <a:pt x="267" y="2002"/>
                  </a:lnTo>
                  <a:cubicBezTo>
                    <a:pt x="267" y="1969"/>
                    <a:pt x="301" y="1969"/>
                    <a:pt x="301" y="1936"/>
                  </a:cubicBezTo>
                  <a:cubicBezTo>
                    <a:pt x="301" y="1936"/>
                    <a:pt x="301" y="1902"/>
                    <a:pt x="301" y="1902"/>
                  </a:cubicBezTo>
                  <a:lnTo>
                    <a:pt x="367" y="1669"/>
                  </a:lnTo>
                  <a:lnTo>
                    <a:pt x="768" y="1402"/>
                  </a:lnTo>
                  <a:lnTo>
                    <a:pt x="801" y="1602"/>
                  </a:lnTo>
                  <a:cubicBezTo>
                    <a:pt x="801" y="1602"/>
                    <a:pt x="834" y="1602"/>
                    <a:pt x="834" y="1635"/>
                  </a:cubicBezTo>
                  <a:lnTo>
                    <a:pt x="868" y="1635"/>
                  </a:lnTo>
                  <a:lnTo>
                    <a:pt x="1101" y="1502"/>
                  </a:lnTo>
                  <a:cubicBezTo>
                    <a:pt x="1101" y="1502"/>
                    <a:pt x="1101" y="1502"/>
                    <a:pt x="1101" y="1469"/>
                  </a:cubicBezTo>
                  <a:cubicBezTo>
                    <a:pt x="1101" y="1469"/>
                    <a:pt x="1101" y="1435"/>
                    <a:pt x="1101" y="1435"/>
                  </a:cubicBezTo>
                  <a:cubicBezTo>
                    <a:pt x="1101" y="1435"/>
                    <a:pt x="1101" y="1402"/>
                    <a:pt x="1101" y="1402"/>
                  </a:cubicBezTo>
                  <a:lnTo>
                    <a:pt x="768" y="34"/>
                  </a:lnTo>
                  <a:cubicBezTo>
                    <a:pt x="734" y="1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4270;p75">
              <a:extLst>
                <a:ext uri="{FF2B5EF4-FFF2-40B4-BE49-F238E27FC236}">
                  <a16:creationId xmlns:a16="http://schemas.microsoft.com/office/drawing/2014/main" id="{E4568E73-A2C0-3AC0-65BB-174C31B5260A}"/>
                </a:ext>
              </a:extLst>
            </p:cNvPr>
            <p:cNvSpPr/>
            <p:nvPr/>
          </p:nvSpPr>
          <p:spPr>
            <a:xfrm>
              <a:off x="2971450" y="2959225"/>
              <a:ext cx="20050" cy="46725"/>
            </a:xfrm>
            <a:custGeom>
              <a:avLst/>
              <a:gdLst/>
              <a:ahLst/>
              <a:cxnLst/>
              <a:rect l="l" t="t" r="r" b="b"/>
              <a:pathLst>
                <a:path w="802" h="1869" extrusionOk="0">
                  <a:moveTo>
                    <a:pt x="234" y="1"/>
                  </a:moveTo>
                  <a:lnTo>
                    <a:pt x="34" y="134"/>
                  </a:lnTo>
                  <a:cubicBezTo>
                    <a:pt x="1" y="134"/>
                    <a:pt x="1" y="167"/>
                    <a:pt x="1" y="167"/>
                  </a:cubicBezTo>
                  <a:cubicBezTo>
                    <a:pt x="1" y="167"/>
                    <a:pt x="1" y="201"/>
                    <a:pt x="1" y="234"/>
                  </a:cubicBezTo>
                  <a:lnTo>
                    <a:pt x="1" y="1835"/>
                  </a:lnTo>
                  <a:cubicBezTo>
                    <a:pt x="1" y="1835"/>
                    <a:pt x="1" y="1869"/>
                    <a:pt x="1" y="1869"/>
                  </a:cubicBezTo>
                  <a:lnTo>
                    <a:pt x="34" y="1869"/>
                  </a:lnTo>
                  <a:lnTo>
                    <a:pt x="768" y="1468"/>
                  </a:lnTo>
                  <a:cubicBezTo>
                    <a:pt x="801" y="1435"/>
                    <a:pt x="801" y="1435"/>
                    <a:pt x="801" y="1402"/>
                  </a:cubicBezTo>
                  <a:cubicBezTo>
                    <a:pt x="801" y="1402"/>
                    <a:pt x="801" y="1368"/>
                    <a:pt x="801" y="1368"/>
                  </a:cubicBezTo>
                  <a:lnTo>
                    <a:pt x="801" y="1101"/>
                  </a:lnTo>
                  <a:cubicBezTo>
                    <a:pt x="801" y="1068"/>
                    <a:pt x="801" y="1068"/>
                    <a:pt x="801" y="1068"/>
                  </a:cubicBezTo>
                  <a:lnTo>
                    <a:pt x="768" y="1068"/>
                  </a:lnTo>
                  <a:lnTo>
                    <a:pt x="268" y="1335"/>
                  </a:lnTo>
                  <a:lnTo>
                    <a:pt x="268" y="34"/>
                  </a:lnTo>
                  <a:cubicBezTo>
                    <a:pt x="268" y="34"/>
                    <a:pt x="268" y="1"/>
                    <a:pt x="2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4271;p75">
              <a:extLst>
                <a:ext uri="{FF2B5EF4-FFF2-40B4-BE49-F238E27FC236}">
                  <a16:creationId xmlns:a16="http://schemas.microsoft.com/office/drawing/2014/main" id="{0E9B1711-3B41-621F-C025-C3E3FA0632DE}"/>
                </a:ext>
              </a:extLst>
            </p:cNvPr>
            <p:cNvSpPr/>
            <p:nvPr/>
          </p:nvSpPr>
          <p:spPr>
            <a:xfrm>
              <a:off x="2995650" y="2938375"/>
              <a:ext cx="20875" cy="53400"/>
            </a:xfrm>
            <a:custGeom>
              <a:avLst/>
              <a:gdLst/>
              <a:ahLst/>
              <a:cxnLst/>
              <a:rect l="l" t="t" r="r" b="b"/>
              <a:pathLst>
                <a:path w="835" h="2136" extrusionOk="0">
                  <a:moveTo>
                    <a:pt x="801" y="1"/>
                  </a:moveTo>
                  <a:lnTo>
                    <a:pt x="34" y="401"/>
                  </a:lnTo>
                  <a:cubicBezTo>
                    <a:pt x="34" y="401"/>
                    <a:pt x="0" y="434"/>
                    <a:pt x="0" y="434"/>
                  </a:cubicBezTo>
                  <a:cubicBezTo>
                    <a:pt x="0" y="468"/>
                    <a:pt x="0" y="468"/>
                    <a:pt x="0" y="501"/>
                  </a:cubicBezTo>
                  <a:lnTo>
                    <a:pt x="0" y="2102"/>
                  </a:lnTo>
                  <a:cubicBezTo>
                    <a:pt x="0" y="2136"/>
                    <a:pt x="0" y="2136"/>
                    <a:pt x="0" y="2136"/>
                  </a:cubicBezTo>
                  <a:lnTo>
                    <a:pt x="34" y="2136"/>
                  </a:lnTo>
                  <a:lnTo>
                    <a:pt x="801" y="1702"/>
                  </a:lnTo>
                  <a:cubicBezTo>
                    <a:pt x="834" y="1702"/>
                    <a:pt x="834" y="1702"/>
                    <a:pt x="834" y="1669"/>
                  </a:cubicBezTo>
                  <a:cubicBezTo>
                    <a:pt x="834" y="1635"/>
                    <a:pt x="834" y="1635"/>
                    <a:pt x="834" y="1602"/>
                  </a:cubicBezTo>
                  <a:lnTo>
                    <a:pt x="834" y="1335"/>
                  </a:lnTo>
                  <a:cubicBezTo>
                    <a:pt x="834" y="1335"/>
                    <a:pt x="834" y="1335"/>
                    <a:pt x="834" y="1302"/>
                  </a:cubicBezTo>
                  <a:lnTo>
                    <a:pt x="801" y="1302"/>
                  </a:lnTo>
                  <a:lnTo>
                    <a:pt x="300" y="1602"/>
                  </a:lnTo>
                  <a:lnTo>
                    <a:pt x="300" y="1335"/>
                  </a:lnTo>
                  <a:lnTo>
                    <a:pt x="767" y="1068"/>
                  </a:lnTo>
                  <a:cubicBezTo>
                    <a:pt x="767" y="1068"/>
                    <a:pt x="767" y="1035"/>
                    <a:pt x="801" y="1035"/>
                  </a:cubicBezTo>
                  <a:cubicBezTo>
                    <a:pt x="801" y="1001"/>
                    <a:pt x="801" y="1001"/>
                    <a:pt x="801" y="968"/>
                  </a:cubicBezTo>
                  <a:lnTo>
                    <a:pt x="801" y="701"/>
                  </a:lnTo>
                  <a:cubicBezTo>
                    <a:pt x="801" y="701"/>
                    <a:pt x="801" y="701"/>
                    <a:pt x="801" y="668"/>
                  </a:cubicBezTo>
                  <a:lnTo>
                    <a:pt x="767" y="668"/>
                  </a:lnTo>
                  <a:lnTo>
                    <a:pt x="300" y="935"/>
                  </a:lnTo>
                  <a:lnTo>
                    <a:pt x="300" y="668"/>
                  </a:lnTo>
                  <a:lnTo>
                    <a:pt x="801" y="368"/>
                  </a:lnTo>
                  <a:cubicBezTo>
                    <a:pt x="801" y="368"/>
                    <a:pt x="801" y="368"/>
                    <a:pt x="834" y="334"/>
                  </a:cubicBezTo>
                  <a:cubicBezTo>
                    <a:pt x="834" y="334"/>
                    <a:pt x="834" y="301"/>
                    <a:pt x="834" y="301"/>
                  </a:cubicBezTo>
                  <a:lnTo>
                    <a:pt x="834" y="34"/>
                  </a:lnTo>
                  <a:cubicBezTo>
                    <a:pt x="834" y="1"/>
                    <a:pt x="834" y="1"/>
                    <a:pt x="8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4272;p75">
              <a:extLst>
                <a:ext uri="{FF2B5EF4-FFF2-40B4-BE49-F238E27FC236}">
                  <a16:creationId xmlns:a16="http://schemas.microsoft.com/office/drawing/2014/main" id="{8F7A294C-86AC-5A79-54F0-2B5B6790DEFB}"/>
                </a:ext>
              </a:extLst>
            </p:cNvPr>
            <p:cNvSpPr/>
            <p:nvPr/>
          </p:nvSpPr>
          <p:spPr>
            <a:xfrm>
              <a:off x="3019825" y="2925875"/>
              <a:ext cx="25875" cy="49225"/>
            </a:xfrm>
            <a:custGeom>
              <a:avLst/>
              <a:gdLst/>
              <a:ahLst/>
              <a:cxnLst/>
              <a:rect l="l" t="t" r="r" b="b"/>
              <a:pathLst>
                <a:path w="1035" h="1969" extrusionOk="0">
                  <a:moveTo>
                    <a:pt x="668" y="0"/>
                  </a:moveTo>
                  <a:cubicBezTo>
                    <a:pt x="601" y="0"/>
                    <a:pt x="534" y="34"/>
                    <a:pt x="501" y="67"/>
                  </a:cubicBezTo>
                  <a:cubicBezTo>
                    <a:pt x="434" y="134"/>
                    <a:pt x="368" y="167"/>
                    <a:pt x="334" y="267"/>
                  </a:cubicBezTo>
                  <a:cubicBezTo>
                    <a:pt x="267" y="301"/>
                    <a:pt x="201" y="401"/>
                    <a:pt x="167" y="467"/>
                  </a:cubicBezTo>
                  <a:cubicBezTo>
                    <a:pt x="134" y="534"/>
                    <a:pt x="101" y="601"/>
                    <a:pt x="67" y="701"/>
                  </a:cubicBezTo>
                  <a:cubicBezTo>
                    <a:pt x="67" y="768"/>
                    <a:pt x="67" y="834"/>
                    <a:pt x="34" y="901"/>
                  </a:cubicBezTo>
                  <a:cubicBezTo>
                    <a:pt x="34" y="1001"/>
                    <a:pt x="67" y="1134"/>
                    <a:pt x="134" y="1201"/>
                  </a:cubicBezTo>
                  <a:cubicBezTo>
                    <a:pt x="173" y="1240"/>
                    <a:pt x="224" y="1256"/>
                    <a:pt x="272" y="1256"/>
                  </a:cubicBezTo>
                  <a:cubicBezTo>
                    <a:pt x="307" y="1256"/>
                    <a:pt x="340" y="1248"/>
                    <a:pt x="368" y="1235"/>
                  </a:cubicBezTo>
                  <a:lnTo>
                    <a:pt x="534" y="1201"/>
                  </a:lnTo>
                  <a:lnTo>
                    <a:pt x="634" y="1201"/>
                  </a:lnTo>
                  <a:cubicBezTo>
                    <a:pt x="651" y="1184"/>
                    <a:pt x="659" y="1176"/>
                    <a:pt x="668" y="1176"/>
                  </a:cubicBezTo>
                  <a:cubicBezTo>
                    <a:pt x="676" y="1176"/>
                    <a:pt x="684" y="1184"/>
                    <a:pt x="701" y="1201"/>
                  </a:cubicBezTo>
                  <a:cubicBezTo>
                    <a:pt x="701" y="1201"/>
                    <a:pt x="701" y="1235"/>
                    <a:pt x="701" y="1235"/>
                  </a:cubicBezTo>
                  <a:cubicBezTo>
                    <a:pt x="701" y="1301"/>
                    <a:pt x="668" y="1335"/>
                    <a:pt x="634" y="1368"/>
                  </a:cubicBezTo>
                  <a:cubicBezTo>
                    <a:pt x="601" y="1435"/>
                    <a:pt x="568" y="1468"/>
                    <a:pt x="501" y="1501"/>
                  </a:cubicBezTo>
                  <a:cubicBezTo>
                    <a:pt x="468" y="1501"/>
                    <a:pt x="434" y="1501"/>
                    <a:pt x="434" y="1535"/>
                  </a:cubicBezTo>
                  <a:lnTo>
                    <a:pt x="368" y="1535"/>
                  </a:lnTo>
                  <a:cubicBezTo>
                    <a:pt x="334" y="1501"/>
                    <a:pt x="334" y="1501"/>
                    <a:pt x="334" y="1501"/>
                  </a:cubicBezTo>
                  <a:lnTo>
                    <a:pt x="334" y="1468"/>
                  </a:lnTo>
                  <a:lnTo>
                    <a:pt x="267" y="1468"/>
                  </a:lnTo>
                  <a:lnTo>
                    <a:pt x="67" y="1601"/>
                  </a:lnTo>
                  <a:cubicBezTo>
                    <a:pt x="34" y="1601"/>
                    <a:pt x="1" y="1635"/>
                    <a:pt x="1" y="1668"/>
                  </a:cubicBezTo>
                  <a:cubicBezTo>
                    <a:pt x="1" y="1735"/>
                    <a:pt x="34" y="1768"/>
                    <a:pt x="67" y="1835"/>
                  </a:cubicBezTo>
                  <a:cubicBezTo>
                    <a:pt x="67" y="1868"/>
                    <a:pt x="101" y="1902"/>
                    <a:pt x="167" y="1935"/>
                  </a:cubicBezTo>
                  <a:cubicBezTo>
                    <a:pt x="201" y="1968"/>
                    <a:pt x="267" y="1968"/>
                    <a:pt x="301" y="1968"/>
                  </a:cubicBezTo>
                  <a:cubicBezTo>
                    <a:pt x="401" y="1968"/>
                    <a:pt x="468" y="1935"/>
                    <a:pt x="534" y="1902"/>
                  </a:cubicBezTo>
                  <a:cubicBezTo>
                    <a:pt x="601" y="1868"/>
                    <a:pt x="668" y="1802"/>
                    <a:pt x="701" y="1735"/>
                  </a:cubicBezTo>
                  <a:cubicBezTo>
                    <a:pt x="768" y="1668"/>
                    <a:pt x="835" y="1601"/>
                    <a:pt x="868" y="1535"/>
                  </a:cubicBezTo>
                  <a:cubicBezTo>
                    <a:pt x="935" y="1468"/>
                    <a:pt x="968" y="1401"/>
                    <a:pt x="968" y="1301"/>
                  </a:cubicBezTo>
                  <a:cubicBezTo>
                    <a:pt x="1001" y="1235"/>
                    <a:pt x="1035" y="1134"/>
                    <a:pt x="1001" y="1068"/>
                  </a:cubicBezTo>
                  <a:cubicBezTo>
                    <a:pt x="1035" y="1001"/>
                    <a:pt x="1035" y="934"/>
                    <a:pt x="1001" y="868"/>
                  </a:cubicBezTo>
                  <a:cubicBezTo>
                    <a:pt x="1001" y="834"/>
                    <a:pt x="968" y="801"/>
                    <a:pt x="968" y="768"/>
                  </a:cubicBezTo>
                  <a:cubicBezTo>
                    <a:pt x="944" y="744"/>
                    <a:pt x="904" y="720"/>
                    <a:pt x="871" y="720"/>
                  </a:cubicBezTo>
                  <a:cubicBezTo>
                    <a:pt x="857" y="720"/>
                    <a:pt x="844" y="724"/>
                    <a:pt x="835" y="734"/>
                  </a:cubicBezTo>
                  <a:cubicBezTo>
                    <a:pt x="823" y="723"/>
                    <a:pt x="809" y="719"/>
                    <a:pt x="791" y="719"/>
                  </a:cubicBezTo>
                  <a:cubicBezTo>
                    <a:pt x="757" y="719"/>
                    <a:pt x="712" y="734"/>
                    <a:pt x="668" y="734"/>
                  </a:cubicBezTo>
                  <a:lnTo>
                    <a:pt x="534" y="768"/>
                  </a:lnTo>
                  <a:lnTo>
                    <a:pt x="434" y="768"/>
                  </a:lnTo>
                  <a:cubicBezTo>
                    <a:pt x="428" y="774"/>
                    <a:pt x="422" y="777"/>
                    <a:pt x="415" y="777"/>
                  </a:cubicBezTo>
                  <a:cubicBezTo>
                    <a:pt x="389" y="777"/>
                    <a:pt x="368" y="728"/>
                    <a:pt x="368" y="701"/>
                  </a:cubicBezTo>
                  <a:cubicBezTo>
                    <a:pt x="368" y="701"/>
                    <a:pt x="368" y="667"/>
                    <a:pt x="368" y="634"/>
                  </a:cubicBezTo>
                  <a:cubicBezTo>
                    <a:pt x="368" y="601"/>
                    <a:pt x="401" y="601"/>
                    <a:pt x="401" y="567"/>
                  </a:cubicBezTo>
                  <a:lnTo>
                    <a:pt x="468" y="534"/>
                  </a:lnTo>
                  <a:lnTo>
                    <a:pt x="501" y="501"/>
                  </a:lnTo>
                  <a:cubicBezTo>
                    <a:pt x="534" y="467"/>
                    <a:pt x="568" y="467"/>
                    <a:pt x="601" y="467"/>
                  </a:cubicBezTo>
                  <a:lnTo>
                    <a:pt x="734" y="467"/>
                  </a:lnTo>
                  <a:lnTo>
                    <a:pt x="935" y="367"/>
                  </a:lnTo>
                  <a:cubicBezTo>
                    <a:pt x="968" y="367"/>
                    <a:pt x="968" y="334"/>
                    <a:pt x="968" y="334"/>
                  </a:cubicBezTo>
                  <a:cubicBezTo>
                    <a:pt x="968" y="301"/>
                    <a:pt x="968" y="301"/>
                    <a:pt x="968" y="301"/>
                  </a:cubicBezTo>
                  <a:cubicBezTo>
                    <a:pt x="968" y="234"/>
                    <a:pt x="968" y="167"/>
                    <a:pt x="935" y="134"/>
                  </a:cubicBezTo>
                  <a:cubicBezTo>
                    <a:pt x="901" y="100"/>
                    <a:pt x="868" y="67"/>
                    <a:pt x="835" y="34"/>
                  </a:cubicBezTo>
                  <a:cubicBezTo>
                    <a:pt x="801" y="0"/>
                    <a:pt x="734" y="0"/>
                    <a:pt x="6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4273;p75">
              <a:extLst>
                <a:ext uri="{FF2B5EF4-FFF2-40B4-BE49-F238E27FC236}">
                  <a16:creationId xmlns:a16="http://schemas.microsoft.com/office/drawing/2014/main" id="{33409C5E-CB9B-6FD0-8D07-BF517C70A216}"/>
                </a:ext>
              </a:extLst>
            </p:cNvPr>
            <p:cNvSpPr/>
            <p:nvPr/>
          </p:nvSpPr>
          <p:spPr>
            <a:xfrm>
              <a:off x="3059025" y="2904650"/>
              <a:ext cx="22550" cy="52100"/>
            </a:xfrm>
            <a:custGeom>
              <a:avLst/>
              <a:gdLst/>
              <a:ahLst/>
              <a:cxnLst/>
              <a:rect l="l" t="t" r="r" b="b"/>
              <a:pathLst>
                <a:path w="902" h="2084" extrusionOk="0">
                  <a:moveTo>
                    <a:pt x="534" y="449"/>
                  </a:moveTo>
                  <a:cubicBezTo>
                    <a:pt x="601" y="449"/>
                    <a:pt x="601" y="482"/>
                    <a:pt x="601" y="549"/>
                  </a:cubicBezTo>
                  <a:cubicBezTo>
                    <a:pt x="601" y="616"/>
                    <a:pt x="567" y="683"/>
                    <a:pt x="534" y="749"/>
                  </a:cubicBezTo>
                  <a:cubicBezTo>
                    <a:pt x="501" y="783"/>
                    <a:pt x="467" y="816"/>
                    <a:pt x="434" y="849"/>
                  </a:cubicBezTo>
                  <a:lnTo>
                    <a:pt x="234" y="949"/>
                  </a:lnTo>
                  <a:lnTo>
                    <a:pt x="234" y="582"/>
                  </a:lnTo>
                  <a:lnTo>
                    <a:pt x="434" y="482"/>
                  </a:lnTo>
                  <a:cubicBezTo>
                    <a:pt x="467" y="449"/>
                    <a:pt x="501" y="449"/>
                    <a:pt x="534" y="449"/>
                  </a:cubicBezTo>
                  <a:close/>
                  <a:moveTo>
                    <a:pt x="669" y="1"/>
                  </a:moveTo>
                  <a:cubicBezTo>
                    <a:pt x="656" y="1"/>
                    <a:pt x="645" y="4"/>
                    <a:pt x="634" y="15"/>
                  </a:cubicBezTo>
                  <a:cubicBezTo>
                    <a:pt x="534" y="15"/>
                    <a:pt x="501" y="49"/>
                    <a:pt x="434" y="82"/>
                  </a:cubicBezTo>
                  <a:lnTo>
                    <a:pt x="34" y="349"/>
                  </a:lnTo>
                  <a:cubicBezTo>
                    <a:pt x="0" y="349"/>
                    <a:pt x="0" y="382"/>
                    <a:pt x="0" y="382"/>
                  </a:cubicBezTo>
                  <a:cubicBezTo>
                    <a:pt x="0" y="416"/>
                    <a:pt x="0" y="416"/>
                    <a:pt x="0" y="449"/>
                  </a:cubicBezTo>
                  <a:lnTo>
                    <a:pt x="0" y="2050"/>
                  </a:lnTo>
                  <a:cubicBezTo>
                    <a:pt x="0" y="2084"/>
                    <a:pt x="0" y="2084"/>
                    <a:pt x="0" y="2084"/>
                  </a:cubicBezTo>
                  <a:lnTo>
                    <a:pt x="34" y="2084"/>
                  </a:lnTo>
                  <a:lnTo>
                    <a:pt x="234" y="1983"/>
                  </a:lnTo>
                  <a:cubicBezTo>
                    <a:pt x="267" y="1983"/>
                    <a:pt x="267" y="1950"/>
                    <a:pt x="267" y="1950"/>
                  </a:cubicBezTo>
                  <a:cubicBezTo>
                    <a:pt x="267" y="1917"/>
                    <a:pt x="267" y="1917"/>
                    <a:pt x="267" y="1883"/>
                  </a:cubicBezTo>
                  <a:lnTo>
                    <a:pt x="267" y="1350"/>
                  </a:lnTo>
                  <a:lnTo>
                    <a:pt x="434" y="1250"/>
                  </a:lnTo>
                  <a:lnTo>
                    <a:pt x="601" y="1683"/>
                  </a:lnTo>
                  <a:lnTo>
                    <a:pt x="601" y="1717"/>
                  </a:lnTo>
                  <a:lnTo>
                    <a:pt x="634" y="1717"/>
                  </a:lnTo>
                  <a:lnTo>
                    <a:pt x="868" y="1583"/>
                  </a:lnTo>
                  <a:cubicBezTo>
                    <a:pt x="868" y="1583"/>
                    <a:pt x="901" y="1550"/>
                    <a:pt x="901" y="1550"/>
                  </a:cubicBezTo>
                  <a:cubicBezTo>
                    <a:pt x="901" y="1550"/>
                    <a:pt x="901" y="1516"/>
                    <a:pt x="901" y="1516"/>
                  </a:cubicBezTo>
                  <a:lnTo>
                    <a:pt x="901" y="1483"/>
                  </a:lnTo>
                  <a:lnTo>
                    <a:pt x="701" y="1016"/>
                  </a:lnTo>
                  <a:cubicBezTo>
                    <a:pt x="768" y="916"/>
                    <a:pt x="801" y="816"/>
                    <a:pt x="834" y="749"/>
                  </a:cubicBezTo>
                  <a:cubicBezTo>
                    <a:pt x="868" y="616"/>
                    <a:pt x="901" y="516"/>
                    <a:pt x="901" y="382"/>
                  </a:cubicBezTo>
                  <a:cubicBezTo>
                    <a:pt x="901" y="316"/>
                    <a:pt x="868" y="249"/>
                    <a:pt x="868" y="149"/>
                  </a:cubicBezTo>
                  <a:cubicBezTo>
                    <a:pt x="834" y="115"/>
                    <a:pt x="801" y="49"/>
                    <a:pt x="768" y="15"/>
                  </a:cubicBezTo>
                  <a:cubicBezTo>
                    <a:pt x="723" y="15"/>
                    <a:pt x="693" y="1"/>
                    <a:pt x="6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4274;p75">
              <a:extLst>
                <a:ext uri="{FF2B5EF4-FFF2-40B4-BE49-F238E27FC236}">
                  <a16:creationId xmlns:a16="http://schemas.microsoft.com/office/drawing/2014/main" id="{B815B3FD-89A6-7782-3774-B195AFF6DEC3}"/>
                </a:ext>
              </a:extLst>
            </p:cNvPr>
            <p:cNvSpPr/>
            <p:nvPr/>
          </p:nvSpPr>
          <p:spPr>
            <a:xfrm>
              <a:off x="3086550" y="2885850"/>
              <a:ext cx="20875" cy="54225"/>
            </a:xfrm>
            <a:custGeom>
              <a:avLst/>
              <a:gdLst/>
              <a:ahLst/>
              <a:cxnLst/>
              <a:rect l="l" t="t" r="r" b="b"/>
              <a:pathLst>
                <a:path w="835" h="2169" extrusionOk="0">
                  <a:moveTo>
                    <a:pt x="801" y="0"/>
                  </a:moveTo>
                  <a:lnTo>
                    <a:pt x="34" y="434"/>
                  </a:lnTo>
                  <a:cubicBezTo>
                    <a:pt x="0" y="434"/>
                    <a:pt x="0" y="467"/>
                    <a:pt x="0" y="467"/>
                  </a:cubicBezTo>
                  <a:cubicBezTo>
                    <a:pt x="0" y="467"/>
                    <a:pt x="0" y="501"/>
                    <a:pt x="0" y="501"/>
                  </a:cubicBezTo>
                  <a:lnTo>
                    <a:pt x="0" y="2135"/>
                  </a:lnTo>
                  <a:cubicBezTo>
                    <a:pt x="0" y="2135"/>
                    <a:pt x="0" y="2168"/>
                    <a:pt x="0" y="2168"/>
                  </a:cubicBezTo>
                  <a:lnTo>
                    <a:pt x="34" y="2168"/>
                  </a:lnTo>
                  <a:lnTo>
                    <a:pt x="801" y="1735"/>
                  </a:lnTo>
                  <a:cubicBezTo>
                    <a:pt x="801" y="1701"/>
                    <a:pt x="801" y="1701"/>
                    <a:pt x="801" y="1701"/>
                  </a:cubicBezTo>
                  <a:cubicBezTo>
                    <a:pt x="801" y="1668"/>
                    <a:pt x="801" y="1668"/>
                    <a:pt x="801" y="1635"/>
                  </a:cubicBezTo>
                  <a:lnTo>
                    <a:pt x="801" y="1368"/>
                  </a:lnTo>
                  <a:cubicBezTo>
                    <a:pt x="834" y="1368"/>
                    <a:pt x="834" y="1334"/>
                    <a:pt x="801" y="1334"/>
                  </a:cubicBezTo>
                  <a:lnTo>
                    <a:pt x="300" y="1635"/>
                  </a:lnTo>
                  <a:lnTo>
                    <a:pt x="300" y="1368"/>
                  </a:lnTo>
                  <a:lnTo>
                    <a:pt x="767" y="1101"/>
                  </a:lnTo>
                  <a:cubicBezTo>
                    <a:pt x="767" y="1101"/>
                    <a:pt x="767" y="1068"/>
                    <a:pt x="801" y="1068"/>
                  </a:cubicBezTo>
                  <a:cubicBezTo>
                    <a:pt x="801" y="1034"/>
                    <a:pt x="801" y="1034"/>
                    <a:pt x="801" y="1001"/>
                  </a:cubicBezTo>
                  <a:lnTo>
                    <a:pt x="801" y="734"/>
                  </a:lnTo>
                  <a:cubicBezTo>
                    <a:pt x="801" y="734"/>
                    <a:pt x="801" y="701"/>
                    <a:pt x="801" y="701"/>
                  </a:cubicBezTo>
                  <a:lnTo>
                    <a:pt x="767" y="701"/>
                  </a:lnTo>
                  <a:lnTo>
                    <a:pt x="300" y="968"/>
                  </a:lnTo>
                  <a:lnTo>
                    <a:pt x="300" y="701"/>
                  </a:lnTo>
                  <a:lnTo>
                    <a:pt x="801" y="400"/>
                  </a:lnTo>
                  <a:cubicBezTo>
                    <a:pt x="801" y="400"/>
                    <a:pt x="801" y="400"/>
                    <a:pt x="834" y="367"/>
                  </a:cubicBezTo>
                  <a:cubicBezTo>
                    <a:pt x="834" y="367"/>
                    <a:pt x="834" y="334"/>
                    <a:pt x="834" y="300"/>
                  </a:cubicBezTo>
                  <a:lnTo>
                    <a:pt x="834" y="34"/>
                  </a:lnTo>
                  <a:cubicBezTo>
                    <a:pt x="834" y="34"/>
                    <a:pt x="834" y="34"/>
                    <a:pt x="8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4275;p75">
              <a:extLst>
                <a:ext uri="{FF2B5EF4-FFF2-40B4-BE49-F238E27FC236}">
                  <a16:creationId xmlns:a16="http://schemas.microsoft.com/office/drawing/2014/main" id="{F080880D-C165-4B1A-6C17-3ADCBAFC34A5}"/>
                </a:ext>
              </a:extLst>
            </p:cNvPr>
            <p:cNvSpPr/>
            <p:nvPr/>
          </p:nvSpPr>
          <p:spPr>
            <a:xfrm>
              <a:off x="3109900" y="2868325"/>
              <a:ext cx="25875" cy="52575"/>
            </a:xfrm>
            <a:custGeom>
              <a:avLst/>
              <a:gdLst/>
              <a:ahLst/>
              <a:cxnLst/>
              <a:rect l="l" t="t" r="r" b="b"/>
              <a:pathLst>
                <a:path w="1035" h="2103" extrusionOk="0">
                  <a:moveTo>
                    <a:pt x="1001" y="1"/>
                  </a:moveTo>
                  <a:lnTo>
                    <a:pt x="801" y="134"/>
                  </a:lnTo>
                  <a:cubicBezTo>
                    <a:pt x="767" y="134"/>
                    <a:pt x="734" y="167"/>
                    <a:pt x="734" y="167"/>
                  </a:cubicBezTo>
                  <a:cubicBezTo>
                    <a:pt x="734" y="201"/>
                    <a:pt x="734" y="201"/>
                    <a:pt x="734" y="234"/>
                  </a:cubicBezTo>
                  <a:lnTo>
                    <a:pt x="501" y="1468"/>
                  </a:lnTo>
                  <a:lnTo>
                    <a:pt x="300" y="501"/>
                  </a:lnTo>
                  <a:cubicBezTo>
                    <a:pt x="300" y="468"/>
                    <a:pt x="300" y="468"/>
                    <a:pt x="300" y="468"/>
                  </a:cubicBezTo>
                  <a:lnTo>
                    <a:pt x="234" y="468"/>
                  </a:lnTo>
                  <a:lnTo>
                    <a:pt x="34" y="568"/>
                  </a:lnTo>
                  <a:cubicBezTo>
                    <a:pt x="34" y="568"/>
                    <a:pt x="0" y="601"/>
                    <a:pt x="0" y="601"/>
                  </a:cubicBezTo>
                  <a:cubicBezTo>
                    <a:pt x="0" y="634"/>
                    <a:pt x="0" y="634"/>
                    <a:pt x="0" y="634"/>
                  </a:cubicBezTo>
                  <a:cubicBezTo>
                    <a:pt x="0" y="668"/>
                    <a:pt x="0" y="668"/>
                    <a:pt x="0" y="668"/>
                  </a:cubicBezTo>
                  <a:lnTo>
                    <a:pt x="334" y="2035"/>
                  </a:lnTo>
                  <a:cubicBezTo>
                    <a:pt x="367" y="2102"/>
                    <a:pt x="400" y="2102"/>
                    <a:pt x="434" y="2102"/>
                  </a:cubicBezTo>
                  <a:lnTo>
                    <a:pt x="601" y="1969"/>
                  </a:lnTo>
                  <a:cubicBezTo>
                    <a:pt x="634" y="1935"/>
                    <a:pt x="667" y="1902"/>
                    <a:pt x="701" y="1835"/>
                  </a:cubicBezTo>
                  <a:lnTo>
                    <a:pt x="1001" y="67"/>
                  </a:lnTo>
                  <a:cubicBezTo>
                    <a:pt x="1001" y="67"/>
                    <a:pt x="1001" y="67"/>
                    <a:pt x="1001" y="34"/>
                  </a:cubicBezTo>
                  <a:cubicBezTo>
                    <a:pt x="1034" y="34"/>
                    <a:pt x="1034" y="34"/>
                    <a:pt x="10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4276;p75">
              <a:extLst>
                <a:ext uri="{FF2B5EF4-FFF2-40B4-BE49-F238E27FC236}">
                  <a16:creationId xmlns:a16="http://schemas.microsoft.com/office/drawing/2014/main" id="{8499312D-7DE5-9333-CF54-FEB005A8F137}"/>
                </a:ext>
              </a:extLst>
            </p:cNvPr>
            <p:cNvSpPr/>
            <p:nvPr/>
          </p:nvSpPr>
          <p:spPr>
            <a:xfrm>
              <a:off x="3139925" y="2854150"/>
              <a:ext cx="21700" cy="54850"/>
            </a:xfrm>
            <a:custGeom>
              <a:avLst/>
              <a:gdLst/>
              <a:ahLst/>
              <a:cxnLst/>
              <a:rect l="l" t="t" r="r" b="b"/>
              <a:pathLst>
                <a:path w="868" h="2194" extrusionOk="0">
                  <a:moveTo>
                    <a:pt x="801" y="1"/>
                  </a:moveTo>
                  <a:lnTo>
                    <a:pt x="33" y="434"/>
                  </a:lnTo>
                  <a:cubicBezTo>
                    <a:pt x="33" y="434"/>
                    <a:pt x="0" y="468"/>
                    <a:pt x="0" y="468"/>
                  </a:cubicBezTo>
                  <a:cubicBezTo>
                    <a:pt x="0" y="501"/>
                    <a:pt x="0" y="501"/>
                    <a:pt x="0" y="534"/>
                  </a:cubicBezTo>
                  <a:lnTo>
                    <a:pt x="0" y="2135"/>
                  </a:lnTo>
                  <a:cubicBezTo>
                    <a:pt x="0" y="2169"/>
                    <a:pt x="0" y="2169"/>
                    <a:pt x="0" y="2169"/>
                  </a:cubicBezTo>
                  <a:cubicBezTo>
                    <a:pt x="0" y="2185"/>
                    <a:pt x="8" y="2194"/>
                    <a:pt x="17" y="2194"/>
                  </a:cubicBezTo>
                  <a:cubicBezTo>
                    <a:pt x="25" y="2194"/>
                    <a:pt x="33" y="2185"/>
                    <a:pt x="33" y="2169"/>
                  </a:cubicBezTo>
                  <a:lnTo>
                    <a:pt x="801" y="1735"/>
                  </a:lnTo>
                  <a:cubicBezTo>
                    <a:pt x="834" y="1702"/>
                    <a:pt x="834" y="1668"/>
                    <a:pt x="834" y="1635"/>
                  </a:cubicBezTo>
                  <a:lnTo>
                    <a:pt x="834" y="1368"/>
                  </a:lnTo>
                  <a:cubicBezTo>
                    <a:pt x="867" y="1368"/>
                    <a:pt x="867" y="1368"/>
                    <a:pt x="834" y="1335"/>
                  </a:cubicBezTo>
                  <a:lnTo>
                    <a:pt x="300" y="1635"/>
                  </a:lnTo>
                  <a:lnTo>
                    <a:pt x="300" y="1335"/>
                  </a:lnTo>
                  <a:lnTo>
                    <a:pt x="767" y="1068"/>
                  </a:lnTo>
                  <a:cubicBezTo>
                    <a:pt x="801" y="1068"/>
                    <a:pt x="801" y="1068"/>
                    <a:pt x="801" y="1035"/>
                  </a:cubicBezTo>
                  <a:cubicBezTo>
                    <a:pt x="801" y="1035"/>
                    <a:pt x="801" y="1001"/>
                    <a:pt x="801" y="968"/>
                  </a:cubicBezTo>
                  <a:lnTo>
                    <a:pt x="801" y="701"/>
                  </a:lnTo>
                  <a:cubicBezTo>
                    <a:pt x="801" y="701"/>
                    <a:pt x="801" y="701"/>
                    <a:pt x="801" y="668"/>
                  </a:cubicBezTo>
                  <a:lnTo>
                    <a:pt x="767" y="668"/>
                  </a:lnTo>
                  <a:lnTo>
                    <a:pt x="300" y="935"/>
                  </a:lnTo>
                  <a:lnTo>
                    <a:pt x="300" y="668"/>
                  </a:lnTo>
                  <a:lnTo>
                    <a:pt x="801" y="401"/>
                  </a:lnTo>
                  <a:cubicBezTo>
                    <a:pt x="801" y="368"/>
                    <a:pt x="801" y="368"/>
                    <a:pt x="834" y="334"/>
                  </a:cubicBezTo>
                  <a:cubicBezTo>
                    <a:pt x="834" y="334"/>
                    <a:pt x="834" y="301"/>
                    <a:pt x="834" y="301"/>
                  </a:cubicBezTo>
                  <a:lnTo>
                    <a:pt x="834" y="34"/>
                  </a:lnTo>
                  <a:cubicBezTo>
                    <a:pt x="834" y="34"/>
                    <a:pt x="834" y="1"/>
                    <a:pt x="8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4277;p75">
              <a:extLst>
                <a:ext uri="{FF2B5EF4-FFF2-40B4-BE49-F238E27FC236}">
                  <a16:creationId xmlns:a16="http://schemas.microsoft.com/office/drawing/2014/main" id="{881DB856-9F7F-7359-27F3-1B41ADD83724}"/>
                </a:ext>
              </a:extLst>
            </p:cNvPr>
            <p:cNvSpPr/>
            <p:nvPr/>
          </p:nvSpPr>
          <p:spPr>
            <a:xfrm>
              <a:off x="3167425" y="2838300"/>
              <a:ext cx="23375" cy="55900"/>
            </a:xfrm>
            <a:custGeom>
              <a:avLst/>
              <a:gdLst/>
              <a:ahLst/>
              <a:cxnLst/>
              <a:rect l="l" t="t" r="r" b="b"/>
              <a:pathLst>
                <a:path w="935" h="2236" extrusionOk="0">
                  <a:moveTo>
                    <a:pt x="901" y="1"/>
                  </a:moveTo>
                  <a:lnTo>
                    <a:pt x="668" y="101"/>
                  </a:lnTo>
                  <a:cubicBezTo>
                    <a:pt x="668" y="134"/>
                    <a:pt x="635" y="134"/>
                    <a:pt x="635" y="134"/>
                  </a:cubicBezTo>
                  <a:cubicBezTo>
                    <a:pt x="635" y="168"/>
                    <a:pt x="635" y="201"/>
                    <a:pt x="635" y="201"/>
                  </a:cubicBezTo>
                  <a:lnTo>
                    <a:pt x="635" y="1035"/>
                  </a:lnTo>
                  <a:lnTo>
                    <a:pt x="268" y="401"/>
                  </a:lnTo>
                  <a:lnTo>
                    <a:pt x="234" y="368"/>
                  </a:lnTo>
                  <a:lnTo>
                    <a:pt x="201" y="368"/>
                  </a:lnTo>
                  <a:lnTo>
                    <a:pt x="34" y="468"/>
                  </a:lnTo>
                  <a:cubicBezTo>
                    <a:pt x="34" y="468"/>
                    <a:pt x="1" y="501"/>
                    <a:pt x="1" y="501"/>
                  </a:cubicBezTo>
                  <a:cubicBezTo>
                    <a:pt x="1" y="535"/>
                    <a:pt x="1" y="535"/>
                    <a:pt x="1" y="568"/>
                  </a:cubicBezTo>
                  <a:lnTo>
                    <a:pt x="1" y="2169"/>
                  </a:lnTo>
                  <a:cubicBezTo>
                    <a:pt x="1" y="2202"/>
                    <a:pt x="1" y="2202"/>
                    <a:pt x="1" y="2236"/>
                  </a:cubicBezTo>
                  <a:lnTo>
                    <a:pt x="34" y="2236"/>
                  </a:lnTo>
                  <a:lnTo>
                    <a:pt x="234" y="2102"/>
                  </a:lnTo>
                  <a:cubicBezTo>
                    <a:pt x="268" y="2069"/>
                    <a:pt x="268" y="2069"/>
                    <a:pt x="268" y="2069"/>
                  </a:cubicBezTo>
                  <a:cubicBezTo>
                    <a:pt x="268" y="2036"/>
                    <a:pt x="268" y="2036"/>
                    <a:pt x="268" y="2002"/>
                  </a:cubicBezTo>
                  <a:lnTo>
                    <a:pt x="268" y="1168"/>
                  </a:lnTo>
                  <a:lnTo>
                    <a:pt x="635" y="1802"/>
                  </a:lnTo>
                  <a:cubicBezTo>
                    <a:pt x="651" y="1819"/>
                    <a:pt x="660" y="1827"/>
                    <a:pt x="668" y="1827"/>
                  </a:cubicBezTo>
                  <a:cubicBezTo>
                    <a:pt x="676" y="1827"/>
                    <a:pt x="685" y="1819"/>
                    <a:pt x="701" y="1802"/>
                  </a:cubicBezTo>
                  <a:lnTo>
                    <a:pt x="901" y="1735"/>
                  </a:lnTo>
                  <a:cubicBezTo>
                    <a:pt x="901" y="1735"/>
                    <a:pt x="901" y="1702"/>
                    <a:pt x="901" y="1702"/>
                  </a:cubicBezTo>
                  <a:cubicBezTo>
                    <a:pt x="901" y="1669"/>
                    <a:pt x="901" y="1669"/>
                    <a:pt x="901" y="1635"/>
                  </a:cubicBezTo>
                  <a:lnTo>
                    <a:pt x="901" y="34"/>
                  </a:lnTo>
                  <a:cubicBezTo>
                    <a:pt x="935" y="1"/>
                    <a:pt x="935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4278;p75">
              <a:extLst>
                <a:ext uri="{FF2B5EF4-FFF2-40B4-BE49-F238E27FC236}">
                  <a16:creationId xmlns:a16="http://schemas.microsoft.com/office/drawing/2014/main" id="{DB601873-2079-4D02-D52D-BB15855BC544}"/>
                </a:ext>
              </a:extLst>
            </p:cNvPr>
            <p:cNvSpPr/>
            <p:nvPr/>
          </p:nvSpPr>
          <p:spPr>
            <a:xfrm>
              <a:off x="3194950" y="2819950"/>
              <a:ext cx="25050" cy="52575"/>
            </a:xfrm>
            <a:custGeom>
              <a:avLst/>
              <a:gdLst/>
              <a:ahLst/>
              <a:cxnLst/>
              <a:rect l="l" t="t" r="r" b="b"/>
              <a:pathLst>
                <a:path w="1002" h="2103" extrusionOk="0">
                  <a:moveTo>
                    <a:pt x="968" y="1"/>
                  </a:moveTo>
                  <a:lnTo>
                    <a:pt x="701" y="134"/>
                  </a:lnTo>
                  <a:cubicBezTo>
                    <a:pt x="701" y="134"/>
                    <a:pt x="668" y="134"/>
                    <a:pt x="668" y="168"/>
                  </a:cubicBezTo>
                  <a:cubicBezTo>
                    <a:pt x="668" y="168"/>
                    <a:pt x="668" y="201"/>
                    <a:pt x="668" y="234"/>
                  </a:cubicBezTo>
                  <a:lnTo>
                    <a:pt x="668" y="1202"/>
                  </a:lnTo>
                  <a:cubicBezTo>
                    <a:pt x="668" y="1269"/>
                    <a:pt x="668" y="1369"/>
                    <a:pt x="634" y="1469"/>
                  </a:cubicBezTo>
                  <a:cubicBezTo>
                    <a:pt x="601" y="1535"/>
                    <a:pt x="534" y="1602"/>
                    <a:pt x="468" y="1635"/>
                  </a:cubicBezTo>
                  <a:cubicBezTo>
                    <a:pt x="434" y="1652"/>
                    <a:pt x="409" y="1660"/>
                    <a:pt x="388" y="1660"/>
                  </a:cubicBezTo>
                  <a:cubicBezTo>
                    <a:pt x="368" y="1660"/>
                    <a:pt x="351" y="1652"/>
                    <a:pt x="334" y="1635"/>
                  </a:cubicBezTo>
                  <a:cubicBezTo>
                    <a:pt x="301" y="1569"/>
                    <a:pt x="267" y="1502"/>
                    <a:pt x="267" y="1435"/>
                  </a:cubicBezTo>
                  <a:lnTo>
                    <a:pt x="267" y="435"/>
                  </a:lnTo>
                  <a:cubicBezTo>
                    <a:pt x="301" y="435"/>
                    <a:pt x="301" y="401"/>
                    <a:pt x="267" y="401"/>
                  </a:cubicBezTo>
                  <a:lnTo>
                    <a:pt x="34" y="535"/>
                  </a:lnTo>
                  <a:cubicBezTo>
                    <a:pt x="34" y="535"/>
                    <a:pt x="1" y="535"/>
                    <a:pt x="1" y="568"/>
                  </a:cubicBezTo>
                  <a:cubicBezTo>
                    <a:pt x="1" y="568"/>
                    <a:pt x="1" y="601"/>
                    <a:pt x="1" y="601"/>
                  </a:cubicBezTo>
                  <a:lnTo>
                    <a:pt x="1" y="1602"/>
                  </a:lnTo>
                  <a:cubicBezTo>
                    <a:pt x="1" y="1702"/>
                    <a:pt x="34" y="1802"/>
                    <a:pt x="34" y="1902"/>
                  </a:cubicBezTo>
                  <a:cubicBezTo>
                    <a:pt x="67" y="1969"/>
                    <a:pt x="101" y="2002"/>
                    <a:pt x="134" y="2069"/>
                  </a:cubicBezTo>
                  <a:cubicBezTo>
                    <a:pt x="201" y="2102"/>
                    <a:pt x="234" y="2102"/>
                    <a:pt x="301" y="2102"/>
                  </a:cubicBezTo>
                  <a:cubicBezTo>
                    <a:pt x="368" y="2102"/>
                    <a:pt x="434" y="2069"/>
                    <a:pt x="501" y="2036"/>
                  </a:cubicBezTo>
                  <a:cubicBezTo>
                    <a:pt x="568" y="2002"/>
                    <a:pt x="634" y="1936"/>
                    <a:pt x="701" y="1869"/>
                  </a:cubicBezTo>
                  <a:cubicBezTo>
                    <a:pt x="768" y="1802"/>
                    <a:pt x="835" y="1736"/>
                    <a:pt x="868" y="1635"/>
                  </a:cubicBezTo>
                  <a:cubicBezTo>
                    <a:pt x="901" y="1569"/>
                    <a:pt x="935" y="1469"/>
                    <a:pt x="968" y="1369"/>
                  </a:cubicBezTo>
                  <a:cubicBezTo>
                    <a:pt x="1001" y="1269"/>
                    <a:pt x="1001" y="1135"/>
                    <a:pt x="1001" y="1035"/>
                  </a:cubicBezTo>
                  <a:lnTo>
                    <a:pt x="1001" y="34"/>
                  </a:lnTo>
                  <a:cubicBezTo>
                    <a:pt x="1001" y="34"/>
                    <a:pt x="1001" y="1"/>
                    <a:pt x="10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4279;p75">
              <a:extLst>
                <a:ext uri="{FF2B5EF4-FFF2-40B4-BE49-F238E27FC236}">
                  <a16:creationId xmlns:a16="http://schemas.microsoft.com/office/drawing/2014/main" id="{123B147A-1C26-F542-ACA0-7FF475E04C0E}"/>
                </a:ext>
              </a:extLst>
            </p:cNvPr>
            <p:cNvSpPr/>
            <p:nvPr/>
          </p:nvSpPr>
          <p:spPr>
            <a:xfrm>
              <a:off x="3225800" y="2804950"/>
              <a:ext cx="20875" cy="54225"/>
            </a:xfrm>
            <a:custGeom>
              <a:avLst/>
              <a:gdLst/>
              <a:ahLst/>
              <a:cxnLst/>
              <a:rect l="l" t="t" r="r" b="b"/>
              <a:pathLst>
                <a:path w="835" h="2169" extrusionOk="0">
                  <a:moveTo>
                    <a:pt x="801" y="0"/>
                  </a:moveTo>
                  <a:lnTo>
                    <a:pt x="34" y="434"/>
                  </a:lnTo>
                  <a:cubicBezTo>
                    <a:pt x="34" y="434"/>
                    <a:pt x="1" y="434"/>
                    <a:pt x="1" y="468"/>
                  </a:cubicBezTo>
                  <a:cubicBezTo>
                    <a:pt x="1" y="468"/>
                    <a:pt x="1" y="501"/>
                    <a:pt x="1" y="534"/>
                  </a:cubicBezTo>
                  <a:lnTo>
                    <a:pt x="1" y="2135"/>
                  </a:lnTo>
                  <a:cubicBezTo>
                    <a:pt x="1" y="2135"/>
                    <a:pt x="1" y="2169"/>
                    <a:pt x="1" y="2169"/>
                  </a:cubicBezTo>
                  <a:lnTo>
                    <a:pt x="34" y="2169"/>
                  </a:lnTo>
                  <a:lnTo>
                    <a:pt x="801" y="1735"/>
                  </a:lnTo>
                  <a:cubicBezTo>
                    <a:pt x="835" y="1735"/>
                    <a:pt x="835" y="1702"/>
                    <a:pt x="835" y="1702"/>
                  </a:cubicBezTo>
                  <a:cubicBezTo>
                    <a:pt x="835" y="1668"/>
                    <a:pt x="835" y="1668"/>
                    <a:pt x="835" y="1635"/>
                  </a:cubicBezTo>
                  <a:lnTo>
                    <a:pt x="835" y="1368"/>
                  </a:lnTo>
                  <a:cubicBezTo>
                    <a:pt x="835" y="1368"/>
                    <a:pt x="835" y="1335"/>
                    <a:pt x="835" y="1335"/>
                  </a:cubicBezTo>
                  <a:lnTo>
                    <a:pt x="801" y="1335"/>
                  </a:lnTo>
                  <a:lnTo>
                    <a:pt x="301" y="1635"/>
                  </a:lnTo>
                  <a:lnTo>
                    <a:pt x="301" y="1368"/>
                  </a:lnTo>
                  <a:lnTo>
                    <a:pt x="768" y="1101"/>
                  </a:lnTo>
                  <a:cubicBezTo>
                    <a:pt x="768" y="1101"/>
                    <a:pt x="768" y="1068"/>
                    <a:pt x="801" y="1068"/>
                  </a:cubicBezTo>
                  <a:cubicBezTo>
                    <a:pt x="801" y="1035"/>
                    <a:pt x="801" y="1035"/>
                    <a:pt x="801" y="1001"/>
                  </a:cubicBezTo>
                  <a:lnTo>
                    <a:pt x="801" y="734"/>
                  </a:lnTo>
                  <a:cubicBezTo>
                    <a:pt x="801" y="734"/>
                    <a:pt x="801" y="701"/>
                    <a:pt x="801" y="701"/>
                  </a:cubicBezTo>
                  <a:lnTo>
                    <a:pt x="768" y="701"/>
                  </a:lnTo>
                  <a:lnTo>
                    <a:pt x="301" y="968"/>
                  </a:lnTo>
                  <a:lnTo>
                    <a:pt x="301" y="701"/>
                  </a:lnTo>
                  <a:lnTo>
                    <a:pt x="801" y="401"/>
                  </a:lnTo>
                  <a:cubicBezTo>
                    <a:pt x="835" y="401"/>
                    <a:pt x="835" y="367"/>
                    <a:pt x="835" y="367"/>
                  </a:cubicBezTo>
                  <a:cubicBezTo>
                    <a:pt x="835" y="367"/>
                    <a:pt x="835" y="334"/>
                    <a:pt x="835" y="334"/>
                  </a:cubicBezTo>
                  <a:lnTo>
                    <a:pt x="835" y="34"/>
                  </a:lnTo>
                  <a:cubicBezTo>
                    <a:pt x="835" y="34"/>
                    <a:pt x="835" y="34"/>
                    <a:pt x="8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4280;p75">
              <a:extLst>
                <a:ext uri="{FF2B5EF4-FFF2-40B4-BE49-F238E27FC236}">
                  <a16:creationId xmlns:a16="http://schemas.microsoft.com/office/drawing/2014/main" id="{48B11639-6F46-7884-74A9-93509ADC14F9}"/>
                </a:ext>
              </a:extLst>
            </p:cNvPr>
            <p:cNvSpPr/>
            <p:nvPr/>
          </p:nvSpPr>
          <p:spPr>
            <a:xfrm>
              <a:off x="2910575" y="3065875"/>
              <a:ext cx="113450" cy="91475"/>
            </a:xfrm>
            <a:custGeom>
              <a:avLst/>
              <a:gdLst/>
              <a:ahLst/>
              <a:cxnLst/>
              <a:rect l="l" t="t" r="r" b="b"/>
              <a:pathLst>
                <a:path w="4538" h="3659" extrusionOk="0">
                  <a:moveTo>
                    <a:pt x="4100" y="1"/>
                  </a:moveTo>
                  <a:cubicBezTo>
                    <a:pt x="3990" y="1"/>
                    <a:pt x="3867" y="35"/>
                    <a:pt x="3737" y="104"/>
                  </a:cubicBezTo>
                  <a:lnTo>
                    <a:pt x="835" y="1772"/>
                  </a:lnTo>
                  <a:cubicBezTo>
                    <a:pt x="334" y="2072"/>
                    <a:pt x="68" y="2573"/>
                    <a:pt x="1" y="3107"/>
                  </a:cubicBezTo>
                  <a:cubicBezTo>
                    <a:pt x="1" y="3456"/>
                    <a:pt x="180" y="3659"/>
                    <a:pt x="446" y="3659"/>
                  </a:cubicBezTo>
                  <a:cubicBezTo>
                    <a:pt x="562" y="3659"/>
                    <a:pt x="694" y="3621"/>
                    <a:pt x="835" y="3540"/>
                  </a:cubicBezTo>
                  <a:lnTo>
                    <a:pt x="3737" y="1872"/>
                  </a:lnTo>
                  <a:cubicBezTo>
                    <a:pt x="4204" y="1572"/>
                    <a:pt x="4504" y="1072"/>
                    <a:pt x="4537" y="538"/>
                  </a:cubicBezTo>
                  <a:cubicBezTo>
                    <a:pt x="4537" y="187"/>
                    <a:pt x="4357" y="1"/>
                    <a:pt x="410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4281;p75">
              <a:extLst>
                <a:ext uri="{FF2B5EF4-FFF2-40B4-BE49-F238E27FC236}">
                  <a16:creationId xmlns:a16="http://schemas.microsoft.com/office/drawing/2014/main" id="{5FD73D9A-23E3-A559-2A1D-268371250E58}"/>
                </a:ext>
              </a:extLst>
            </p:cNvPr>
            <p:cNvSpPr/>
            <p:nvPr/>
          </p:nvSpPr>
          <p:spPr>
            <a:xfrm>
              <a:off x="2910575" y="3196400"/>
              <a:ext cx="113450" cy="91250"/>
            </a:xfrm>
            <a:custGeom>
              <a:avLst/>
              <a:gdLst/>
              <a:ahLst/>
              <a:cxnLst/>
              <a:rect l="l" t="t" r="r" b="b"/>
              <a:pathLst>
                <a:path w="4538" h="3650" extrusionOk="0">
                  <a:moveTo>
                    <a:pt x="4107" y="1"/>
                  </a:moveTo>
                  <a:cubicBezTo>
                    <a:pt x="3996" y="1"/>
                    <a:pt x="3869" y="39"/>
                    <a:pt x="3737" y="120"/>
                  </a:cubicBezTo>
                  <a:lnTo>
                    <a:pt x="835" y="1788"/>
                  </a:lnTo>
                  <a:cubicBezTo>
                    <a:pt x="368" y="2089"/>
                    <a:pt x="68" y="2556"/>
                    <a:pt x="1" y="3123"/>
                  </a:cubicBezTo>
                  <a:cubicBezTo>
                    <a:pt x="1" y="3463"/>
                    <a:pt x="171" y="3649"/>
                    <a:pt x="427" y="3649"/>
                  </a:cubicBezTo>
                  <a:cubicBezTo>
                    <a:pt x="547" y="3649"/>
                    <a:pt x="686" y="3608"/>
                    <a:pt x="835" y="3523"/>
                  </a:cubicBezTo>
                  <a:lnTo>
                    <a:pt x="3737" y="1855"/>
                  </a:lnTo>
                  <a:cubicBezTo>
                    <a:pt x="4204" y="1588"/>
                    <a:pt x="4504" y="1088"/>
                    <a:pt x="4537" y="521"/>
                  </a:cubicBezTo>
                  <a:cubicBezTo>
                    <a:pt x="4537" y="197"/>
                    <a:pt x="4361" y="1"/>
                    <a:pt x="41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4282;p75">
              <a:extLst>
                <a:ext uri="{FF2B5EF4-FFF2-40B4-BE49-F238E27FC236}">
                  <a16:creationId xmlns:a16="http://schemas.microsoft.com/office/drawing/2014/main" id="{976E1933-0839-B7FB-9D88-0D459C793D1E}"/>
                </a:ext>
              </a:extLst>
            </p:cNvPr>
            <p:cNvSpPr/>
            <p:nvPr/>
          </p:nvSpPr>
          <p:spPr>
            <a:xfrm>
              <a:off x="2910575" y="3326900"/>
              <a:ext cx="113450" cy="91100"/>
            </a:xfrm>
            <a:custGeom>
              <a:avLst/>
              <a:gdLst/>
              <a:ahLst/>
              <a:cxnLst/>
              <a:rect l="l" t="t" r="r" b="b"/>
              <a:pathLst>
                <a:path w="4538" h="3644" extrusionOk="0">
                  <a:moveTo>
                    <a:pt x="4100" y="0"/>
                  </a:moveTo>
                  <a:cubicBezTo>
                    <a:pt x="3990" y="0"/>
                    <a:pt x="3867" y="34"/>
                    <a:pt x="3737" y="104"/>
                  </a:cubicBezTo>
                  <a:lnTo>
                    <a:pt x="835" y="1772"/>
                  </a:lnTo>
                  <a:cubicBezTo>
                    <a:pt x="334" y="2072"/>
                    <a:pt x="68" y="2573"/>
                    <a:pt x="1" y="3106"/>
                  </a:cubicBezTo>
                  <a:cubicBezTo>
                    <a:pt x="1" y="3457"/>
                    <a:pt x="181" y="3644"/>
                    <a:pt x="450" y="3644"/>
                  </a:cubicBezTo>
                  <a:cubicBezTo>
                    <a:pt x="564" y="3644"/>
                    <a:pt x="695" y="3610"/>
                    <a:pt x="835" y="3540"/>
                  </a:cubicBezTo>
                  <a:lnTo>
                    <a:pt x="3737" y="1872"/>
                  </a:lnTo>
                  <a:cubicBezTo>
                    <a:pt x="4204" y="1572"/>
                    <a:pt x="4504" y="1072"/>
                    <a:pt x="4537" y="538"/>
                  </a:cubicBezTo>
                  <a:cubicBezTo>
                    <a:pt x="4537" y="187"/>
                    <a:pt x="4357" y="0"/>
                    <a:pt x="4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4283;p75">
              <a:extLst>
                <a:ext uri="{FF2B5EF4-FFF2-40B4-BE49-F238E27FC236}">
                  <a16:creationId xmlns:a16="http://schemas.microsoft.com/office/drawing/2014/main" id="{3C7DB243-A7CC-8BB1-554C-FB61D36EAB76}"/>
                </a:ext>
              </a:extLst>
            </p:cNvPr>
            <p:cNvSpPr/>
            <p:nvPr/>
          </p:nvSpPr>
          <p:spPr>
            <a:xfrm>
              <a:off x="2910575" y="3457000"/>
              <a:ext cx="113450" cy="91100"/>
            </a:xfrm>
            <a:custGeom>
              <a:avLst/>
              <a:gdLst/>
              <a:ahLst/>
              <a:cxnLst/>
              <a:rect l="l" t="t" r="r" b="b"/>
              <a:pathLst>
                <a:path w="4538" h="3644" extrusionOk="0">
                  <a:moveTo>
                    <a:pt x="4100" y="0"/>
                  </a:moveTo>
                  <a:cubicBezTo>
                    <a:pt x="3990" y="0"/>
                    <a:pt x="3867" y="34"/>
                    <a:pt x="3737" y="104"/>
                  </a:cubicBezTo>
                  <a:lnTo>
                    <a:pt x="835" y="1772"/>
                  </a:lnTo>
                  <a:cubicBezTo>
                    <a:pt x="368" y="2072"/>
                    <a:pt x="68" y="2572"/>
                    <a:pt x="1" y="3106"/>
                  </a:cubicBezTo>
                  <a:cubicBezTo>
                    <a:pt x="1" y="3457"/>
                    <a:pt x="181" y="3644"/>
                    <a:pt x="450" y="3644"/>
                  </a:cubicBezTo>
                  <a:cubicBezTo>
                    <a:pt x="564" y="3644"/>
                    <a:pt x="695" y="3610"/>
                    <a:pt x="835" y="3540"/>
                  </a:cubicBezTo>
                  <a:lnTo>
                    <a:pt x="3737" y="1872"/>
                  </a:lnTo>
                  <a:cubicBezTo>
                    <a:pt x="4204" y="1572"/>
                    <a:pt x="4504" y="1071"/>
                    <a:pt x="4537" y="538"/>
                  </a:cubicBezTo>
                  <a:cubicBezTo>
                    <a:pt x="4537" y="187"/>
                    <a:pt x="4357" y="0"/>
                    <a:pt x="4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4284;p75">
              <a:extLst>
                <a:ext uri="{FF2B5EF4-FFF2-40B4-BE49-F238E27FC236}">
                  <a16:creationId xmlns:a16="http://schemas.microsoft.com/office/drawing/2014/main" id="{D14D2FEE-486A-BFF7-BDBB-6751A8AECE82}"/>
                </a:ext>
              </a:extLst>
            </p:cNvPr>
            <p:cNvSpPr/>
            <p:nvPr/>
          </p:nvSpPr>
          <p:spPr>
            <a:xfrm>
              <a:off x="3056525" y="2940625"/>
              <a:ext cx="919400" cy="534000"/>
            </a:xfrm>
            <a:custGeom>
              <a:avLst/>
              <a:gdLst/>
              <a:ahLst/>
              <a:cxnLst/>
              <a:rect l="l" t="t" r="r" b="b"/>
              <a:pathLst>
                <a:path w="36776" h="21360" extrusionOk="0">
                  <a:moveTo>
                    <a:pt x="36522" y="0"/>
                  </a:moveTo>
                  <a:cubicBezTo>
                    <a:pt x="36502" y="0"/>
                    <a:pt x="36481" y="4"/>
                    <a:pt x="36460" y="11"/>
                  </a:cubicBezTo>
                  <a:lnTo>
                    <a:pt x="134" y="20992"/>
                  </a:lnTo>
                  <a:cubicBezTo>
                    <a:pt x="34" y="21059"/>
                    <a:pt x="0" y="21159"/>
                    <a:pt x="67" y="21259"/>
                  </a:cubicBezTo>
                  <a:cubicBezTo>
                    <a:pt x="100" y="21326"/>
                    <a:pt x="134" y="21359"/>
                    <a:pt x="200" y="21359"/>
                  </a:cubicBezTo>
                  <a:cubicBezTo>
                    <a:pt x="234" y="21359"/>
                    <a:pt x="267" y="21326"/>
                    <a:pt x="301" y="21326"/>
                  </a:cubicBezTo>
                  <a:lnTo>
                    <a:pt x="36626" y="344"/>
                  </a:lnTo>
                  <a:cubicBezTo>
                    <a:pt x="36775" y="225"/>
                    <a:pt x="36685" y="0"/>
                    <a:pt x="3652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4285;p75">
              <a:extLst>
                <a:ext uri="{FF2B5EF4-FFF2-40B4-BE49-F238E27FC236}">
                  <a16:creationId xmlns:a16="http://schemas.microsoft.com/office/drawing/2014/main" id="{90580C25-B9A9-7468-6AD8-75830E322146}"/>
                </a:ext>
              </a:extLst>
            </p:cNvPr>
            <p:cNvSpPr/>
            <p:nvPr/>
          </p:nvSpPr>
          <p:spPr>
            <a:xfrm>
              <a:off x="3056525" y="2811075"/>
              <a:ext cx="919200" cy="533450"/>
            </a:xfrm>
            <a:custGeom>
              <a:avLst/>
              <a:gdLst/>
              <a:ahLst/>
              <a:cxnLst/>
              <a:rect l="l" t="t" r="r" b="b"/>
              <a:pathLst>
                <a:path w="36768" h="21338" extrusionOk="0">
                  <a:moveTo>
                    <a:pt x="36546" y="0"/>
                  </a:moveTo>
                  <a:cubicBezTo>
                    <a:pt x="36519" y="0"/>
                    <a:pt x="36490" y="7"/>
                    <a:pt x="36460" y="22"/>
                  </a:cubicBezTo>
                  <a:lnTo>
                    <a:pt x="134" y="21004"/>
                  </a:lnTo>
                  <a:cubicBezTo>
                    <a:pt x="34" y="21037"/>
                    <a:pt x="0" y="21171"/>
                    <a:pt x="67" y="21238"/>
                  </a:cubicBezTo>
                  <a:cubicBezTo>
                    <a:pt x="100" y="21304"/>
                    <a:pt x="134" y="21338"/>
                    <a:pt x="200" y="21338"/>
                  </a:cubicBezTo>
                  <a:cubicBezTo>
                    <a:pt x="234" y="21338"/>
                    <a:pt x="267" y="21338"/>
                    <a:pt x="301" y="21304"/>
                  </a:cubicBezTo>
                  <a:lnTo>
                    <a:pt x="36626" y="323"/>
                  </a:lnTo>
                  <a:cubicBezTo>
                    <a:pt x="36768" y="209"/>
                    <a:pt x="36693" y="0"/>
                    <a:pt x="3654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4286;p75">
              <a:extLst>
                <a:ext uri="{FF2B5EF4-FFF2-40B4-BE49-F238E27FC236}">
                  <a16:creationId xmlns:a16="http://schemas.microsoft.com/office/drawing/2014/main" id="{C88DB3AB-B6D6-65D1-CB22-D7F4EF14A753}"/>
                </a:ext>
              </a:extLst>
            </p:cNvPr>
            <p:cNvSpPr/>
            <p:nvPr/>
          </p:nvSpPr>
          <p:spPr>
            <a:xfrm>
              <a:off x="3056525" y="2680375"/>
              <a:ext cx="919000" cy="534050"/>
            </a:xfrm>
            <a:custGeom>
              <a:avLst/>
              <a:gdLst/>
              <a:ahLst/>
              <a:cxnLst/>
              <a:rect l="l" t="t" r="r" b="b"/>
              <a:pathLst>
                <a:path w="36760" h="21362" extrusionOk="0">
                  <a:moveTo>
                    <a:pt x="36524" y="0"/>
                  </a:moveTo>
                  <a:cubicBezTo>
                    <a:pt x="36500" y="0"/>
                    <a:pt x="36478" y="4"/>
                    <a:pt x="36460" y="13"/>
                  </a:cubicBezTo>
                  <a:lnTo>
                    <a:pt x="134" y="20995"/>
                  </a:lnTo>
                  <a:cubicBezTo>
                    <a:pt x="34" y="21062"/>
                    <a:pt x="0" y="21162"/>
                    <a:pt x="67" y="21262"/>
                  </a:cubicBezTo>
                  <a:cubicBezTo>
                    <a:pt x="100" y="21295"/>
                    <a:pt x="134" y="21329"/>
                    <a:pt x="200" y="21362"/>
                  </a:cubicBezTo>
                  <a:cubicBezTo>
                    <a:pt x="234" y="21362"/>
                    <a:pt x="267" y="21329"/>
                    <a:pt x="301" y="21329"/>
                  </a:cubicBezTo>
                  <a:lnTo>
                    <a:pt x="36626" y="347"/>
                  </a:lnTo>
                  <a:cubicBezTo>
                    <a:pt x="36727" y="280"/>
                    <a:pt x="36760" y="180"/>
                    <a:pt x="36693" y="80"/>
                  </a:cubicBezTo>
                  <a:cubicBezTo>
                    <a:pt x="36669" y="31"/>
                    <a:pt x="36591" y="0"/>
                    <a:pt x="3652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4287;p75">
              <a:extLst>
                <a:ext uri="{FF2B5EF4-FFF2-40B4-BE49-F238E27FC236}">
                  <a16:creationId xmlns:a16="http://schemas.microsoft.com/office/drawing/2014/main" id="{BB0B3B55-FD71-A92B-B8FE-55443A439581}"/>
                </a:ext>
              </a:extLst>
            </p:cNvPr>
            <p:cNvSpPr/>
            <p:nvPr/>
          </p:nvSpPr>
          <p:spPr>
            <a:xfrm>
              <a:off x="3056525" y="2550350"/>
              <a:ext cx="919400" cy="534000"/>
            </a:xfrm>
            <a:custGeom>
              <a:avLst/>
              <a:gdLst/>
              <a:ahLst/>
              <a:cxnLst/>
              <a:rect l="l" t="t" r="r" b="b"/>
              <a:pathLst>
                <a:path w="36776" h="21360" extrusionOk="0">
                  <a:moveTo>
                    <a:pt x="36522" y="0"/>
                  </a:moveTo>
                  <a:cubicBezTo>
                    <a:pt x="36502" y="0"/>
                    <a:pt x="36481" y="3"/>
                    <a:pt x="36460" y="11"/>
                  </a:cubicBezTo>
                  <a:lnTo>
                    <a:pt x="134" y="20992"/>
                  </a:lnTo>
                  <a:cubicBezTo>
                    <a:pt x="34" y="21059"/>
                    <a:pt x="0" y="21159"/>
                    <a:pt x="67" y="21259"/>
                  </a:cubicBezTo>
                  <a:cubicBezTo>
                    <a:pt x="100" y="21292"/>
                    <a:pt x="134" y="21326"/>
                    <a:pt x="200" y="21359"/>
                  </a:cubicBezTo>
                  <a:lnTo>
                    <a:pt x="301" y="21359"/>
                  </a:lnTo>
                  <a:lnTo>
                    <a:pt x="36626" y="344"/>
                  </a:lnTo>
                  <a:cubicBezTo>
                    <a:pt x="36775" y="225"/>
                    <a:pt x="36685" y="0"/>
                    <a:pt x="3652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4288;p75">
              <a:extLst>
                <a:ext uri="{FF2B5EF4-FFF2-40B4-BE49-F238E27FC236}">
                  <a16:creationId xmlns:a16="http://schemas.microsoft.com/office/drawing/2014/main" id="{027D5DF0-553B-E992-1CE1-2928FDD98DF6}"/>
                </a:ext>
              </a:extLst>
            </p:cNvPr>
            <p:cNvSpPr/>
            <p:nvPr/>
          </p:nvSpPr>
          <p:spPr>
            <a:xfrm>
              <a:off x="3079025" y="2582300"/>
              <a:ext cx="890675" cy="875650"/>
            </a:xfrm>
            <a:custGeom>
              <a:avLst/>
              <a:gdLst/>
              <a:ahLst/>
              <a:cxnLst/>
              <a:rect l="l" t="t" r="r" b="b"/>
              <a:pathLst>
                <a:path w="35627" h="35026" extrusionOk="0">
                  <a:moveTo>
                    <a:pt x="35626" y="0"/>
                  </a:moveTo>
                  <a:lnTo>
                    <a:pt x="32257" y="2802"/>
                  </a:lnTo>
                  <a:lnTo>
                    <a:pt x="28855" y="7505"/>
                  </a:lnTo>
                  <a:lnTo>
                    <a:pt x="25486" y="10608"/>
                  </a:lnTo>
                  <a:lnTo>
                    <a:pt x="17013" y="15511"/>
                  </a:lnTo>
                  <a:lnTo>
                    <a:pt x="14478" y="18914"/>
                  </a:lnTo>
                  <a:lnTo>
                    <a:pt x="10242" y="21382"/>
                  </a:lnTo>
                  <a:lnTo>
                    <a:pt x="7606" y="24785"/>
                  </a:lnTo>
                  <a:lnTo>
                    <a:pt x="3470" y="27220"/>
                  </a:lnTo>
                  <a:lnTo>
                    <a:pt x="1" y="29888"/>
                  </a:lnTo>
                  <a:lnTo>
                    <a:pt x="1" y="35025"/>
                  </a:lnTo>
                  <a:lnTo>
                    <a:pt x="35626" y="14511"/>
                  </a:lnTo>
                  <a:lnTo>
                    <a:pt x="3562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4289;p75">
              <a:extLst>
                <a:ext uri="{FF2B5EF4-FFF2-40B4-BE49-F238E27FC236}">
                  <a16:creationId xmlns:a16="http://schemas.microsoft.com/office/drawing/2014/main" id="{D2ADB2D1-3EBA-1C92-4489-199F52E02400}"/>
                </a:ext>
              </a:extLst>
            </p:cNvPr>
            <p:cNvSpPr/>
            <p:nvPr/>
          </p:nvSpPr>
          <p:spPr>
            <a:xfrm>
              <a:off x="3079025" y="2652350"/>
              <a:ext cx="890675" cy="805600"/>
            </a:xfrm>
            <a:custGeom>
              <a:avLst/>
              <a:gdLst/>
              <a:ahLst/>
              <a:cxnLst/>
              <a:rect l="l" t="t" r="r" b="b"/>
              <a:pathLst>
                <a:path w="35627" h="32224" extrusionOk="0">
                  <a:moveTo>
                    <a:pt x="35626" y="0"/>
                  </a:moveTo>
                  <a:lnTo>
                    <a:pt x="33625" y="1134"/>
                  </a:lnTo>
                  <a:lnTo>
                    <a:pt x="30556" y="4870"/>
                  </a:lnTo>
                  <a:lnTo>
                    <a:pt x="28121" y="8239"/>
                  </a:lnTo>
                  <a:lnTo>
                    <a:pt x="23785" y="10741"/>
                  </a:lnTo>
                  <a:lnTo>
                    <a:pt x="21249" y="14177"/>
                  </a:lnTo>
                  <a:lnTo>
                    <a:pt x="17046" y="16612"/>
                  </a:lnTo>
                  <a:lnTo>
                    <a:pt x="12743" y="20081"/>
                  </a:lnTo>
                  <a:lnTo>
                    <a:pt x="8540" y="22483"/>
                  </a:lnTo>
                  <a:lnTo>
                    <a:pt x="4571" y="25719"/>
                  </a:lnTo>
                  <a:lnTo>
                    <a:pt x="1" y="28387"/>
                  </a:lnTo>
                  <a:lnTo>
                    <a:pt x="1" y="32223"/>
                  </a:lnTo>
                  <a:lnTo>
                    <a:pt x="35626" y="11709"/>
                  </a:lnTo>
                  <a:lnTo>
                    <a:pt x="3562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4290;p75">
              <a:extLst>
                <a:ext uri="{FF2B5EF4-FFF2-40B4-BE49-F238E27FC236}">
                  <a16:creationId xmlns:a16="http://schemas.microsoft.com/office/drawing/2014/main" id="{50E844DB-9B2F-E714-263B-8D1CA784EA98}"/>
                </a:ext>
              </a:extLst>
            </p:cNvPr>
            <p:cNvSpPr/>
            <p:nvPr/>
          </p:nvSpPr>
          <p:spPr>
            <a:xfrm>
              <a:off x="3079025" y="2652350"/>
              <a:ext cx="890675" cy="805600"/>
            </a:xfrm>
            <a:custGeom>
              <a:avLst/>
              <a:gdLst/>
              <a:ahLst/>
              <a:cxnLst/>
              <a:rect l="l" t="t" r="r" b="b"/>
              <a:pathLst>
                <a:path w="35627" h="32224" extrusionOk="0">
                  <a:moveTo>
                    <a:pt x="35626" y="0"/>
                  </a:moveTo>
                  <a:lnTo>
                    <a:pt x="33625" y="1134"/>
                  </a:lnTo>
                  <a:lnTo>
                    <a:pt x="30556" y="4870"/>
                  </a:lnTo>
                  <a:lnTo>
                    <a:pt x="28121" y="8239"/>
                  </a:lnTo>
                  <a:lnTo>
                    <a:pt x="23785" y="10741"/>
                  </a:lnTo>
                  <a:lnTo>
                    <a:pt x="21249" y="14177"/>
                  </a:lnTo>
                  <a:lnTo>
                    <a:pt x="17046" y="16612"/>
                  </a:lnTo>
                  <a:lnTo>
                    <a:pt x="12743" y="20081"/>
                  </a:lnTo>
                  <a:lnTo>
                    <a:pt x="8540" y="22483"/>
                  </a:lnTo>
                  <a:lnTo>
                    <a:pt x="4571" y="25719"/>
                  </a:lnTo>
                  <a:lnTo>
                    <a:pt x="1" y="28387"/>
                  </a:lnTo>
                  <a:lnTo>
                    <a:pt x="1" y="32223"/>
                  </a:lnTo>
                  <a:lnTo>
                    <a:pt x="35626" y="11709"/>
                  </a:lnTo>
                  <a:lnTo>
                    <a:pt x="356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4291;p75">
              <a:extLst>
                <a:ext uri="{FF2B5EF4-FFF2-40B4-BE49-F238E27FC236}">
                  <a16:creationId xmlns:a16="http://schemas.microsoft.com/office/drawing/2014/main" id="{F659D1C3-A7F8-50D8-3CDA-5CEC498F61F6}"/>
                </a:ext>
              </a:extLst>
            </p:cNvPr>
            <p:cNvSpPr/>
            <p:nvPr/>
          </p:nvSpPr>
          <p:spPr>
            <a:xfrm>
              <a:off x="4138950" y="1904050"/>
              <a:ext cx="551250" cy="1079775"/>
            </a:xfrm>
            <a:custGeom>
              <a:avLst/>
              <a:gdLst/>
              <a:ahLst/>
              <a:cxnLst/>
              <a:rect l="l" t="t" r="r" b="b"/>
              <a:pathLst>
                <a:path w="22050" h="43191" extrusionOk="0">
                  <a:moveTo>
                    <a:pt x="21512" y="1"/>
                  </a:moveTo>
                  <a:cubicBezTo>
                    <a:pt x="21391" y="1"/>
                    <a:pt x="21256" y="36"/>
                    <a:pt x="21116" y="111"/>
                  </a:cubicBezTo>
                  <a:lnTo>
                    <a:pt x="935" y="11786"/>
                  </a:lnTo>
                  <a:cubicBezTo>
                    <a:pt x="368" y="12153"/>
                    <a:pt x="34" y="12720"/>
                    <a:pt x="1" y="13354"/>
                  </a:cubicBezTo>
                  <a:lnTo>
                    <a:pt x="1" y="42541"/>
                  </a:lnTo>
                  <a:cubicBezTo>
                    <a:pt x="1" y="42966"/>
                    <a:pt x="202" y="43191"/>
                    <a:pt x="497" y="43191"/>
                  </a:cubicBezTo>
                  <a:cubicBezTo>
                    <a:pt x="618" y="43191"/>
                    <a:pt x="756" y="43153"/>
                    <a:pt x="902" y="43075"/>
                  </a:cubicBezTo>
                  <a:lnTo>
                    <a:pt x="21116" y="31400"/>
                  </a:lnTo>
                  <a:cubicBezTo>
                    <a:pt x="21650" y="31033"/>
                    <a:pt x="21983" y="30466"/>
                    <a:pt x="22050" y="29832"/>
                  </a:cubicBezTo>
                  <a:lnTo>
                    <a:pt x="22050" y="644"/>
                  </a:lnTo>
                  <a:cubicBezTo>
                    <a:pt x="22050" y="236"/>
                    <a:pt x="21825" y="1"/>
                    <a:pt x="2151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4292;p75">
              <a:extLst>
                <a:ext uri="{FF2B5EF4-FFF2-40B4-BE49-F238E27FC236}">
                  <a16:creationId xmlns:a16="http://schemas.microsoft.com/office/drawing/2014/main" id="{0BB40299-3F27-C325-7646-3E6536E83A27}"/>
                </a:ext>
              </a:extLst>
            </p:cNvPr>
            <p:cNvSpPr/>
            <p:nvPr/>
          </p:nvSpPr>
          <p:spPr>
            <a:xfrm>
              <a:off x="4308250" y="2574775"/>
              <a:ext cx="99250" cy="89750"/>
            </a:xfrm>
            <a:custGeom>
              <a:avLst/>
              <a:gdLst/>
              <a:ahLst/>
              <a:cxnLst/>
              <a:rect l="l" t="t" r="r" b="b"/>
              <a:pathLst>
                <a:path w="3970" h="3590" extrusionOk="0">
                  <a:moveTo>
                    <a:pt x="3970" y="1"/>
                  </a:moveTo>
                  <a:cubicBezTo>
                    <a:pt x="3412" y="326"/>
                    <a:pt x="2757" y="506"/>
                    <a:pt x="2106" y="506"/>
                  </a:cubicBezTo>
                  <a:cubicBezTo>
                    <a:pt x="1823" y="506"/>
                    <a:pt x="1541" y="472"/>
                    <a:pt x="1268" y="401"/>
                  </a:cubicBezTo>
                  <a:lnTo>
                    <a:pt x="0" y="3403"/>
                  </a:lnTo>
                  <a:cubicBezTo>
                    <a:pt x="382" y="3527"/>
                    <a:pt x="791" y="3590"/>
                    <a:pt x="1220" y="3590"/>
                  </a:cubicBezTo>
                  <a:cubicBezTo>
                    <a:pt x="2067" y="3590"/>
                    <a:pt x="2996" y="3345"/>
                    <a:pt x="3970" y="2836"/>
                  </a:cubicBezTo>
                  <a:lnTo>
                    <a:pt x="397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4293;p75">
              <a:extLst>
                <a:ext uri="{FF2B5EF4-FFF2-40B4-BE49-F238E27FC236}">
                  <a16:creationId xmlns:a16="http://schemas.microsoft.com/office/drawing/2014/main" id="{AA48FF12-77F6-EDDF-01E5-DE945308F2D7}"/>
                </a:ext>
              </a:extLst>
            </p:cNvPr>
            <p:cNvSpPr/>
            <p:nvPr/>
          </p:nvSpPr>
          <p:spPr>
            <a:xfrm>
              <a:off x="4308250" y="2139475"/>
              <a:ext cx="100100" cy="140125"/>
            </a:xfrm>
            <a:custGeom>
              <a:avLst/>
              <a:gdLst/>
              <a:ahLst/>
              <a:cxnLst/>
              <a:rect l="l" t="t" r="r" b="b"/>
              <a:pathLst>
                <a:path w="4004" h="5605" extrusionOk="0">
                  <a:moveTo>
                    <a:pt x="4003" y="0"/>
                  </a:moveTo>
                  <a:cubicBezTo>
                    <a:pt x="2402" y="1068"/>
                    <a:pt x="1034" y="2436"/>
                    <a:pt x="0" y="4037"/>
                  </a:cubicBezTo>
                  <a:lnTo>
                    <a:pt x="1268" y="5604"/>
                  </a:lnTo>
                  <a:cubicBezTo>
                    <a:pt x="1968" y="4504"/>
                    <a:pt x="2902" y="3570"/>
                    <a:pt x="4003" y="2836"/>
                  </a:cubicBezTo>
                  <a:lnTo>
                    <a:pt x="4003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4294;p75">
              <a:extLst>
                <a:ext uri="{FF2B5EF4-FFF2-40B4-BE49-F238E27FC236}">
                  <a16:creationId xmlns:a16="http://schemas.microsoft.com/office/drawing/2014/main" id="{FECBC927-D856-29DC-BF5F-1F4C466F6F16}"/>
                </a:ext>
              </a:extLst>
            </p:cNvPr>
            <p:cNvSpPr/>
            <p:nvPr/>
          </p:nvSpPr>
          <p:spPr>
            <a:xfrm>
              <a:off x="4500050" y="2372150"/>
              <a:ext cx="93425" cy="148450"/>
            </a:xfrm>
            <a:custGeom>
              <a:avLst/>
              <a:gdLst/>
              <a:ahLst/>
              <a:cxnLst/>
              <a:rect l="l" t="t" r="r" b="b"/>
              <a:pathLst>
                <a:path w="3737" h="5938" extrusionOk="0">
                  <a:moveTo>
                    <a:pt x="3737" y="0"/>
                  </a:moveTo>
                  <a:lnTo>
                    <a:pt x="1702" y="300"/>
                  </a:lnTo>
                  <a:cubicBezTo>
                    <a:pt x="1335" y="1735"/>
                    <a:pt x="768" y="3102"/>
                    <a:pt x="1" y="4370"/>
                  </a:cubicBezTo>
                  <a:lnTo>
                    <a:pt x="1268" y="5938"/>
                  </a:lnTo>
                  <a:cubicBezTo>
                    <a:pt x="2369" y="4103"/>
                    <a:pt x="3203" y="2102"/>
                    <a:pt x="373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4295;p75">
              <a:extLst>
                <a:ext uri="{FF2B5EF4-FFF2-40B4-BE49-F238E27FC236}">
                  <a16:creationId xmlns:a16="http://schemas.microsoft.com/office/drawing/2014/main" id="{BE39F779-522D-D5DC-4C07-1916F0FE0A98}"/>
                </a:ext>
              </a:extLst>
            </p:cNvPr>
            <p:cNvSpPr/>
            <p:nvPr/>
          </p:nvSpPr>
          <p:spPr>
            <a:xfrm>
              <a:off x="4235700" y="2257050"/>
              <a:ext cx="93425" cy="148475"/>
            </a:xfrm>
            <a:custGeom>
              <a:avLst/>
              <a:gdLst/>
              <a:ahLst/>
              <a:cxnLst/>
              <a:rect l="l" t="t" r="r" b="b"/>
              <a:pathLst>
                <a:path w="3737" h="5939" extrusionOk="0">
                  <a:moveTo>
                    <a:pt x="2469" y="1"/>
                  </a:moveTo>
                  <a:cubicBezTo>
                    <a:pt x="1335" y="1835"/>
                    <a:pt x="501" y="3837"/>
                    <a:pt x="0" y="5938"/>
                  </a:cubicBezTo>
                  <a:lnTo>
                    <a:pt x="2035" y="5638"/>
                  </a:lnTo>
                  <a:cubicBezTo>
                    <a:pt x="2402" y="4204"/>
                    <a:pt x="2969" y="2803"/>
                    <a:pt x="3736" y="1569"/>
                  </a:cubicBezTo>
                  <a:lnTo>
                    <a:pt x="2469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4296;p75">
              <a:extLst>
                <a:ext uri="{FF2B5EF4-FFF2-40B4-BE49-F238E27FC236}">
                  <a16:creationId xmlns:a16="http://schemas.microsoft.com/office/drawing/2014/main" id="{952871DA-0C02-6C84-15E9-A64AB342833E}"/>
                </a:ext>
              </a:extLst>
            </p:cNvPr>
            <p:cNvSpPr/>
            <p:nvPr/>
          </p:nvSpPr>
          <p:spPr>
            <a:xfrm>
              <a:off x="4224850" y="2417175"/>
              <a:ext cx="57575" cy="146800"/>
            </a:xfrm>
            <a:custGeom>
              <a:avLst/>
              <a:gdLst/>
              <a:ahLst/>
              <a:cxnLst/>
              <a:rect l="l" t="t" r="r" b="b"/>
              <a:pathLst>
                <a:path w="2303" h="5872" extrusionOk="0">
                  <a:moveTo>
                    <a:pt x="2302" y="0"/>
                  </a:moveTo>
                  <a:lnTo>
                    <a:pt x="301" y="267"/>
                  </a:lnTo>
                  <a:cubicBezTo>
                    <a:pt x="101" y="1268"/>
                    <a:pt x="1" y="2235"/>
                    <a:pt x="1" y="3236"/>
                  </a:cubicBezTo>
                  <a:cubicBezTo>
                    <a:pt x="1" y="4137"/>
                    <a:pt x="101" y="5004"/>
                    <a:pt x="301" y="5871"/>
                  </a:cubicBezTo>
                  <a:lnTo>
                    <a:pt x="2302" y="3836"/>
                  </a:lnTo>
                  <a:cubicBezTo>
                    <a:pt x="2169" y="3236"/>
                    <a:pt x="2102" y="2636"/>
                    <a:pt x="2102" y="2035"/>
                  </a:cubicBezTo>
                  <a:cubicBezTo>
                    <a:pt x="2102" y="1335"/>
                    <a:pt x="2169" y="668"/>
                    <a:pt x="23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4297;p75">
              <a:extLst>
                <a:ext uri="{FF2B5EF4-FFF2-40B4-BE49-F238E27FC236}">
                  <a16:creationId xmlns:a16="http://schemas.microsoft.com/office/drawing/2014/main" id="{0718681E-EBB3-F9C6-6A57-4BA8B4EA8626}"/>
                </a:ext>
              </a:extLst>
            </p:cNvPr>
            <p:cNvSpPr/>
            <p:nvPr/>
          </p:nvSpPr>
          <p:spPr>
            <a:xfrm>
              <a:off x="4235700" y="2527250"/>
              <a:ext cx="92575" cy="128450"/>
            </a:xfrm>
            <a:custGeom>
              <a:avLst/>
              <a:gdLst/>
              <a:ahLst/>
              <a:cxnLst/>
              <a:rect l="l" t="t" r="r" b="b"/>
              <a:pathLst>
                <a:path w="3703" h="5138" extrusionOk="0">
                  <a:moveTo>
                    <a:pt x="2035" y="1"/>
                  </a:moveTo>
                  <a:lnTo>
                    <a:pt x="0" y="2035"/>
                  </a:lnTo>
                  <a:cubicBezTo>
                    <a:pt x="501" y="3536"/>
                    <a:pt x="1368" y="4604"/>
                    <a:pt x="2469" y="5138"/>
                  </a:cubicBezTo>
                  <a:lnTo>
                    <a:pt x="3703" y="2135"/>
                  </a:lnTo>
                  <a:cubicBezTo>
                    <a:pt x="2902" y="1668"/>
                    <a:pt x="2269" y="901"/>
                    <a:pt x="203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4298;p75">
              <a:extLst>
                <a:ext uri="{FF2B5EF4-FFF2-40B4-BE49-F238E27FC236}">
                  <a16:creationId xmlns:a16="http://schemas.microsoft.com/office/drawing/2014/main" id="{34D5B768-1CCF-0063-5F42-50F9DD1C6519}"/>
                </a:ext>
              </a:extLst>
            </p:cNvPr>
            <p:cNvSpPr/>
            <p:nvPr/>
          </p:nvSpPr>
          <p:spPr>
            <a:xfrm>
              <a:off x="4421650" y="2498075"/>
              <a:ext cx="99275" cy="139275"/>
            </a:xfrm>
            <a:custGeom>
              <a:avLst/>
              <a:gdLst/>
              <a:ahLst/>
              <a:cxnLst/>
              <a:rect l="l" t="t" r="r" b="b"/>
              <a:pathLst>
                <a:path w="3971" h="5571" extrusionOk="0">
                  <a:moveTo>
                    <a:pt x="2736" y="0"/>
                  </a:moveTo>
                  <a:cubicBezTo>
                    <a:pt x="2002" y="1101"/>
                    <a:pt x="1068" y="2035"/>
                    <a:pt x="1" y="2769"/>
                  </a:cubicBezTo>
                  <a:lnTo>
                    <a:pt x="1" y="5571"/>
                  </a:lnTo>
                  <a:cubicBezTo>
                    <a:pt x="1602" y="4537"/>
                    <a:pt x="2936" y="3169"/>
                    <a:pt x="3970" y="1568"/>
                  </a:cubicBezTo>
                  <a:lnTo>
                    <a:pt x="273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4299;p75">
              <a:extLst>
                <a:ext uri="{FF2B5EF4-FFF2-40B4-BE49-F238E27FC236}">
                  <a16:creationId xmlns:a16="http://schemas.microsoft.com/office/drawing/2014/main" id="{8E70F8A9-0982-AA87-8CB7-19E24B4CE086}"/>
                </a:ext>
              </a:extLst>
            </p:cNvPr>
            <p:cNvSpPr/>
            <p:nvPr/>
          </p:nvSpPr>
          <p:spPr>
            <a:xfrm>
              <a:off x="4298250" y="2240375"/>
              <a:ext cx="41700" cy="55900"/>
            </a:xfrm>
            <a:custGeom>
              <a:avLst/>
              <a:gdLst/>
              <a:ahLst/>
              <a:cxnLst/>
              <a:rect l="l" t="t" r="r" b="b"/>
              <a:pathLst>
                <a:path w="1668" h="2236" extrusionOk="0">
                  <a:moveTo>
                    <a:pt x="400" y="1"/>
                  </a:moveTo>
                  <a:cubicBezTo>
                    <a:pt x="267" y="201"/>
                    <a:pt x="134" y="434"/>
                    <a:pt x="0" y="668"/>
                  </a:cubicBezTo>
                  <a:lnTo>
                    <a:pt x="1234" y="2236"/>
                  </a:lnTo>
                  <a:cubicBezTo>
                    <a:pt x="1368" y="2002"/>
                    <a:pt x="1501" y="1769"/>
                    <a:pt x="1668" y="1568"/>
                  </a:cubicBezTo>
                  <a:lnTo>
                    <a:pt x="40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4300;p75">
              <a:extLst>
                <a:ext uri="{FF2B5EF4-FFF2-40B4-BE49-F238E27FC236}">
                  <a16:creationId xmlns:a16="http://schemas.microsoft.com/office/drawing/2014/main" id="{60C71985-C4B6-DD10-5EEF-D7259855001B}"/>
                </a:ext>
              </a:extLst>
            </p:cNvPr>
            <p:cNvSpPr/>
            <p:nvPr/>
          </p:nvSpPr>
          <p:spPr>
            <a:xfrm>
              <a:off x="4231525" y="2398000"/>
              <a:ext cx="55075" cy="25875"/>
            </a:xfrm>
            <a:custGeom>
              <a:avLst/>
              <a:gdLst/>
              <a:ahLst/>
              <a:cxnLst/>
              <a:rect l="l" t="t" r="r" b="b"/>
              <a:pathLst>
                <a:path w="2203" h="1035" extrusionOk="0">
                  <a:moveTo>
                    <a:pt x="2202" y="0"/>
                  </a:moveTo>
                  <a:lnTo>
                    <a:pt x="167" y="300"/>
                  </a:lnTo>
                  <a:cubicBezTo>
                    <a:pt x="101" y="534"/>
                    <a:pt x="67" y="801"/>
                    <a:pt x="1" y="1034"/>
                  </a:cubicBezTo>
                  <a:lnTo>
                    <a:pt x="2035" y="767"/>
                  </a:lnTo>
                  <a:cubicBezTo>
                    <a:pt x="2069" y="501"/>
                    <a:pt x="2135" y="234"/>
                    <a:pt x="22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4301;p75">
              <a:extLst>
                <a:ext uri="{FF2B5EF4-FFF2-40B4-BE49-F238E27FC236}">
                  <a16:creationId xmlns:a16="http://schemas.microsoft.com/office/drawing/2014/main" id="{2154BE68-8C1C-2B77-D8D1-8C3836A22ABE}"/>
                </a:ext>
              </a:extLst>
            </p:cNvPr>
            <p:cNvSpPr/>
            <p:nvPr/>
          </p:nvSpPr>
          <p:spPr>
            <a:xfrm>
              <a:off x="4232350" y="2513075"/>
              <a:ext cx="54250" cy="65075"/>
            </a:xfrm>
            <a:custGeom>
              <a:avLst/>
              <a:gdLst/>
              <a:ahLst/>
              <a:cxnLst/>
              <a:rect l="l" t="t" r="r" b="b"/>
              <a:pathLst>
                <a:path w="2170" h="2603" extrusionOk="0">
                  <a:moveTo>
                    <a:pt x="2002" y="0"/>
                  </a:moveTo>
                  <a:lnTo>
                    <a:pt x="1" y="2035"/>
                  </a:lnTo>
                  <a:cubicBezTo>
                    <a:pt x="34" y="2235"/>
                    <a:pt x="101" y="2436"/>
                    <a:pt x="168" y="2602"/>
                  </a:cubicBezTo>
                  <a:lnTo>
                    <a:pt x="2169" y="568"/>
                  </a:lnTo>
                  <a:cubicBezTo>
                    <a:pt x="2102" y="367"/>
                    <a:pt x="2036" y="167"/>
                    <a:pt x="20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4302;p75">
              <a:extLst>
                <a:ext uri="{FF2B5EF4-FFF2-40B4-BE49-F238E27FC236}">
                  <a16:creationId xmlns:a16="http://schemas.microsoft.com/office/drawing/2014/main" id="{34E777C7-6C65-8172-E300-A3F687E13D14}"/>
                </a:ext>
              </a:extLst>
            </p:cNvPr>
            <p:cNvSpPr/>
            <p:nvPr/>
          </p:nvSpPr>
          <p:spPr>
            <a:xfrm>
              <a:off x="4421650" y="2113125"/>
              <a:ext cx="99275" cy="89750"/>
            </a:xfrm>
            <a:custGeom>
              <a:avLst/>
              <a:gdLst/>
              <a:ahLst/>
              <a:cxnLst/>
              <a:rect l="l" t="t" r="r" b="b"/>
              <a:pathLst>
                <a:path w="3971" h="3590" extrusionOk="0">
                  <a:moveTo>
                    <a:pt x="2751" y="1"/>
                  </a:moveTo>
                  <a:cubicBezTo>
                    <a:pt x="1904" y="1"/>
                    <a:pt x="975" y="245"/>
                    <a:pt x="1" y="754"/>
                  </a:cubicBezTo>
                  <a:lnTo>
                    <a:pt x="1" y="3590"/>
                  </a:lnTo>
                  <a:cubicBezTo>
                    <a:pt x="570" y="3248"/>
                    <a:pt x="1200" y="3078"/>
                    <a:pt x="1840" y="3078"/>
                  </a:cubicBezTo>
                  <a:cubicBezTo>
                    <a:pt x="2139" y="3078"/>
                    <a:pt x="2439" y="3115"/>
                    <a:pt x="2736" y="3189"/>
                  </a:cubicBezTo>
                  <a:lnTo>
                    <a:pt x="3970" y="187"/>
                  </a:lnTo>
                  <a:cubicBezTo>
                    <a:pt x="3589" y="64"/>
                    <a:pt x="3180" y="1"/>
                    <a:pt x="275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4303;p75">
              <a:extLst>
                <a:ext uri="{FF2B5EF4-FFF2-40B4-BE49-F238E27FC236}">
                  <a16:creationId xmlns:a16="http://schemas.microsoft.com/office/drawing/2014/main" id="{C0C235FD-460A-708F-587A-53DEE101766A}"/>
                </a:ext>
              </a:extLst>
            </p:cNvPr>
            <p:cNvSpPr/>
            <p:nvPr/>
          </p:nvSpPr>
          <p:spPr>
            <a:xfrm>
              <a:off x="4500050" y="2121950"/>
              <a:ext cx="93425" cy="128450"/>
            </a:xfrm>
            <a:custGeom>
              <a:avLst/>
              <a:gdLst/>
              <a:ahLst/>
              <a:cxnLst/>
              <a:rect l="l" t="t" r="r" b="b"/>
              <a:pathLst>
                <a:path w="3737" h="5138" extrusionOk="0">
                  <a:moveTo>
                    <a:pt x="1268" y="1"/>
                  </a:moveTo>
                  <a:lnTo>
                    <a:pt x="1" y="3003"/>
                  </a:lnTo>
                  <a:cubicBezTo>
                    <a:pt x="834" y="3437"/>
                    <a:pt x="1435" y="4204"/>
                    <a:pt x="1702" y="5138"/>
                  </a:cubicBezTo>
                  <a:lnTo>
                    <a:pt x="3737" y="3103"/>
                  </a:lnTo>
                  <a:cubicBezTo>
                    <a:pt x="3236" y="1569"/>
                    <a:pt x="2369" y="501"/>
                    <a:pt x="12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4304;p75">
              <a:extLst>
                <a:ext uri="{FF2B5EF4-FFF2-40B4-BE49-F238E27FC236}">
                  <a16:creationId xmlns:a16="http://schemas.microsoft.com/office/drawing/2014/main" id="{68772867-EBF9-FD20-6B89-697A7639DDFE}"/>
                </a:ext>
              </a:extLst>
            </p:cNvPr>
            <p:cNvSpPr/>
            <p:nvPr/>
          </p:nvSpPr>
          <p:spPr>
            <a:xfrm>
              <a:off x="4546750" y="2213700"/>
              <a:ext cx="57575" cy="146800"/>
            </a:xfrm>
            <a:custGeom>
              <a:avLst/>
              <a:gdLst/>
              <a:ahLst/>
              <a:cxnLst/>
              <a:rect l="l" t="t" r="r" b="b"/>
              <a:pathLst>
                <a:path w="2303" h="5872" extrusionOk="0">
                  <a:moveTo>
                    <a:pt x="2002" y="0"/>
                  </a:moveTo>
                  <a:lnTo>
                    <a:pt x="1" y="2035"/>
                  </a:lnTo>
                  <a:cubicBezTo>
                    <a:pt x="134" y="2635"/>
                    <a:pt x="201" y="3236"/>
                    <a:pt x="201" y="3836"/>
                  </a:cubicBezTo>
                  <a:cubicBezTo>
                    <a:pt x="167" y="4503"/>
                    <a:pt x="134" y="5204"/>
                    <a:pt x="1" y="5871"/>
                  </a:cubicBezTo>
                  <a:lnTo>
                    <a:pt x="2002" y="5571"/>
                  </a:lnTo>
                  <a:cubicBezTo>
                    <a:pt x="2202" y="4604"/>
                    <a:pt x="2302" y="3603"/>
                    <a:pt x="2302" y="2602"/>
                  </a:cubicBezTo>
                  <a:cubicBezTo>
                    <a:pt x="2302" y="1735"/>
                    <a:pt x="2202" y="868"/>
                    <a:pt x="20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4305;p75">
              <a:extLst>
                <a:ext uri="{FF2B5EF4-FFF2-40B4-BE49-F238E27FC236}">
                  <a16:creationId xmlns:a16="http://schemas.microsoft.com/office/drawing/2014/main" id="{13A1F6F3-8E36-302A-B9A5-633F8D974079}"/>
                </a:ext>
              </a:extLst>
            </p:cNvPr>
            <p:cNvSpPr/>
            <p:nvPr/>
          </p:nvSpPr>
          <p:spPr>
            <a:xfrm>
              <a:off x="4489200" y="2117800"/>
              <a:ext cx="41725" cy="79250"/>
            </a:xfrm>
            <a:custGeom>
              <a:avLst/>
              <a:gdLst/>
              <a:ahLst/>
              <a:cxnLst/>
              <a:rect l="l" t="t" r="r" b="b"/>
              <a:pathLst>
                <a:path w="1669" h="3170" extrusionOk="0">
                  <a:moveTo>
                    <a:pt x="1268" y="0"/>
                  </a:moveTo>
                  <a:lnTo>
                    <a:pt x="1" y="3002"/>
                  </a:lnTo>
                  <a:cubicBezTo>
                    <a:pt x="168" y="3036"/>
                    <a:pt x="301" y="3102"/>
                    <a:pt x="435" y="3169"/>
                  </a:cubicBezTo>
                  <a:lnTo>
                    <a:pt x="1669" y="167"/>
                  </a:lnTo>
                  <a:cubicBezTo>
                    <a:pt x="1535" y="100"/>
                    <a:pt x="1402" y="34"/>
                    <a:pt x="12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4306;p75">
              <a:extLst>
                <a:ext uri="{FF2B5EF4-FFF2-40B4-BE49-F238E27FC236}">
                  <a16:creationId xmlns:a16="http://schemas.microsoft.com/office/drawing/2014/main" id="{D2AE59C5-7DD3-190C-BD1B-42EF76B473AF}"/>
                </a:ext>
              </a:extLst>
            </p:cNvPr>
            <p:cNvSpPr/>
            <p:nvPr/>
          </p:nvSpPr>
          <p:spPr>
            <a:xfrm>
              <a:off x="4542575" y="2198675"/>
              <a:ext cx="54225" cy="65925"/>
            </a:xfrm>
            <a:custGeom>
              <a:avLst/>
              <a:gdLst/>
              <a:ahLst/>
              <a:cxnLst/>
              <a:rect l="l" t="t" r="r" b="b"/>
              <a:pathLst>
                <a:path w="2169" h="2637" extrusionOk="0">
                  <a:moveTo>
                    <a:pt x="2002" y="1"/>
                  </a:moveTo>
                  <a:lnTo>
                    <a:pt x="1" y="2069"/>
                  </a:lnTo>
                  <a:cubicBezTo>
                    <a:pt x="67" y="2236"/>
                    <a:pt x="134" y="2436"/>
                    <a:pt x="168" y="2636"/>
                  </a:cubicBezTo>
                  <a:lnTo>
                    <a:pt x="2169" y="601"/>
                  </a:lnTo>
                  <a:cubicBezTo>
                    <a:pt x="2136" y="401"/>
                    <a:pt x="2069" y="201"/>
                    <a:pt x="20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4307;p75">
              <a:extLst>
                <a:ext uri="{FF2B5EF4-FFF2-40B4-BE49-F238E27FC236}">
                  <a16:creationId xmlns:a16="http://schemas.microsoft.com/office/drawing/2014/main" id="{3C4F5629-CCA3-4DCE-A279-D4D40404366D}"/>
                </a:ext>
              </a:extLst>
            </p:cNvPr>
            <p:cNvSpPr/>
            <p:nvPr/>
          </p:nvSpPr>
          <p:spPr>
            <a:xfrm>
              <a:off x="4542575" y="2352950"/>
              <a:ext cx="54225" cy="26725"/>
            </a:xfrm>
            <a:custGeom>
              <a:avLst/>
              <a:gdLst/>
              <a:ahLst/>
              <a:cxnLst/>
              <a:rect l="l" t="t" r="r" b="b"/>
              <a:pathLst>
                <a:path w="2169" h="1069" extrusionOk="0">
                  <a:moveTo>
                    <a:pt x="2169" y="1"/>
                  </a:moveTo>
                  <a:lnTo>
                    <a:pt x="168" y="301"/>
                  </a:lnTo>
                  <a:cubicBezTo>
                    <a:pt x="134" y="568"/>
                    <a:pt x="67" y="801"/>
                    <a:pt x="1" y="1068"/>
                  </a:cubicBezTo>
                  <a:lnTo>
                    <a:pt x="2036" y="768"/>
                  </a:lnTo>
                  <a:cubicBezTo>
                    <a:pt x="2069" y="501"/>
                    <a:pt x="2136" y="268"/>
                    <a:pt x="21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4308;p75">
              <a:extLst>
                <a:ext uri="{FF2B5EF4-FFF2-40B4-BE49-F238E27FC236}">
                  <a16:creationId xmlns:a16="http://schemas.microsoft.com/office/drawing/2014/main" id="{A11C2774-4322-A6A3-B31F-2FBF53ED3349}"/>
                </a:ext>
              </a:extLst>
            </p:cNvPr>
            <p:cNvSpPr/>
            <p:nvPr/>
          </p:nvSpPr>
          <p:spPr>
            <a:xfrm>
              <a:off x="4297400" y="2580625"/>
              <a:ext cx="41725" cy="79250"/>
            </a:xfrm>
            <a:custGeom>
              <a:avLst/>
              <a:gdLst/>
              <a:ahLst/>
              <a:cxnLst/>
              <a:rect l="l" t="t" r="r" b="b"/>
              <a:pathLst>
                <a:path w="1669" h="3170" extrusionOk="0">
                  <a:moveTo>
                    <a:pt x="1268" y="0"/>
                  </a:moveTo>
                  <a:lnTo>
                    <a:pt x="1" y="3003"/>
                  </a:lnTo>
                  <a:cubicBezTo>
                    <a:pt x="134" y="3036"/>
                    <a:pt x="268" y="3103"/>
                    <a:pt x="434" y="3169"/>
                  </a:cubicBezTo>
                  <a:lnTo>
                    <a:pt x="1669" y="167"/>
                  </a:lnTo>
                  <a:cubicBezTo>
                    <a:pt x="1535" y="100"/>
                    <a:pt x="1402" y="67"/>
                    <a:pt x="12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4309;p75">
              <a:extLst>
                <a:ext uri="{FF2B5EF4-FFF2-40B4-BE49-F238E27FC236}">
                  <a16:creationId xmlns:a16="http://schemas.microsoft.com/office/drawing/2014/main" id="{F0D11283-EF5E-0161-48DF-077EDF2CD3BD}"/>
                </a:ext>
              </a:extLst>
            </p:cNvPr>
            <p:cNvSpPr/>
            <p:nvPr/>
          </p:nvSpPr>
          <p:spPr>
            <a:xfrm>
              <a:off x="4408325" y="2567275"/>
              <a:ext cx="12525" cy="78425"/>
            </a:xfrm>
            <a:custGeom>
              <a:avLst/>
              <a:gdLst/>
              <a:ahLst/>
              <a:cxnLst/>
              <a:rect l="l" t="t" r="r" b="b"/>
              <a:pathLst>
                <a:path w="501" h="3137" extrusionOk="0">
                  <a:moveTo>
                    <a:pt x="501" y="1"/>
                  </a:moveTo>
                  <a:cubicBezTo>
                    <a:pt x="434" y="34"/>
                    <a:pt x="334" y="101"/>
                    <a:pt x="234" y="167"/>
                  </a:cubicBezTo>
                  <a:cubicBezTo>
                    <a:pt x="167" y="201"/>
                    <a:pt x="67" y="234"/>
                    <a:pt x="0" y="301"/>
                  </a:cubicBezTo>
                  <a:lnTo>
                    <a:pt x="0" y="3136"/>
                  </a:lnTo>
                  <a:lnTo>
                    <a:pt x="234" y="2969"/>
                  </a:lnTo>
                  <a:lnTo>
                    <a:pt x="501" y="2803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4310;p75">
              <a:extLst>
                <a:ext uri="{FF2B5EF4-FFF2-40B4-BE49-F238E27FC236}">
                  <a16:creationId xmlns:a16="http://schemas.microsoft.com/office/drawing/2014/main" id="{559A27CF-8F76-B445-C3F6-E292DCC5CD95}"/>
                </a:ext>
              </a:extLst>
            </p:cNvPr>
            <p:cNvSpPr/>
            <p:nvPr/>
          </p:nvSpPr>
          <p:spPr>
            <a:xfrm>
              <a:off x="4408325" y="2131975"/>
              <a:ext cx="12525" cy="78400"/>
            </a:xfrm>
            <a:custGeom>
              <a:avLst/>
              <a:gdLst/>
              <a:ahLst/>
              <a:cxnLst/>
              <a:rect l="l" t="t" r="r" b="b"/>
              <a:pathLst>
                <a:path w="501" h="3136" extrusionOk="0">
                  <a:moveTo>
                    <a:pt x="501" y="0"/>
                  </a:moveTo>
                  <a:lnTo>
                    <a:pt x="234" y="134"/>
                  </a:lnTo>
                  <a:cubicBezTo>
                    <a:pt x="167" y="200"/>
                    <a:pt x="67" y="267"/>
                    <a:pt x="0" y="300"/>
                  </a:cubicBezTo>
                  <a:lnTo>
                    <a:pt x="0" y="3136"/>
                  </a:lnTo>
                  <a:cubicBezTo>
                    <a:pt x="67" y="3069"/>
                    <a:pt x="167" y="3002"/>
                    <a:pt x="234" y="2969"/>
                  </a:cubicBezTo>
                  <a:cubicBezTo>
                    <a:pt x="334" y="2902"/>
                    <a:pt x="434" y="2869"/>
                    <a:pt x="501" y="2836"/>
                  </a:cubicBezTo>
                  <a:lnTo>
                    <a:pt x="5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4311;p75">
              <a:extLst>
                <a:ext uri="{FF2B5EF4-FFF2-40B4-BE49-F238E27FC236}">
                  <a16:creationId xmlns:a16="http://schemas.microsoft.com/office/drawing/2014/main" id="{F868396A-5A6A-FEB4-2190-28C16C6C5714}"/>
                </a:ext>
              </a:extLst>
            </p:cNvPr>
            <p:cNvSpPr/>
            <p:nvPr/>
          </p:nvSpPr>
          <p:spPr>
            <a:xfrm>
              <a:off x="4489200" y="2481375"/>
              <a:ext cx="41725" cy="55900"/>
            </a:xfrm>
            <a:custGeom>
              <a:avLst/>
              <a:gdLst/>
              <a:ahLst/>
              <a:cxnLst/>
              <a:rect l="l" t="t" r="r" b="b"/>
              <a:pathLst>
                <a:path w="1669" h="2236" extrusionOk="0">
                  <a:moveTo>
                    <a:pt x="435" y="1"/>
                  </a:moveTo>
                  <a:cubicBezTo>
                    <a:pt x="301" y="234"/>
                    <a:pt x="168" y="435"/>
                    <a:pt x="1" y="668"/>
                  </a:cubicBezTo>
                  <a:lnTo>
                    <a:pt x="1268" y="2236"/>
                  </a:lnTo>
                  <a:cubicBezTo>
                    <a:pt x="1402" y="2002"/>
                    <a:pt x="1535" y="1802"/>
                    <a:pt x="1669" y="1569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4312;p75">
              <a:extLst>
                <a:ext uri="{FF2B5EF4-FFF2-40B4-BE49-F238E27FC236}">
                  <a16:creationId xmlns:a16="http://schemas.microsoft.com/office/drawing/2014/main" id="{88631326-BECF-932E-9B42-9F1D8DDD2061}"/>
                </a:ext>
              </a:extLst>
            </p:cNvPr>
            <p:cNvSpPr/>
            <p:nvPr/>
          </p:nvSpPr>
          <p:spPr>
            <a:xfrm>
              <a:off x="4308250" y="2574775"/>
              <a:ext cx="99250" cy="89750"/>
            </a:xfrm>
            <a:custGeom>
              <a:avLst/>
              <a:gdLst/>
              <a:ahLst/>
              <a:cxnLst/>
              <a:rect l="l" t="t" r="r" b="b"/>
              <a:pathLst>
                <a:path w="3970" h="3590" extrusionOk="0">
                  <a:moveTo>
                    <a:pt x="3970" y="1"/>
                  </a:moveTo>
                  <a:cubicBezTo>
                    <a:pt x="3412" y="326"/>
                    <a:pt x="2757" y="506"/>
                    <a:pt x="2106" y="506"/>
                  </a:cubicBezTo>
                  <a:cubicBezTo>
                    <a:pt x="1823" y="506"/>
                    <a:pt x="1541" y="472"/>
                    <a:pt x="1268" y="401"/>
                  </a:cubicBezTo>
                  <a:lnTo>
                    <a:pt x="0" y="3403"/>
                  </a:lnTo>
                  <a:cubicBezTo>
                    <a:pt x="382" y="3527"/>
                    <a:pt x="791" y="3590"/>
                    <a:pt x="1220" y="3590"/>
                  </a:cubicBezTo>
                  <a:cubicBezTo>
                    <a:pt x="2067" y="3590"/>
                    <a:pt x="2996" y="3345"/>
                    <a:pt x="3970" y="2836"/>
                  </a:cubicBezTo>
                  <a:lnTo>
                    <a:pt x="39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4313;p75">
              <a:extLst>
                <a:ext uri="{FF2B5EF4-FFF2-40B4-BE49-F238E27FC236}">
                  <a16:creationId xmlns:a16="http://schemas.microsoft.com/office/drawing/2014/main" id="{17C350DB-25A5-0726-7979-6B7C0A7BCD5A}"/>
                </a:ext>
              </a:extLst>
            </p:cNvPr>
            <p:cNvSpPr/>
            <p:nvPr/>
          </p:nvSpPr>
          <p:spPr>
            <a:xfrm>
              <a:off x="4308250" y="2139475"/>
              <a:ext cx="100100" cy="140125"/>
            </a:xfrm>
            <a:custGeom>
              <a:avLst/>
              <a:gdLst/>
              <a:ahLst/>
              <a:cxnLst/>
              <a:rect l="l" t="t" r="r" b="b"/>
              <a:pathLst>
                <a:path w="4004" h="5605" extrusionOk="0">
                  <a:moveTo>
                    <a:pt x="4003" y="0"/>
                  </a:moveTo>
                  <a:cubicBezTo>
                    <a:pt x="2402" y="1068"/>
                    <a:pt x="1034" y="2436"/>
                    <a:pt x="0" y="4037"/>
                  </a:cubicBezTo>
                  <a:lnTo>
                    <a:pt x="1268" y="5604"/>
                  </a:lnTo>
                  <a:cubicBezTo>
                    <a:pt x="1968" y="4504"/>
                    <a:pt x="2902" y="3570"/>
                    <a:pt x="4003" y="2836"/>
                  </a:cubicBezTo>
                  <a:lnTo>
                    <a:pt x="40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4314;p75">
              <a:extLst>
                <a:ext uri="{FF2B5EF4-FFF2-40B4-BE49-F238E27FC236}">
                  <a16:creationId xmlns:a16="http://schemas.microsoft.com/office/drawing/2014/main" id="{D0D48D79-B38B-02DB-BD48-928B62091533}"/>
                </a:ext>
              </a:extLst>
            </p:cNvPr>
            <p:cNvSpPr/>
            <p:nvPr/>
          </p:nvSpPr>
          <p:spPr>
            <a:xfrm>
              <a:off x="4500050" y="2372150"/>
              <a:ext cx="93425" cy="148450"/>
            </a:xfrm>
            <a:custGeom>
              <a:avLst/>
              <a:gdLst/>
              <a:ahLst/>
              <a:cxnLst/>
              <a:rect l="l" t="t" r="r" b="b"/>
              <a:pathLst>
                <a:path w="3737" h="5938" extrusionOk="0">
                  <a:moveTo>
                    <a:pt x="3737" y="0"/>
                  </a:moveTo>
                  <a:lnTo>
                    <a:pt x="1702" y="300"/>
                  </a:lnTo>
                  <a:cubicBezTo>
                    <a:pt x="1335" y="1735"/>
                    <a:pt x="768" y="3102"/>
                    <a:pt x="1" y="4370"/>
                  </a:cubicBezTo>
                  <a:lnTo>
                    <a:pt x="1268" y="5938"/>
                  </a:lnTo>
                  <a:cubicBezTo>
                    <a:pt x="2369" y="4103"/>
                    <a:pt x="3203" y="2102"/>
                    <a:pt x="37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4315;p75">
              <a:extLst>
                <a:ext uri="{FF2B5EF4-FFF2-40B4-BE49-F238E27FC236}">
                  <a16:creationId xmlns:a16="http://schemas.microsoft.com/office/drawing/2014/main" id="{42BF1E3E-6837-78ED-6534-8518F838AE75}"/>
                </a:ext>
              </a:extLst>
            </p:cNvPr>
            <p:cNvSpPr/>
            <p:nvPr/>
          </p:nvSpPr>
          <p:spPr>
            <a:xfrm>
              <a:off x="4235700" y="2257050"/>
              <a:ext cx="93425" cy="148475"/>
            </a:xfrm>
            <a:custGeom>
              <a:avLst/>
              <a:gdLst/>
              <a:ahLst/>
              <a:cxnLst/>
              <a:rect l="l" t="t" r="r" b="b"/>
              <a:pathLst>
                <a:path w="3737" h="5939" extrusionOk="0">
                  <a:moveTo>
                    <a:pt x="2469" y="1"/>
                  </a:moveTo>
                  <a:cubicBezTo>
                    <a:pt x="1335" y="1835"/>
                    <a:pt x="501" y="3837"/>
                    <a:pt x="0" y="5938"/>
                  </a:cubicBezTo>
                  <a:lnTo>
                    <a:pt x="2035" y="5638"/>
                  </a:lnTo>
                  <a:cubicBezTo>
                    <a:pt x="2402" y="4204"/>
                    <a:pt x="2969" y="2803"/>
                    <a:pt x="3736" y="1569"/>
                  </a:cubicBezTo>
                  <a:lnTo>
                    <a:pt x="24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4316;p75">
              <a:extLst>
                <a:ext uri="{FF2B5EF4-FFF2-40B4-BE49-F238E27FC236}">
                  <a16:creationId xmlns:a16="http://schemas.microsoft.com/office/drawing/2014/main" id="{5A01A3E8-D703-19CC-FE4A-37C6FD4DE63D}"/>
                </a:ext>
              </a:extLst>
            </p:cNvPr>
            <p:cNvSpPr/>
            <p:nvPr/>
          </p:nvSpPr>
          <p:spPr>
            <a:xfrm>
              <a:off x="4224850" y="2417175"/>
              <a:ext cx="57575" cy="146800"/>
            </a:xfrm>
            <a:custGeom>
              <a:avLst/>
              <a:gdLst/>
              <a:ahLst/>
              <a:cxnLst/>
              <a:rect l="l" t="t" r="r" b="b"/>
              <a:pathLst>
                <a:path w="2303" h="5872" extrusionOk="0">
                  <a:moveTo>
                    <a:pt x="2302" y="0"/>
                  </a:moveTo>
                  <a:lnTo>
                    <a:pt x="301" y="267"/>
                  </a:lnTo>
                  <a:cubicBezTo>
                    <a:pt x="101" y="1268"/>
                    <a:pt x="1" y="2235"/>
                    <a:pt x="1" y="3236"/>
                  </a:cubicBezTo>
                  <a:cubicBezTo>
                    <a:pt x="1" y="4137"/>
                    <a:pt x="101" y="5004"/>
                    <a:pt x="301" y="5871"/>
                  </a:cubicBezTo>
                  <a:lnTo>
                    <a:pt x="2302" y="3836"/>
                  </a:lnTo>
                  <a:cubicBezTo>
                    <a:pt x="2169" y="3236"/>
                    <a:pt x="2102" y="2636"/>
                    <a:pt x="2102" y="2035"/>
                  </a:cubicBezTo>
                  <a:cubicBezTo>
                    <a:pt x="2102" y="1335"/>
                    <a:pt x="2169" y="668"/>
                    <a:pt x="23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4317;p75">
              <a:extLst>
                <a:ext uri="{FF2B5EF4-FFF2-40B4-BE49-F238E27FC236}">
                  <a16:creationId xmlns:a16="http://schemas.microsoft.com/office/drawing/2014/main" id="{5FA26E78-B817-B746-5BF6-C1D9D9F9515B}"/>
                </a:ext>
              </a:extLst>
            </p:cNvPr>
            <p:cNvSpPr/>
            <p:nvPr/>
          </p:nvSpPr>
          <p:spPr>
            <a:xfrm>
              <a:off x="4235700" y="2527250"/>
              <a:ext cx="92575" cy="128450"/>
            </a:xfrm>
            <a:custGeom>
              <a:avLst/>
              <a:gdLst/>
              <a:ahLst/>
              <a:cxnLst/>
              <a:rect l="l" t="t" r="r" b="b"/>
              <a:pathLst>
                <a:path w="3703" h="5138" extrusionOk="0">
                  <a:moveTo>
                    <a:pt x="2035" y="1"/>
                  </a:moveTo>
                  <a:lnTo>
                    <a:pt x="0" y="2035"/>
                  </a:lnTo>
                  <a:cubicBezTo>
                    <a:pt x="501" y="3536"/>
                    <a:pt x="1368" y="4604"/>
                    <a:pt x="2469" y="5138"/>
                  </a:cubicBezTo>
                  <a:lnTo>
                    <a:pt x="3703" y="2135"/>
                  </a:lnTo>
                  <a:cubicBezTo>
                    <a:pt x="2902" y="1668"/>
                    <a:pt x="2269" y="901"/>
                    <a:pt x="20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4318;p75">
              <a:extLst>
                <a:ext uri="{FF2B5EF4-FFF2-40B4-BE49-F238E27FC236}">
                  <a16:creationId xmlns:a16="http://schemas.microsoft.com/office/drawing/2014/main" id="{9AE0BC09-BDBC-F6F6-81E3-82EE46C170E0}"/>
                </a:ext>
              </a:extLst>
            </p:cNvPr>
            <p:cNvSpPr/>
            <p:nvPr/>
          </p:nvSpPr>
          <p:spPr>
            <a:xfrm>
              <a:off x="4421650" y="2498075"/>
              <a:ext cx="99275" cy="139275"/>
            </a:xfrm>
            <a:custGeom>
              <a:avLst/>
              <a:gdLst/>
              <a:ahLst/>
              <a:cxnLst/>
              <a:rect l="l" t="t" r="r" b="b"/>
              <a:pathLst>
                <a:path w="3971" h="5571" extrusionOk="0">
                  <a:moveTo>
                    <a:pt x="2736" y="0"/>
                  </a:moveTo>
                  <a:cubicBezTo>
                    <a:pt x="2002" y="1101"/>
                    <a:pt x="1068" y="2035"/>
                    <a:pt x="1" y="2769"/>
                  </a:cubicBezTo>
                  <a:lnTo>
                    <a:pt x="1" y="5571"/>
                  </a:lnTo>
                  <a:cubicBezTo>
                    <a:pt x="1602" y="4537"/>
                    <a:pt x="2936" y="3169"/>
                    <a:pt x="3970" y="1568"/>
                  </a:cubicBezTo>
                  <a:lnTo>
                    <a:pt x="27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4319;p75">
              <a:extLst>
                <a:ext uri="{FF2B5EF4-FFF2-40B4-BE49-F238E27FC236}">
                  <a16:creationId xmlns:a16="http://schemas.microsoft.com/office/drawing/2014/main" id="{1E90DDAD-0C8F-CB67-51CE-093BA10221C0}"/>
                </a:ext>
              </a:extLst>
            </p:cNvPr>
            <p:cNvSpPr/>
            <p:nvPr/>
          </p:nvSpPr>
          <p:spPr>
            <a:xfrm>
              <a:off x="4298250" y="2240375"/>
              <a:ext cx="41700" cy="55900"/>
            </a:xfrm>
            <a:custGeom>
              <a:avLst/>
              <a:gdLst/>
              <a:ahLst/>
              <a:cxnLst/>
              <a:rect l="l" t="t" r="r" b="b"/>
              <a:pathLst>
                <a:path w="1668" h="2236" extrusionOk="0">
                  <a:moveTo>
                    <a:pt x="400" y="1"/>
                  </a:moveTo>
                  <a:cubicBezTo>
                    <a:pt x="267" y="201"/>
                    <a:pt x="134" y="434"/>
                    <a:pt x="0" y="668"/>
                  </a:cubicBezTo>
                  <a:lnTo>
                    <a:pt x="1234" y="2236"/>
                  </a:lnTo>
                  <a:cubicBezTo>
                    <a:pt x="1368" y="2002"/>
                    <a:pt x="1501" y="1769"/>
                    <a:pt x="1668" y="1568"/>
                  </a:cubicBezTo>
                  <a:lnTo>
                    <a:pt x="40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4320;p75">
              <a:extLst>
                <a:ext uri="{FF2B5EF4-FFF2-40B4-BE49-F238E27FC236}">
                  <a16:creationId xmlns:a16="http://schemas.microsoft.com/office/drawing/2014/main" id="{90B700D9-C928-CA68-04F9-570DD5955445}"/>
                </a:ext>
              </a:extLst>
            </p:cNvPr>
            <p:cNvSpPr/>
            <p:nvPr/>
          </p:nvSpPr>
          <p:spPr>
            <a:xfrm>
              <a:off x="4231525" y="2398000"/>
              <a:ext cx="55075" cy="25875"/>
            </a:xfrm>
            <a:custGeom>
              <a:avLst/>
              <a:gdLst/>
              <a:ahLst/>
              <a:cxnLst/>
              <a:rect l="l" t="t" r="r" b="b"/>
              <a:pathLst>
                <a:path w="2203" h="1035" extrusionOk="0">
                  <a:moveTo>
                    <a:pt x="2202" y="0"/>
                  </a:moveTo>
                  <a:lnTo>
                    <a:pt x="167" y="300"/>
                  </a:lnTo>
                  <a:cubicBezTo>
                    <a:pt x="101" y="534"/>
                    <a:pt x="67" y="801"/>
                    <a:pt x="1" y="1034"/>
                  </a:cubicBezTo>
                  <a:lnTo>
                    <a:pt x="2035" y="767"/>
                  </a:lnTo>
                  <a:cubicBezTo>
                    <a:pt x="2069" y="501"/>
                    <a:pt x="2135" y="234"/>
                    <a:pt x="22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4321;p75">
              <a:extLst>
                <a:ext uri="{FF2B5EF4-FFF2-40B4-BE49-F238E27FC236}">
                  <a16:creationId xmlns:a16="http://schemas.microsoft.com/office/drawing/2014/main" id="{A8B82513-0E49-3273-9659-ECF12641D882}"/>
                </a:ext>
              </a:extLst>
            </p:cNvPr>
            <p:cNvSpPr/>
            <p:nvPr/>
          </p:nvSpPr>
          <p:spPr>
            <a:xfrm>
              <a:off x="4232350" y="2513075"/>
              <a:ext cx="54250" cy="65075"/>
            </a:xfrm>
            <a:custGeom>
              <a:avLst/>
              <a:gdLst/>
              <a:ahLst/>
              <a:cxnLst/>
              <a:rect l="l" t="t" r="r" b="b"/>
              <a:pathLst>
                <a:path w="2170" h="2603" extrusionOk="0">
                  <a:moveTo>
                    <a:pt x="2002" y="0"/>
                  </a:moveTo>
                  <a:lnTo>
                    <a:pt x="1" y="2035"/>
                  </a:lnTo>
                  <a:cubicBezTo>
                    <a:pt x="34" y="2235"/>
                    <a:pt x="101" y="2436"/>
                    <a:pt x="168" y="2602"/>
                  </a:cubicBezTo>
                  <a:lnTo>
                    <a:pt x="2169" y="568"/>
                  </a:lnTo>
                  <a:cubicBezTo>
                    <a:pt x="2102" y="367"/>
                    <a:pt x="2036" y="167"/>
                    <a:pt x="20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4322;p75">
              <a:extLst>
                <a:ext uri="{FF2B5EF4-FFF2-40B4-BE49-F238E27FC236}">
                  <a16:creationId xmlns:a16="http://schemas.microsoft.com/office/drawing/2014/main" id="{C091C561-3648-CE52-0246-F8620EE8B5E3}"/>
                </a:ext>
              </a:extLst>
            </p:cNvPr>
            <p:cNvSpPr/>
            <p:nvPr/>
          </p:nvSpPr>
          <p:spPr>
            <a:xfrm>
              <a:off x="4297400" y="2580625"/>
              <a:ext cx="41725" cy="79250"/>
            </a:xfrm>
            <a:custGeom>
              <a:avLst/>
              <a:gdLst/>
              <a:ahLst/>
              <a:cxnLst/>
              <a:rect l="l" t="t" r="r" b="b"/>
              <a:pathLst>
                <a:path w="1669" h="3170" extrusionOk="0">
                  <a:moveTo>
                    <a:pt x="1268" y="0"/>
                  </a:moveTo>
                  <a:lnTo>
                    <a:pt x="1" y="3003"/>
                  </a:lnTo>
                  <a:cubicBezTo>
                    <a:pt x="134" y="3036"/>
                    <a:pt x="268" y="3103"/>
                    <a:pt x="434" y="3169"/>
                  </a:cubicBezTo>
                  <a:lnTo>
                    <a:pt x="1669" y="167"/>
                  </a:lnTo>
                  <a:cubicBezTo>
                    <a:pt x="1535" y="100"/>
                    <a:pt x="1402" y="67"/>
                    <a:pt x="12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4323;p75">
              <a:extLst>
                <a:ext uri="{FF2B5EF4-FFF2-40B4-BE49-F238E27FC236}">
                  <a16:creationId xmlns:a16="http://schemas.microsoft.com/office/drawing/2014/main" id="{D65C02F3-2D93-6449-49B4-C494682E8FFA}"/>
                </a:ext>
              </a:extLst>
            </p:cNvPr>
            <p:cNvSpPr/>
            <p:nvPr/>
          </p:nvSpPr>
          <p:spPr>
            <a:xfrm>
              <a:off x="4408325" y="2567275"/>
              <a:ext cx="12525" cy="78425"/>
            </a:xfrm>
            <a:custGeom>
              <a:avLst/>
              <a:gdLst/>
              <a:ahLst/>
              <a:cxnLst/>
              <a:rect l="l" t="t" r="r" b="b"/>
              <a:pathLst>
                <a:path w="501" h="3137" extrusionOk="0">
                  <a:moveTo>
                    <a:pt x="501" y="1"/>
                  </a:moveTo>
                  <a:cubicBezTo>
                    <a:pt x="434" y="34"/>
                    <a:pt x="334" y="101"/>
                    <a:pt x="234" y="167"/>
                  </a:cubicBezTo>
                  <a:cubicBezTo>
                    <a:pt x="167" y="201"/>
                    <a:pt x="67" y="234"/>
                    <a:pt x="0" y="301"/>
                  </a:cubicBezTo>
                  <a:lnTo>
                    <a:pt x="0" y="3136"/>
                  </a:lnTo>
                  <a:lnTo>
                    <a:pt x="234" y="2969"/>
                  </a:lnTo>
                  <a:lnTo>
                    <a:pt x="501" y="2803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4324;p75">
              <a:extLst>
                <a:ext uri="{FF2B5EF4-FFF2-40B4-BE49-F238E27FC236}">
                  <a16:creationId xmlns:a16="http://schemas.microsoft.com/office/drawing/2014/main" id="{21BFA0D5-0F14-B88B-2D46-711D67656291}"/>
                </a:ext>
              </a:extLst>
            </p:cNvPr>
            <p:cNvSpPr/>
            <p:nvPr/>
          </p:nvSpPr>
          <p:spPr>
            <a:xfrm>
              <a:off x="4408325" y="2131975"/>
              <a:ext cx="12525" cy="78400"/>
            </a:xfrm>
            <a:custGeom>
              <a:avLst/>
              <a:gdLst/>
              <a:ahLst/>
              <a:cxnLst/>
              <a:rect l="l" t="t" r="r" b="b"/>
              <a:pathLst>
                <a:path w="501" h="3136" extrusionOk="0">
                  <a:moveTo>
                    <a:pt x="501" y="0"/>
                  </a:moveTo>
                  <a:lnTo>
                    <a:pt x="234" y="134"/>
                  </a:lnTo>
                  <a:cubicBezTo>
                    <a:pt x="167" y="200"/>
                    <a:pt x="67" y="267"/>
                    <a:pt x="0" y="300"/>
                  </a:cubicBezTo>
                  <a:lnTo>
                    <a:pt x="0" y="3136"/>
                  </a:lnTo>
                  <a:cubicBezTo>
                    <a:pt x="67" y="3069"/>
                    <a:pt x="167" y="3002"/>
                    <a:pt x="234" y="2969"/>
                  </a:cubicBezTo>
                  <a:cubicBezTo>
                    <a:pt x="334" y="2902"/>
                    <a:pt x="434" y="2869"/>
                    <a:pt x="501" y="2836"/>
                  </a:cubicBezTo>
                  <a:lnTo>
                    <a:pt x="5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4325;p75">
              <a:extLst>
                <a:ext uri="{FF2B5EF4-FFF2-40B4-BE49-F238E27FC236}">
                  <a16:creationId xmlns:a16="http://schemas.microsoft.com/office/drawing/2014/main" id="{DB8350C5-9914-F331-6685-500F179C9A88}"/>
                </a:ext>
              </a:extLst>
            </p:cNvPr>
            <p:cNvSpPr/>
            <p:nvPr/>
          </p:nvSpPr>
          <p:spPr>
            <a:xfrm>
              <a:off x="4489200" y="2481375"/>
              <a:ext cx="41725" cy="55900"/>
            </a:xfrm>
            <a:custGeom>
              <a:avLst/>
              <a:gdLst/>
              <a:ahLst/>
              <a:cxnLst/>
              <a:rect l="l" t="t" r="r" b="b"/>
              <a:pathLst>
                <a:path w="1669" h="2236" extrusionOk="0">
                  <a:moveTo>
                    <a:pt x="435" y="1"/>
                  </a:moveTo>
                  <a:cubicBezTo>
                    <a:pt x="301" y="234"/>
                    <a:pt x="168" y="435"/>
                    <a:pt x="1" y="668"/>
                  </a:cubicBezTo>
                  <a:lnTo>
                    <a:pt x="1268" y="2236"/>
                  </a:lnTo>
                  <a:cubicBezTo>
                    <a:pt x="1402" y="2002"/>
                    <a:pt x="1535" y="1802"/>
                    <a:pt x="1669" y="1569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4326;p75">
              <a:extLst>
                <a:ext uri="{FF2B5EF4-FFF2-40B4-BE49-F238E27FC236}">
                  <a16:creationId xmlns:a16="http://schemas.microsoft.com/office/drawing/2014/main" id="{00AEAB24-2B32-3CA8-420A-7F218ED444AC}"/>
                </a:ext>
              </a:extLst>
            </p:cNvPr>
            <p:cNvSpPr/>
            <p:nvPr/>
          </p:nvSpPr>
          <p:spPr>
            <a:xfrm>
              <a:off x="4330775" y="2372975"/>
              <a:ext cx="46725" cy="112600"/>
            </a:xfrm>
            <a:custGeom>
              <a:avLst/>
              <a:gdLst/>
              <a:ahLst/>
              <a:cxnLst/>
              <a:rect l="l" t="t" r="r" b="b"/>
              <a:pathLst>
                <a:path w="1869" h="4504" extrusionOk="0">
                  <a:moveTo>
                    <a:pt x="1768" y="0"/>
                  </a:moveTo>
                  <a:lnTo>
                    <a:pt x="100" y="968"/>
                  </a:lnTo>
                  <a:cubicBezTo>
                    <a:pt x="67" y="1001"/>
                    <a:pt x="33" y="1001"/>
                    <a:pt x="33" y="1035"/>
                  </a:cubicBezTo>
                  <a:cubicBezTo>
                    <a:pt x="0" y="1101"/>
                    <a:pt x="0" y="1135"/>
                    <a:pt x="0" y="1168"/>
                  </a:cubicBezTo>
                  <a:lnTo>
                    <a:pt x="0" y="1735"/>
                  </a:lnTo>
                  <a:cubicBezTo>
                    <a:pt x="0" y="1768"/>
                    <a:pt x="0" y="1802"/>
                    <a:pt x="33" y="1835"/>
                  </a:cubicBezTo>
                  <a:lnTo>
                    <a:pt x="100" y="1835"/>
                  </a:lnTo>
                  <a:lnTo>
                    <a:pt x="1134" y="1235"/>
                  </a:lnTo>
                  <a:lnTo>
                    <a:pt x="400" y="4370"/>
                  </a:lnTo>
                  <a:lnTo>
                    <a:pt x="400" y="4437"/>
                  </a:lnTo>
                  <a:cubicBezTo>
                    <a:pt x="367" y="4470"/>
                    <a:pt x="400" y="4470"/>
                    <a:pt x="400" y="4504"/>
                  </a:cubicBezTo>
                  <a:lnTo>
                    <a:pt x="467" y="4504"/>
                  </a:lnTo>
                  <a:lnTo>
                    <a:pt x="967" y="4237"/>
                  </a:lnTo>
                  <a:cubicBezTo>
                    <a:pt x="967" y="4203"/>
                    <a:pt x="1001" y="4170"/>
                    <a:pt x="1001" y="4137"/>
                  </a:cubicBezTo>
                  <a:cubicBezTo>
                    <a:pt x="1034" y="4103"/>
                    <a:pt x="1034" y="4070"/>
                    <a:pt x="1067" y="4037"/>
                  </a:cubicBezTo>
                  <a:lnTo>
                    <a:pt x="1801" y="901"/>
                  </a:lnTo>
                  <a:cubicBezTo>
                    <a:pt x="1835" y="801"/>
                    <a:pt x="1868" y="701"/>
                    <a:pt x="1868" y="601"/>
                  </a:cubicBezTo>
                  <a:lnTo>
                    <a:pt x="1868" y="101"/>
                  </a:lnTo>
                  <a:cubicBezTo>
                    <a:pt x="1868" y="67"/>
                    <a:pt x="1868" y="34"/>
                    <a:pt x="18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4327;p75">
              <a:extLst>
                <a:ext uri="{FF2B5EF4-FFF2-40B4-BE49-F238E27FC236}">
                  <a16:creationId xmlns:a16="http://schemas.microsoft.com/office/drawing/2014/main" id="{AB8AFD06-16C6-F330-FCAD-9F2E2B8B9621}"/>
                </a:ext>
              </a:extLst>
            </p:cNvPr>
            <p:cNvSpPr/>
            <p:nvPr/>
          </p:nvSpPr>
          <p:spPr>
            <a:xfrm>
              <a:off x="4384125" y="2347950"/>
              <a:ext cx="50900" cy="104275"/>
            </a:xfrm>
            <a:custGeom>
              <a:avLst/>
              <a:gdLst/>
              <a:ahLst/>
              <a:cxnLst/>
              <a:rect l="l" t="t" r="r" b="b"/>
              <a:pathLst>
                <a:path w="2036" h="4171" extrusionOk="0">
                  <a:moveTo>
                    <a:pt x="1202" y="968"/>
                  </a:moveTo>
                  <a:cubicBezTo>
                    <a:pt x="1235" y="968"/>
                    <a:pt x="1302" y="1001"/>
                    <a:pt x="1302" y="1035"/>
                  </a:cubicBezTo>
                  <a:cubicBezTo>
                    <a:pt x="1335" y="1068"/>
                    <a:pt x="1369" y="1135"/>
                    <a:pt x="1369" y="1202"/>
                  </a:cubicBezTo>
                  <a:cubicBezTo>
                    <a:pt x="1402" y="1268"/>
                    <a:pt x="1402" y="1335"/>
                    <a:pt x="1402" y="1435"/>
                  </a:cubicBezTo>
                  <a:lnTo>
                    <a:pt x="1402" y="2336"/>
                  </a:lnTo>
                  <a:cubicBezTo>
                    <a:pt x="1402" y="2402"/>
                    <a:pt x="1369" y="2503"/>
                    <a:pt x="1369" y="2569"/>
                  </a:cubicBezTo>
                  <a:cubicBezTo>
                    <a:pt x="1335" y="2669"/>
                    <a:pt x="1335" y="2736"/>
                    <a:pt x="1302" y="2803"/>
                  </a:cubicBezTo>
                  <a:cubicBezTo>
                    <a:pt x="1268" y="2869"/>
                    <a:pt x="1235" y="2936"/>
                    <a:pt x="1168" y="3003"/>
                  </a:cubicBezTo>
                  <a:cubicBezTo>
                    <a:pt x="1135" y="3070"/>
                    <a:pt x="1068" y="3103"/>
                    <a:pt x="1002" y="3170"/>
                  </a:cubicBezTo>
                  <a:cubicBezTo>
                    <a:pt x="968" y="3203"/>
                    <a:pt x="902" y="3203"/>
                    <a:pt x="835" y="3203"/>
                  </a:cubicBezTo>
                  <a:cubicBezTo>
                    <a:pt x="801" y="3203"/>
                    <a:pt x="735" y="3170"/>
                    <a:pt x="735" y="3136"/>
                  </a:cubicBezTo>
                  <a:cubicBezTo>
                    <a:pt x="701" y="3103"/>
                    <a:pt x="668" y="3036"/>
                    <a:pt x="668" y="2970"/>
                  </a:cubicBezTo>
                  <a:cubicBezTo>
                    <a:pt x="635" y="2903"/>
                    <a:pt x="635" y="2836"/>
                    <a:pt x="668" y="2736"/>
                  </a:cubicBezTo>
                  <a:lnTo>
                    <a:pt x="668" y="1835"/>
                  </a:lnTo>
                  <a:cubicBezTo>
                    <a:pt x="668" y="1769"/>
                    <a:pt x="668" y="1669"/>
                    <a:pt x="668" y="1602"/>
                  </a:cubicBezTo>
                  <a:cubicBezTo>
                    <a:pt x="701" y="1502"/>
                    <a:pt x="701" y="1435"/>
                    <a:pt x="735" y="1368"/>
                  </a:cubicBezTo>
                  <a:cubicBezTo>
                    <a:pt x="768" y="1302"/>
                    <a:pt x="801" y="1235"/>
                    <a:pt x="868" y="1168"/>
                  </a:cubicBezTo>
                  <a:cubicBezTo>
                    <a:pt x="902" y="1102"/>
                    <a:pt x="968" y="1035"/>
                    <a:pt x="1035" y="1001"/>
                  </a:cubicBezTo>
                  <a:cubicBezTo>
                    <a:pt x="1068" y="968"/>
                    <a:pt x="1135" y="968"/>
                    <a:pt x="1202" y="968"/>
                  </a:cubicBezTo>
                  <a:close/>
                  <a:moveTo>
                    <a:pt x="1469" y="1"/>
                  </a:moveTo>
                  <a:cubicBezTo>
                    <a:pt x="1302" y="1"/>
                    <a:pt x="1168" y="67"/>
                    <a:pt x="1035" y="168"/>
                  </a:cubicBezTo>
                  <a:cubicBezTo>
                    <a:pt x="835" y="234"/>
                    <a:pt x="701" y="368"/>
                    <a:pt x="568" y="534"/>
                  </a:cubicBezTo>
                  <a:cubicBezTo>
                    <a:pt x="435" y="668"/>
                    <a:pt x="334" y="835"/>
                    <a:pt x="268" y="1001"/>
                  </a:cubicBezTo>
                  <a:cubicBezTo>
                    <a:pt x="168" y="1202"/>
                    <a:pt x="101" y="1402"/>
                    <a:pt x="68" y="1602"/>
                  </a:cubicBezTo>
                  <a:cubicBezTo>
                    <a:pt x="34" y="1769"/>
                    <a:pt x="1" y="1969"/>
                    <a:pt x="1" y="2169"/>
                  </a:cubicBezTo>
                  <a:lnTo>
                    <a:pt x="1" y="2669"/>
                  </a:lnTo>
                  <a:lnTo>
                    <a:pt x="1" y="3136"/>
                  </a:lnTo>
                  <a:cubicBezTo>
                    <a:pt x="1" y="3303"/>
                    <a:pt x="34" y="3470"/>
                    <a:pt x="68" y="3637"/>
                  </a:cubicBezTo>
                  <a:cubicBezTo>
                    <a:pt x="101" y="3770"/>
                    <a:pt x="168" y="3904"/>
                    <a:pt x="268" y="4004"/>
                  </a:cubicBezTo>
                  <a:cubicBezTo>
                    <a:pt x="334" y="4104"/>
                    <a:pt x="468" y="4137"/>
                    <a:pt x="568" y="4170"/>
                  </a:cubicBezTo>
                  <a:cubicBezTo>
                    <a:pt x="735" y="4137"/>
                    <a:pt x="902" y="4104"/>
                    <a:pt x="1035" y="4004"/>
                  </a:cubicBezTo>
                  <a:cubicBezTo>
                    <a:pt x="1202" y="3904"/>
                    <a:pt x="1369" y="3770"/>
                    <a:pt x="1469" y="3637"/>
                  </a:cubicBezTo>
                  <a:cubicBezTo>
                    <a:pt x="1602" y="3470"/>
                    <a:pt x="1702" y="3303"/>
                    <a:pt x="1802" y="3136"/>
                  </a:cubicBezTo>
                  <a:cubicBezTo>
                    <a:pt x="1869" y="2970"/>
                    <a:pt x="1936" y="2769"/>
                    <a:pt x="1969" y="2569"/>
                  </a:cubicBezTo>
                  <a:cubicBezTo>
                    <a:pt x="2002" y="2369"/>
                    <a:pt x="2036" y="2169"/>
                    <a:pt x="2036" y="1969"/>
                  </a:cubicBezTo>
                  <a:lnTo>
                    <a:pt x="2036" y="1502"/>
                  </a:lnTo>
                  <a:lnTo>
                    <a:pt x="2036" y="1035"/>
                  </a:lnTo>
                  <a:cubicBezTo>
                    <a:pt x="2036" y="835"/>
                    <a:pt x="2002" y="668"/>
                    <a:pt x="1969" y="501"/>
                  </a:cubicBezTo>
                  <a:cubicBezTo>
                    <a:pt x="1936" y="368"/>
                    <a:pt x="1869" y="234"/>
                    <a:pt x="1802" y="134"/>
                  </a:cubicBezTo>
                  <a:cubicBezTo>
                    <a:pt x="1702" y="67"/>
                    <a:pt x="1602" y="1"/>
                    <a:pt x="14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4328;p75">
              <a:extLst>
                <a:ext uri="{FF2B5EF4-FFF2-40B4-BE49-F238E27FC236}">
                  <a16:creationId xmlns:a16="http://schemas.microsoft.com/office/drawing/2014/main" id="{2668214A-D5D6-DAD0-4881-2DC5D29FB33C}"/>
                </a:ext>
              </a:extLst>
            </p:cNvPr>
            <p:cNvSpPr/>
            <p:nvPr/>
          </p:nvSpPr>
          <p:spPr>
            <a:xfrm>
              <a:off x="4442500" y="2299600"/>
              <a:ext cx="68425" cy="123425"/>
            </a:xfrm>
            <a:custGeom>
              <a:avLst/>
              <a:gdLst/>
              <a:ahLst/>
              <a:cxnLst/>
              <a:rect l="l" t="t" r="r" b="b"/>
              <a:pathLst>
                <a:path w="2737" h="4937" extrusionOk="0">
                  <a:moveTo>
                    <a:pt x="618" y="1509"/>
                  </a:moveTo>
                  <a:cubicBezTo>
                    <a:pt x="635" y="1509"/>
                    <a:pt x="651" y="1518"/>
                    <a:pt x="668" y="1534"/>
                  </a:cubicBezTo>
                  <a:cubicBezTo>
                    <a:pt x="701" y="1601"/>
                    <a:pt x="701" y="1668"/>
                    <a:pt x="701" y="1735"/>
                  </a:cubicBezTo>
                  <a:lnTo>
                    <a:pt x="701" y="2102"/>
                  </a:lnTo>
                  <a:cubicBezTo>
                    <a:pt x="701" y="2168"/>
                    <a:pt x="701" y="2235"/>
                    <a:pt x="668" y="2335"/>
                  </a:cubicBezTo>
                  <a:cubicBezTo>
                    <a:pt x="635" y="2368"/>
                    <a:pt x="601" y="2435"/>
                    <a:pt x="568" y="2468"/>
                  </a:cubicBezTo>
                  <a:cubicBezTo>
                    <a:pt x="535" y="2485"/>
                    <a:pt x="510" y="2493"/>
                    <a:pt x="493" y="2493"/>
                  </a:cubicBezTo>
                  <a:cubicBezTo>
                    <a:pt x="476" y="2493"/>
                    <a:pt x="468" y="2485"/>
                    <a:pt x="468" y="2468"/>
                  </a:cubicBezTo>
                  <a:cubicBezTo>
                    <a:pt x="435" y="2402"/>
                    <a:pt x="401" y="2335"/>
                    <a:pt x="435" y="2268"/>
                  </a:cubicBezTo>
                  <a:lnTo>
                    <a:pt x="435" y="1901"/>
                  </a:lnTo>
                  <a:cubicBezTo>
                    <a:pt x="435" y="1835"/>
                    <a:pt x="435" y="1768"/>
                    <a:pt x="468" y="1668"/>
                  </a:cubicBezTo>
                  <a:cubicBezTo>
                    <a:pt x="468" y="1635"/>
                    <a:pt x="501" y="1568"/>
                    <a:pt x="568" y="1534"/>
                  </a:cubicBezTo>
                  <a:cubicBezTo>
                    <a:pt x="585" y="1518"/>
                    <a:pt x="601" y="1509"/>
                    <a:pt x="618" y="1509"/>
                  </a:cubicBezTo>
                  <a:close/>
                  <a:moveTo>
                    <a:pt x="801" y="967"/>
                  </a:moveTo>
                  <a:cubicBezTo>
                    <a:pt x="701" y="967"/>
                    <a:pt x="635" y="1001"/>
                    <a:pt x="568" y="1034"/>
                  </a:cubicBezTo>
                  <a:cubicBezTo>
                    <a:pt x="468" y="1101"/>
                    <a:pt x="401" y="1168"/>
                    <a:pt x="301" y="1234"/>
                  </a:cubicBezTo>
                  <a:cubicBezTo>
                    <a:pt x="234" y="1334"/>
                    <a:pt x="201" y="1401"/>
                    <a:pt x="134" y="1501"/>
                  </a:cubicBezTo>
                  <a:cubicBezTo>
                    <a:pt x="101" y="1601"/>
                    <a:pt x="68" y="1701"/>
                    <a:pt x="34" y="1801"/>
                  </a:cubicBezTo>
                  <a:cubicBezTo>
                    <a:pt x="34" y="1901"/>
                    <a:pt x="1" y="2001"/>
                    <a:pt x="1" y="2135"/>
                  </a:cubicBezTo>
                  <a:cubicBezTo>
                    <a:pt x="1" y="2202"/>
                    <a:pt x="1" y="2268"/>
                    <a:pt x="1" y="2335"/>
                  </a:cubicBezTo>
                  <a:cubicBezTo>
                    <a:pt x="1" y="2402"/>
                    <a:pt x="1" y="2468"/>
                    <a:pt x="1" y="2535"/>
                  </a:cubicBezTo>
                  <a:cubicBezTo>
                    <a:pt x="1" y="2635"/>
                    <a:pt x="34" y="2702"/>
                    <a:pt x="34" y="2802"/>
                  </a:cubicBezTo>
                  <a:cubicBezTo>
                    <a:pt x="68" y="2869"/>
                    <a:pt x="101" y="2935"/>
                    <a:pt x="134" y="3002"/>
                  </a:cubicBezTo>
                  <a:cubicBezTo>
                    <a:pt x="201" y="3036"/>
                    <a:pt x="268" y="3069"/>
                    <a:pt x="301" y="3069"/>
                  </a:cubicBezTo>
                  <a:cubicBezTo>
                    <a:pt x="401" y="3036"/>
                    <a:pt x="468" y="3036"/>
                    <a:pt x="568" y="2969"/>
                  </a:cubicBezTo>
                  <a:cubicBezTo>
                    <a:pt x="635" y="2935"/>
                    <a:pt x="735" y="2869"/>
                    <a:pt x="801" y="2769"/>
                  </a:cubicBezTo>
                  <a:cubicBezTo>
                    <a:pt x="868" y="2702"/>
                    <a:pt x="902" y="2602"/>
                    <a:pt x="968" y="2535"/>
                  </a:cubicBezTo>
                  <a:cubicBezTo>
                    <a:pt x="1002" y="2435"/>
                    <a:pt x="1035" y="2335"/>
                    <a:pt x="1068" y="2235"/>
                  </a:cubicBezTo>
                  <a:cubicBezTo>
                    <a:pt x="1068" y="2102"/>
                    <a:pt x="1102" y="2001"/>
                    <a:pt x="1102" y="1901"/>
                  </a:cubicBezTo>
                  <a:lnTo>
                    <a:pt x="1102" y="1501"/>
                  </a:lnTo>
                  <a:cubicBezTo>
                    <a:pt x="1102" y="1401"/>
                    <a:pt x="1068" y="1301"/>
                    <a:pt x="1068" y="1201"/>
                  </a:cubicBezTo>
                  <a:cubicBezTo>
                    <a:pt x="1035" y="1134"/>
                    <a:pt x="1002" y="1101"/>
                    <a:pt x="968" y="1034"/>
                  </a:cubicBezTo>
                  <a:cubicBezTo>
                    <a:pt x="902" y="1001"/>
                    <a:pt x="868" y="967"/>
                    <a:pt x="801" y="967"/>
                  </a:cubicBezTo>
                  <a:close/>
                  <a:moveTo>
                    <a:pt x="2244" y="2477"/>
                  </a:moveTo>
                  <a:cubicBezTo>
                    <a:pt x="2261" y="2477"/>
                    <a:pt x="2269" y="2485"/>
                    <a:pt x="2269" y="2502"/>
                  </a:cubicBezTo>
                  <a:cubicBezTo>
                    <a:pt x="2303" y="2535"/>
                    <a:pt x="2336" y="2602"/>
                    <a:pt x="2303" y="2669"/>
                  </a:cubicBezTo>
                  <a:cubicBezTo>
                    <a:pt x="2336" y="2802"/>
                    <a:pt x="2336" y="2902"/>
                    <a:pt x="2303" y="3036"/>
                  </a:cubicBezTo>
                  <a:cubicBezTo>
                    <a:pt x="2303" y="3102"/>
                    <a:pt x="2303" y="3202"/>
                    <a:pt x="2269" y="3269"/>
                  </a:cubicBezTo>
                  <a:cubicBezTo>
                    <a:pt x="2269" y="3302"/>
                    <a:pt x="2236" y="3369"/>
                    <a:pt x="2169" y="3402"/>
                  </a:cubicBezTo>
                  <a:cubicBezTo>
                    <a:pt x="2152" y="3419"/>
                    <a:pt x="2136" y="3427"/>
                    <a:pt x="2119" y="3427"/>
                  </a:cubicBezTo>
                  <a:cubicBezTo>
                    <a:pt x="2102" y="3427"/>
                    <a:pt x="2086" y="3419"/>
                    <a:pt x="2069" y="3402"/>
                  </a:cubicBezTo>
                  <a:cubicBezTo>
                    <a:pt x="2036" y="3336"/>
                    <a:pt x="2036" y="3269"/>
                    <a:pt x="2036" y="3202"/>
                  </a:cubicBezTo>
                  <a:cubicBezTo>
                    <a:pt x="2036" y="3102"/>
                    <a:pt x="2036" y="2969"/>
                    <a:pt x="2036" y="2869"/>
                  </a:cubicBezTo>
                  <a:cubicBezTo>
                    <a:pt x="2036" y="2769"/>
                    <a:pt x="2036" y="2702"/>
                    <a:pt x="2069" y="2635"/>
                  </a:cubicBezTo>
                  <a:cubicBezTo>
                    <a:pt x="2102" y="2569"/>
                    <a:pt x="2136" y="2535"/>
                    <a:pt x="2169" y="2502"/>
                  </a:cubicBezTo>
                  <a:cubicBezTo>
                    <a:pt x="2202" y="2485"/>
                    <a:pt x="2227" y="2477"/>
                    <a:pt x="2244" y="2477"/>
                  </a:cubicBezTo>
                  <a:close/>
                  <a:moveTo>
                    <a:pt x="2403" y="1901"/>
                  </a:moveTo>
                  <a:cubicBezTo>
                    <a:pt x="2336" y="1935"/>
                    <a:pt x="2236" y="1935"/>
                    <a:pt x="2169" y="2001"/>
                  </a:cubicBezTo>
                  <a:cubicBezTo>
                    <a:pt x="2102" y="2035"/>
                    <a:pt x="2002" y="2102"/>
                    <a:pt x="1936" y="2202"/>
                  </a:cubicBezTo>
                  <a:cubicBezTo>
                    <a:pt x="1869" y="2268"/>
                    <a:pt x="1802" y="2368"/>
                    <a:pt x="1769" y="2435"/>
                  </a:cubicBezTo>
                  <a:cubicBezTo>
                    <a:pt x="1735" y="2535"/>
                    <a:pt x="1702" y="2635"/>
                    <a:pt x="1669" y="2735"/>
                  </a:cubicBezTo>
                  <a:cubicBezTo>
                    <a:pt x="1635" y="2835"/>
                    <a:pt x="1635" y="2969"/>
                    <a:pt x="1635" y="3069"/>
                  </a:cubicBezTo>
                  <a:lnTo>
                    <a:pt x="1635" y="3269"/>
                  </a:lnTo>
                  <a:lnTo>
                    <a:pt x="1635" y="3469"/>
                  </a:lnTo>
                  <a:cubicBezTo>
                    <a:pt x="1635" y="3569"/>
                    <a:pt x="1635" y="3669"/>
                    <a:pt x="1669" y="3736"/>
                  </a:cubicBezTo>
                  <a:cubicBezTo>
                    <a:pt x="1702" y="3803"/>
                    <a:pt x="1735" y="3869"/>
                    <a:pt x="1769" y="3936"/>
                  </a:cubicBezTo>
                  <a:cubicBezTo>
                    <a:pt x="1802" y="3970"/>
                    <a:pt x="1869" y="4003"/>
                    <a:pt x="1936" y="4003"/>
                  </a:cubicBezTo>
                  <a:cubicBezTo>
                    <a:pt x="2036" y="4003"/>
                    <a:pt x="2102" y="3970"/>
                    <a:pt x="2169" y="3936"/>
                  </a:cubicBezTo>
                  <a:cubicBezTo>
                    <a:pt x="2269" y="3869"/>
                    <a:pt x="2336" y="3803"/>
                    <a:pt x="2403" y="3736"/>
                  </a:cubicBezTo>
                  <a:cubicBezTo>
                    <a:pt x="2469" y="3636"/>
                    <a:pt x="2536" y="3569"/>
                    <a:pt x="2569" y="3469"/>
                  </a:cubicBezTo>
                  <a:cubicBezTo>
                    <a:pt x="2636" y="3369"/>
                    <a:pt x="2669" y="3269"/>
                    <a:pt x="2669" y="3169"/>
                  </a:cubicBezTo>
                  <a:cubicBezTo>
                    <a:pt x="2703" y="3069"/>
                    <a:pt x="2736" y="2935"/>
                    <a:pt x="2736" y="2835"/>
                  </a:cubicBezTo>
                  <a:cubicBezTo>
                    <a:pt x="2736" y="2702"/>
                    <a:pt x="2736" y="2569"/>
                    <a:pt x="2736" y="2435"/>
                  </a:cubicBezTo>
                  <a:lnTo>
                    <a:pt x="2703" y="2435"/>
                  </a:lnTo>
                  <a:cubicBezTo>
                    <a:pt x="2703" y="2335"/>
                    <a:pt x="2703" y="2235"/>
                    <a:pt x="2669" y="2168"/>
                  </a:cubicBezTo>
                  <a:cubicBezTo>
                    <a:pt x="2669" y="2102"/>
                    <a:pt x="2636" y="2035"/>
                    <a:pt x="2569" y="1968"/>
                  </a:cubicBezTo>
                  <a:cubicBezTo>
                    <a:pt x="2536" y="1935"/>
                    <a:pt x="2469" y="1901"/>
                    <a:pt x="2403" y="1901"/>
                  </a:cubicBezTo>
                  <a:close/>
                  <a:moveTo>
                    <a:pt x="2369" y="0"/>
                  </a:moveTo>
                  <a:lnTo>
                    <a:pt x="2102" y="167"/>
                  </a:lnTo>
                  <a:cubicBezTo>
                    <a:pt x="2069" y="200"/>
                    <a:pt x="2036" y="234"/>
                    <a:pt x="2002" y="234"/>
                  </a:cubicBezTo>
                  <a:cubicBezTo>
                    <a:pt x="2002" y="267"/>
                    <a:pt x="1969" y="300"/>
                    <a:pt x="1969" y="367"/>
                  </a:cubicBezTo>
                  <a:lnTo>
                    <a:pt x="268" y="4803"/>
                  </a:lnTo>
                  <a:lnTo>
                    <a:pt x="268" y="4870"/>
                  </a:lnTo>
                  <a:cubicBezTo>
                    <a:pt x="268" y="4904"/>
                    <a:pt x="268" y="4937"/>
                    <a:pt x="268" y="4937"/>
                  </a:cubicBezTo>
                  <a:lnTo>
                    <a:pt x="334" y="4937"/>
                  </a:lnTo>
                  <a:lnTo>
                    <a:pt x="635" y="4803"/>
                  </a:lnTo>
                  <a:cubicBezTo>
                    <a:pt x="668" y="4770"/>
                    <a:pt x="668" y="4737"/>
                    <a:pt x="701" y="4737"/>
                  </a:cubicBezTo>
                  <a:cubicBezTo>
                    <a:pt x="701" y="4670"/>
                    <a:pt x="735" y="4637"/>
                    <a:pt x="735" y="4603"/>
                  </a:cubicBezTo>
                  <a:lnTo>
                    <a:pt x="2469" y="133"/>
                  </a:lnTo>
                  <a:cubicBezTo>
                    <a:pt x="2469" y="133"/>
                    <a:pt x="2469" y="100"/>
                    <a:pt x="2469" y="100"/>
                  </a:cubicBezTo>
                  <a:cubicBezTo>
                    <a:pt x="2469" y="100"/>
                    <a:pt x="2469" y="67"/>
                    <a:pt x="2469" y="67"/>
                  </a:cubicBezTo>
                  <a:cubicBezTo>
                    <a:pt x="2469" y="33"/>
                    <a:pt x="2469" y="33"/>
                    <a:pt x="24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4329;p75">
              <a:extLst>
                <a:ext uri="{FF2B5EF4-FFF2-40B4-BE49-F238E27FC236}">
                  <a16:creationId xmlns:a16="http://schemas.microsoft.com/office/drawing/2014/main" id="{F15EA12D-9476-582C-866F-0E9A8876E771}"/>
                </a:ext>
              </a:extLst>
            </p:cNvPr>
            <p:cNvSpPr/>
            <p:nvPr/>
          </p:nvSpPr>
          <p:spPr>
            <a:xfrm>
              <a:off x="4224025" y="2798275"/>
              <a:ext cx="42550" cy="73425"/>
            </a:xfrm>
            <a:custGeom>
              <a:avLst/>
              <a:gdLst/>
              <a:ahLst/>
              <a:cxnLst/>
              <a:rect l="l" t="t" r="r" b="b"/>
              <a:pathLst>
                <a:path w="1702" h="2937" extrusionOk="0">
                  <a:moveTo>
                    <a:pt x="1702" y="1"/>
                  </a:moveTo>
                  <a:lnTo>
                    <a:pt x="0" y="968"/>
                  </a:lnTo>
                  <a:lnTo>
                    <a:pt x="0" y="2936"/>
                  </a:lnTo>
                  <a:lnTo>
                    <a:pt x="1702" y="1969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4330;p75">
              <a:extLst>
                <a:ext uri="{FF2B5EF4-FFF2-40B4-BE49-F238E27FC236}">
                  <a16:creationId xmlns:a16="http://schemas.microsoft.com/office/drawing/2014/main" id="{EAAD47B7-FB0B-0BB7-E323-9AC32CD197F6}"/>
                </a:ext>
              </a:extLst>
            </p:cNvPr>
            <p:cNvSpPr/>
            <p:nvPr/>
          </p:nvSpPr>
          <p:spPr>
            <a:xfrm>
              <a:off x="4456675" y="2664025"/>
              <a:ext cx="41725" cy="73400"/>
            </a:xfrm>
            <a:custGeom>
              <a:avLst/>
              <a:gdLst/>
              <a:ahLst/>
              <a:cxnLst/>
              <a:rect l="l" t="t" r="r" b="b"/>
              <a:pathLst>
                <a:path w="1669" h="2936" extrusionOk="0">
                  <a:moveTo>
                    <a:pt x="1669" y="0"/>
                  </a:moveTo>
                  <a:lnTo>
                    <a:pt x="1" y="967"/>
                  </a:lnTo>
                  <a:lnTo>
                    <a:pt x="1" y="2936"/>
                  </a:lnTo>
                  <a:lnTo>
                    <a:pt x="1669" y="1968"/>
                  </a:lnTo>
                  <a:lnTo>
                    <a:pt x="166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4331;p75">
              <a:extLst>
                <a:ext uri="{FF2B5EF4-FFF2-40B4-BE49-F238E27FC236}">
                  <a16:creationId xmlns:a16="http://schemas.microsoft.com/office/drawing/2014/main" id="{B2959263-CE45-2FF3-037C-A02EE48A840C}"/>
                </a:ext>
              </a:extLst>
            </p:cNvPr>
            <p:cNvSpPr/>
            <p:nvPr/>
          </p:nvSpPr>
          <p:spPr>
            <a:xfrm>
              <a:off x="4456675" y="2664025"/>
              <a:ext cx="41725" cy="73400"/>
            </a:xfrm>
            <a:custGeom>
              <a:avLst/>
              <a:gdLst/>
              <a:ahLst/>
              <a:cxnLst/>
              <a:rect l="l" t="t" r="r" b="b"/>
              <a:pathLst>
                <a:path w="1669" h="2936" extrusionOk="0">
                  <a:moveTo>
                    <a:pt x="1669" y="0"/>
                  </a:moveTo>
                  <a:lnTo>
                    <a:pt x="1" y="967"/>
                  </a:lnTo>
                  <a:lnTo>
                    <a:pt x="1" y="2936"/>
                  </a:lnTo>
                  <a:lnTo>
                    <a:pt x="1669" y="1968"/>
                  </a:lnTo>
                  <a:lnTo>
                    <a:pt x="16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4332;p75">
              <a:extLst>
                <a:ext uri="{FF2B5EF4-FFF2-40B4-BE49-F238E27FC236}">
                  <a16:creationId xmlns:a16="http://schemas.microsoft.com/office/drawing/2014/main" id="{7BB6F029-44D9-3C1F-E87C-40F3BF6B57A3}"/>
                </a:ext>
              </a:extLst>
            </p:cNvPr>
            <p:cNvSpPr/>
            <p:nvPr/>
          </p:nvSpPr>
          <p:spPr>
            <a:xfrm>
              <a:off x="4287400" y="2730100"/>
              <a:ext cx="127625" cy="88025"/>
            </a:xfrm>
            <a:custGeom>
              <a:avLst/>
              <a:gdLst/>
              <a:ahLst/>
              <a:cxnLst/>
              <a:rect l="l" t="t" r="r" b="b"/>
              <a:pathLst>
                <a:path w="5105" h="3521" extrusionOk="0">
                  <a:moveTo>
                    <a:pt x="4840" y="0"/>
                  </a:moveTo>
                  <a:cubicBezTo>
                    <a:pt x="4776" y="0"/>
                    <a:pt x="4707" y="19"/>
                    <a:pt x="4637" y="59"/>
                  </a:cubicBezTo>
                  <a:lnTo>
                    <a:pt x="434" y="2494"/>
                  </a:lnTo>
                  <a:cubicBezTo>
                    <a:pt x="201" y="2628"/>
                    <a:pt x="34" y="2928"/>
                    <a:pt x="0" y="3228"/>
                  </a:cubicBezTo>
                  <a:cubicBezTo>
                    <a:pt x="0" y="3415"/>
                    <a:pt x="115" y="3520"/>
                    <a:pt x="265" y="3520"/>
                  </a:cubicBezTo>
                  <a:cubicBezTo>
                    <a:pt x="328" y="3520"/>
                    <a:pt x="398" y="3501"/>
                    <a:pt x="467" y="3462"/>
                  </a:cubicBezTo>
                  <a:lnTo>
                    <a:pt x="4637" y="1026"/>
                  </a:lnTo>
                  <a:cubicBezTo>
                    <a:pt x="4904" y="860"/>
                    <a:pt x="5071" y="593"/>
                    <a:pt x="5104" y="293"/>
                  </a:cubicBezTo>
                  <a:cubicBezTo>
                    <a:pt x="5104" y="105"/>
                    <a:pt x="4989" y="0"/>
                    <a:pt x="48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4333;p75">
              <a:extLst>
                <a:ext uri="{FF2B5EF4-FFF2-40B4-BE49-F238E27FC236}">
                  <a16:creationId xmlns:a16="http://schemas.microsoft.com/office/drawing/2014/main" id="{0F87917D-3EE9-400E-7135-DD55AE64761F}"/>
                </a:ext>
              </a:extLst>
            </p:cNvPr>
            <p:cNvSpPr/>
            <p:nvPr/>
          </p:nvSpPr>
          <p:spPr>
            <a:xfrm>
              <a:off x="4520075" y="2595825"/>
              <a:ext cx="126775" cy="88025"/>
            </a:xfrm>
            <a:custGeom>
              <a:avLst/>
              <a:gdLst/>
              <a:ahLst/>
              <a:cxnLst/>
              <a:rect l="l" t="t" r="r" b="b"/>
              <a:pathLst>
                <a:path w="5071" h="3521" extrusionOk="0">
                  <a:moveTo>
                    <a:pt x="4832" y="1"/>
                  </a:moveTo>
                  <a:cubicBezTo>
                    <a:pt x="4773" y="1"/>
                    <a:pt x="4706" y="20"/>
                    <a:pt x="4637" y="60"/>
                  </a:cubicBezTo>
                  <a:lnTo>
                    <a:pt x="434" y="2495"/>
                  </a:lnTo>
                  <a:cubicBezTo>
                    <a:pt x="167" y="2661"/>
                    <a:pt x="33" y="2928"/>
                    <a:pt x="0" y="3228"/>
                  </a:cubicBezTo>
                  <a:cubicBezTo>
                    <a:pt x="0" y="3416"/>
                    <a:pt x="99" y="3521"/>
                    <a:pt x="250" y="3521"/>
                  </a:cubicBezTo>
                  <a:cubicBezTo>
                    <a:pt x="314" y="3521"/>
                    <a:pt x="387" y="3502"/>
                    <a:pt x="467" y="3462"/>
                  </a:cubicBezTo>
                  <a:lnTo>
                    <a:pt x="4637" y="1027"/>
                  </a:lnTo>
                  <a:cubicBezTo>
                    <a:pt x="4904" y="893"/>
                    <a:pt x="5070" y="593"/>
                    <a:pt x="5070" y="293"/>
                  </a:cubicBezTo>
                  <a:cubicBezTo>
                    <a:pt x="5070" y="106"/>
                    <a:pt x="4972" y="1"/>
                    <a:pt x="483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4334;p75">
              <a:extLst>
                <a:ext uri="{FF2B5EF4-FFF2-40B4-BE49-F238E27FC236}">
                  <a16:creationId xmlns:a16="http://schemas.microsoft.com/office/drawing/2014/main" id="{87810556-9324-D5D6-8032-4B5BE042EB55}"/>
                </a:ext>
              </a:extLst>
            </p:cNvPr>
            <p:cNvSpPr/>
            <p:nvPr/>
          </p:nvSpPr>
          <p:spPr>
            <a:xfrm>
              <a:off x="4504225" y="717225"/>
              <a:ext cx="104500" cy="62975"/>
            </a:xfrm>
            <a:custGeom>
              <a:avLst/>
              <a:gdLst/>
              <a:ahLst/>
              <a:cxnLst/>
              <a:rect l="l" t="t" r="r" b="b"/>
              <a:pathLst>
                <a:path w="4180" h="2519" extrusionOk="0">
                  <a:moveTo>
                    <a:pt x="3838" y="1"/>
                  </a:moveTo>
                  <a:cubicBezTo>
                    <a:pt x="3795" y="1"/>
                    <a:pt x="3749" y="15"/>
                    <a:pt x="3703" y="50"/>
                  </a:cubicBezTo>
                  <a:lnTo>
                    <a:pt x="134" y="2118"/>
                  </a:lnTo>
                  <a:cubicBezTo>
                    <a:pt x="34" y="2185"/>
                    <a:pt x="0" y="2318"/>
                    <a:pt x="67" y="2418"/>
                  </a:cubicBezTo>
                  <a:cubicBezTo>
                    <a:pt x="100" y="2485"/>
                    <a:pt x="167" y="2518"/>
                    <a:pt x="267" y="2518"/>
                  </a:cubicBezTo>
                  <a:lnTo>
                    <a:pt x="367" y="2518"/>
                  </a:lnTo>
                  <a:lnTo>
                    <a:pt x="3903" y="450"/>
                  </a:lnTo>
                  <a:cubicBezTo>
                    <a:pt x="4179" y="340"/>
                    <a:pt x="4044" y="1"/>
                    <a:pt x="383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4335;p75">
              <a:extLst>
                <a:ext uri="{FF2B5EF4-FFF2-40B4-BE49-F238E27FC236}">
                  <a16:creationId xmlns:a16="http://schemas.microsoft.com/office/drawing/2014/main" id="{9DD90943-A444-AFD8-D922-F3AFD68F42EB}"/>
                </a:ext>
              </a:extLst>
            </p:cNvPr>
            <p:cNvSpPr/>
            <p:nvPr/>
          </p:nvSpPr>
          <p:spPr>
            <a:xfrm>
              <a:off x="4504225" y="757625"/>
              <a:ext cx="101750" cy="61750"/>
            </a:xfrm>
            <a:custGeom>
              <a:avLst/>
              <a:gdLst/>
              <a:ahLst/>
              <a:cxnLst/>
              <a:rect l="l" t="t" r="r" b="b"/>
              <a:pathLst>
                <a:path w="4070" h="2470" extrusionOk="0">
                  <a:moveTo>
                    <a:pt x="3817" y="0"/>
                  </a:moveTo>
                  <a:cubicBezTo>
                    <a:pt x="3778" y="0"/>
                    <a:pt x="3738" y="11"/>
                    <a:pt x="3703" y="35"/>
                  </a:cubicBezTo>
                  <a:lnTo>
                    <a:pt x="134" y="2070"/>
                  </a:lnTo>
                  <a:cubicBezTo>
                    <a:pt x="34" y="2136"/>
                    <a:pt x="0" y="2270"/>
                    <a:pt x="67" y="2370"/>
                  </a:cubicBezTo>
                  <a:cubicBezTo>
                    <a:pt x="100" y="2437"/>
                    <a:pt x="167" y="2470"/>
                    <a:pt x="267" y="2470"/>
                  </a:cubicBezTo>
                  <a:lnTo>
                    <a:pt x="367" y="2470"/>
                  </a:lnTo>
                  <a:lnTo>
                    <a:pt x="3936" y="402"/>
                  </a:lnTo>
                  <a:cubicBezTo>
                    <a:pt x="4037" y="335"/>
                    <a:pt x="4070" y="202"/>
                    <a:pt x="4003" y="102"/>
                  </a:cubicBezTo>
                  <a:cubicBezTo>
                    <a:pt x="3960" y="37"/>
                    <a:pt x="3889" y="0"/>
                    <a:pt x="38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4336;p75">
              <a:extLst>
                <a:ext uri="{FF2B5EF4-FFF2-40B4-BE49-F238E27FC236}">
                  <a16:creationId xmlns:a16="http://schemas.microsoft.com/office/drawing/2014/main" id="{C49A78DA-4A0D-C7E8-405D-8EF186E0E150}"/>
                </a:ext>
              </a:extLst>
            </p:cNvPr>
            <p:cNvSpPr/>
            <p:nvPr/>
          </p:nvSpPr>
          <p:spPr>
            <a:xfrm>
              <a:off x="4504225" y="796525"/>
              <a:ext cx="101750" cy="62050"/>
            </a:xfrm>
            <a:custGeom>
              <a:avLst/>
              <a:gdLst/>
              <a:ahLst/>
              <a:cxnLst/>
              <a:rect l="l" t="t" r="r" b="b"/>
              <a:pathLst>
                <a:path w="4070" h="2482" extrusionOk="0">
                  <a:moveTo>
                    <a:pt x="3783" y="1"/>
                  </a:moveTo>
                  <a:cubicBezTo>
                    <a:pt x="3755" y="1"/>
                    <a:pt x="3728" y="5"/>
                    <a:pt x="3703" y="13"/>
                  </a:cubicBezTo>
                  <a:lnTo>
                    <a:pt x="134" y="2081"/>
                  </a:lnTo>
                  <a:cubicBezTo>
                    <a:pt x="34" y="2148"/>
                    <a:pt x="0" y="2282"/>
                    <a:pt x="67" y="2382"/>
                  </a:cubicBezTo>
                  <a:cubicBezTo>
                    <a:pt x="100" y="2448"/>
                    <a:pt x="167" y="2482"/>
                    <a:pt x="267" y="2482"/>
                  </a:cubicBezTo>
                  <a:cubicBezTo>
                    <a:pt x="301" y="2482"/>
                    <a:pt x="334" y="2482"/>
                    <a:pt x="367" y="2448"/>
                  </a:cubicBezTo>
                  <a:lnTo>
                    <a:pt x="3936" y="414"/>
                  </a:lnTo>
                  <a:cubicBezTo>
                    <a:pt x="4037" y="347"/>
                    <a:pt x="4070" y="213"/>
                    <a:pt x="4003" y="113"/>
                  </a:cubicBezTo>
                  <a:cubicBezTo>
                    <a:pt x="3953" y="38"/>
                    <a:pt x="3866" y="1"/>
                    <a:pt x="378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4337;p75">
              <a:extLst>
                <a:ext uri="{FF2B5EF4-FFF2-40B4-BE49-F238E27FC236}">
                  <a16:creationId xmlns:a16="http://schemas.microsoft.com/office/drawing/2014/main" id="{0A512DD0-42A8-C7AD-F321-911500795E59}"/>
                </a:ext>
              </a:extLst>
            </p:cNvPr>
            <p:cNvSpPr/>
            <p:nvPr/>
          </p:nvSpPr>
          <p:spPr>
            <a:xfrm>
              <a:off x="4687100" y="660225"/>
              <a:ext cx="67325" cy="62425"/>
            </a:xfrm>
            <a:custGeom>
              <a:avLst/>
              <a:gdLst/>
              <a:ahLst/>
              <a:cxnLst/>
              <a:rect l="l" t="t" r="r" b="b"/>
              <a:pathLst>
                <a:path w="2693" h="2497" extrusionOk="0">
                  <a:moveTo>
                    <a:pt x="366" y="0"/>
                  </a:moveTo>
                  <a:cubicBezTo>
                    <a:pt x="172" y="0"/>
                    <a:pt x="0" y="245"/>
                    <a:pt x="157" y="428"/>
                  </a:cubicBezTo>
                  <a:lnTo>
                    <a:pt x="2225" y="2430"/>
                  </a:lnTo>
                  <a:cubicBezTo>
                    <a:pt x="2292" y="2463"/>
                    <a:pt x="2326" y="2497"/>
                    <a:pt x="2426" y="2497"/>
                  </a:cubicBezTo>
                  <a:cubicBezTo>
                    <a:pt x="2492" y="2497"/>
                    <a:pt x="2526" y="2463"/>
                    <a:pt x="2592" y="2430"/>
                  </a:cubicBezTo>
                  <a:cubicBezTo>
                    <a:pt x="2692" y="2296"/>
                    <a:pt x="2692" y="2163"/>
                    <a:pt x="2592" y="2063"/>
                  </a:cubicBezTo>
                  <a:lnTo>
                    <a:pt x="524" y="61"/>
                  </a:lnTo>
                  <a:cubicBezTo>
                    <a:pt x="474" y="18"/>
                    <a:pt x="419" y="0"/>
                    <a:pt x="36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4338;p75">
              <a:extLst>
                <a:ext uri="{FF2B5EF4-FFF2-40B4-BE49-F238E27FC236}">
                  <a16:creationId xmlns:a16="http://schemas.microsoft.com/office/drawing/2014/main" id="{04E2B615-F507-0403-C800-DFC42493DCD4}"/>
                </a:ext>
              </a:extLst>
            </p:cNvPr>
            <p:cNvSpPr/>
            <p:nvPr/>
          </p:nvSpPr>
          <p:spPr>
            <a:xfrm>
              <a:off x="4688525" y="630250"/>
              <a:ext cx="65900" cy="122425"/>
            </a:xfrm>
            <a:custGeom>
              <a:avLst/>
              <a:gdLst/>
              <a:ahLst/>
              <a:cxnLst/>
              <a:rect l="l" t="t" r="r" b="b"/>
              <a:pathLst>
                <a:path w="2636" h="4897" extrusionOk="0">
                  <a:moveTo>
                    <a:pt x="2357" y="0"/>
                  </a:moveTo>
                  <a:cubicBezTo>
                    <a:pt x="2255" y="0"/>
                    <a:pt x="2160" y="62"/>
                    <a:pt x="2135" y="160"/>
                  </a:cubicBezTo>
                  <a:lnTo>
                    <a:pt x="67" y="4529"/>
                  </a:lnTo>
                  <a:cubicBezTo>
                    <a:pt x="0" y="4630"/>
                    <a:pt x="67" y="4796"/>
                    <a:pt x="200" y="4863"/>
                  </a:cubicBezTo>
                  <a:cubicBezTo>
                    <a:pt x="234" y="4863"/>
                    <a:pt x="267" y="4896"/>
                    <a:pt x="300" y="4896"/>
                  </a:cubicBezTo>
                  <a:cubicBezTo>
                    <a:pt x="401" y="4896"/>
                    <a:pt x="467" y="4830"/>
                    <a:pt x="534" y="4763"/>
                  </a:cubicBezTo>
                  <a:lnTo>
                    <a:pt x="2602" y="393"/>
                  </a:lnTo>
                  <a:cubicBezTo>
                    <a:pt x="2635" y="260"/>
                    <a:pt x="2602" y="93"/>
                    <a:pt x="2469" y="26"/>
                  </a:cubicBezTo>
                  <a:cubicBezTo>
                    <a:pt x="2433" y="8"/>
                    <a:pt x="2395" y="0"/>
                    <a:pt x="235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4339;p75">
              <a:extLst>
                <a:ext uri="{FF2B5EF4-FFF2-40B4-BE49-F238E27FC236}">
                  <a16:creationId xmlns:a16="http://schemas.microsoft.com/office/drawing/2014/main" id="{22D344C6-99E7-8B12-02EF-FCB876424B43}"/>
                </a:ext>
              </a:extLst>
            </p:cNvPr>
            <p:cNvSpPr/>
            <p:nvPr/>
          </p:nvSpPr>
          <p:spPr>
            <a:xfrm>
              <a:off x="3494325" y="847625"/>
              <a:ext cx="897350" cy="591775"/>
            </a:xfrm>
            <a:custGeom>
              <a:avLst/>
              <a:gdLst/>
              <a:ahLst/>
              <a:cxnLst/>
              <a:rect l="l" t="t" r="r" b="b"/>
              <a:pathLst>
                <a:path w="35894" h="23671" extrusionOk="0">
                  <a:moveTo>
                    <a:pt x="34695" y="0"/>
                  </a:moveTo>
                  <a:cubicBezTo>
                    <a:pt x="34375" y="0"/>
                    <a:pt x="34010" y="109"/>
                    <a:pt x="33625" y="338"/>
                  </a:cubicBezTo>
                  <a:lnTo>
                    <a:pt x="2269" y="18451"/>
                  </a:lnTo>
                  <a:cubicBezTo>
                    <a:pt x="935" y="19285"/>
                    <a:pt x="101" y="20652"/>
                    <a:pt x="1" y="22220"/>
                  </a:cubicBezTo>
                  <a:cubicBezTo>
                    <a:pt x="1" y="23146"/>
                    <a:pt x="483" y="23670"/>
                    <a:pt x="1202" y="23670"/>
                  </a:cubicBezTo>
                  <a:cubicBezTo>
                    <a:pt x="1518" y="23670"/>
                    <a:pt x="1881" y="23569"/>
                    <a:pt x="2269" y="23354"/>
                  </a:cubicBezTo>
                  <a:lnTo>
                    <a:pt x="33625" y="5241"/>
                  </a:lnTo>
                  <a:cubicBezTo>
                    <a:pt x="34926" y="4407"/>
                    <a:pt x="35760" y="3006"/>
                    <a:pt x="35893" y="1472"/>
                  </a:cubicBezTo>
                  <a:cubicBezTo>
                    <a:pt x="35893" y="531"/>
                    <a:pt x="35403" y="0"/>
                    <a:pt x="3469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4340;p75">
              <a:extLst>
                <a:ext uri="{FF2B5EF4-FFF2-40B4-BE49-F238E27FC236}">
                  <a16:creationId xmlns:a16="http://schemas.microsoft.com/office/drawing/2014/main" id="{A8E8573C-D302-5218-8DBD-03989BBD98ED}"/>
                </a:ext>
              </a:extLst>
            </p:cNvPr>
            <p:cNvSpPr/>
            <p:nvPr/>
          </p:nvSpPr>
          <p:spPr>
            <a:xfrm>
              <a:off x="3486825" y="840600"/>
              <a:ext cx="912350" cy="604225"/>
            </a:xfrm>
            <a:custGeom>
              <a:avLst/>
              <a:gdLst/>
              <a:ahLst/>
              <a:cxnLst/>
              <a:rect l="l" t="t" r="r" b="b"/>
              <a:pathLst>
                <a:path w="36494" h="24169" extrusionOk="0">
                  <a:moveTo>
                    <a:pt x="34992" y="519"/>
                  </a:moveTo>
                  <a:cubicBezTo>
                    <a:pt x="35159" y="519"/>
                    <a:pt x="35292" y="585"/>
                    <a:pt x="35426" y="652"/>
                  </a:cubicBezTo>
                  <a:cubicBezTo>
                    <a:pt x="35793" y="919"/>
                    <a:pt x="35960" y="1319"/>
                    <a:pt x="35926" y="1753"/>
                  </a:cubicBezTo>
                  <a:cubicBezTo>
                    <a:pt x="35793" y="3187"/>
                    <a:pt x="35026" y="4488"/>
                    <a:pt x="33791" y="5255"/>
                  </a:cubicBezTo>
                  <a:lnTo>
                    <a:pt x="2436" y="23368"/>
                  </a:lnTo>
                  <a:cubicBezTo>
                    <a:pt x="2189" y="23553"/>
                    <a:pt x="1892" y="23650"/>
                    <a:pt x="1591" y="23650"/>
                  </a:cubicBezTo>
                  <a:cubicBezTo>
                    <a:pt x="1403" y="23650"/>
                    <a:pt x="1214" y="23612"/>
                    <a:pt x="1035" y="23535"/>
                  </a:cubicBezTo>
                  <a:cubicBezTo>
                    <a:pt x="701" y="23302"/>
                    <a:pt x="501" y="22868"/>
                    <a:pt x="568" y="22434"/>
                  </a:cubicBezTo>
                  <a:cubicBezTo>
                    <a:pt x="668" y="21000"/>
                    <a:pt x="1468" y="19699"/>
                    <a:pt x="2703" y="18932"/>
                  </a:cubicBezTo>
                  <a:lnTo>
                    <a:pt x="34058" y="819"/>
                  </a:lnTo>
                  <a:cubicBezTo>
                    <a:pt x="34325" y="652"/>
                    <a:pt x="34659" y="552"/>
                    <a:pt x="34992" y="519"/>
                  </a:cubicBezTo>
                  <a:close/>
                  <a:moveTo>
                    <a:pt x="35002" y="1"/>
                  </a:moveTo>
                  <a:cubicBezTo>
                    <a:pt x="34635" y="1"/>
                    <a:pt x="34225" y="129"/>
                    <a:pt x="33791" y="385"/>
                  </a:cubicBezTo>
                  <a:lnTo>
                    <a:pt x="2436" y="18498"/>
                  </a:lnTo>
                  <a:cubicBezTo>
                    <a:pt x="1101" y="19232"/>
                    <a:pt x="34" y="21033"/>
                    <a:pt x="34" y="22434"/>
                  </a:cubicBezTo>
                  <a:cubicBezTo>
                    <a:pt x="1" y="23068"/>
                    <a:pt x="267" y="23635"/>
                    <a:pt x="801" y="24002"/>
                  </a:cubicBezTo>
                  <a:cubicBezTo>
                    <a:pt x="1001" y="24102"/>
                    <a:pt x="1235" y="24169"/>
                    <a:pt x="1502" y="24169"/>
                  </a:cubicBezTo>
                  <a:cubicBezTo>
                    <a:pt x="1902" y="24169"/>
                    <a:pt x="2336" y="24035"/>
                    <a:pt x="2703" y="23802"/>
                  </a:cubicBezTo>
                  <a:lnTo>
                    <a:pt x="34058" y="5722"/>
                  </a:lnTo>
                  <a:cubicBezTo>
                    <a:pt x="35459" y="4855"/>
                    <a:pt x="36327" y="3387"/>
                    <a:pt x="36427" y="1753"/>
                  </a:cubicBezTo>
                  <a:cubicBezTo>
                    <a:pt x="36493" y="1119"/>
                    <a:pt x="36226" y="519"/>
                    <a:pt x="35693" y="185"/>
                  </a:cubicBezTo>
                  <a:cubicBezTo>
                    <a:pt x="35488" y="62"/>
                    <a:pt x="35255" y="1"/>
                    <a:pt x="3500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4341;p75">
              <a:extLst>
                <a:ext uri="{FF2B5EF4-FFF2-40B4-BE49-F238E27FC236}">
                  <a16:creationId xmlns:a16="http://schemas.microsoft.com/office/drawing/2014/main" id="{D98F0673-C0C5-DD5B-E17B-DC678336170B}"/>
                </a:ext>
              </a:extLst>
            </p:cNvPr>
            <p:cNvSpPr/>
            <p:nvPr/>
          </p:nvSpPr>
          <p:spPr>
            <a:xfrm>
              <a:off x="4281550" y="887850"/>
              <a:ext cx="71750" cy="84150"/>
            </a:xfrm>
            <a:custGeom>
              <a:avLst/>
              <a:gdLst/>
              <a:ahLst/>
              <a:cxnLst/>
              <a:rect l="l" t="t" r="r" b="b"/>
              <a:pathLst>
                <a:path w="2870" h="3366" extrusionOk="0">
                  <a:moveTo>
                    <a:pt x="1469" y="363"/>
                  </a:moveTo>
                  <a:cubicBezTo>
                    <a:pt x="1502" y="363"/>
                    <a:pt x="1569" y="363"/>
                    <a:pt x="1602" y="397"/>
                  </a:cubicBezTo>
                  <a:cubicBezTo>
                    <a:pt x="1802" y="597"/>
                    <a:pt x="1869" y="864"/>
                    <a:pt x="1869" y="1130"/>
                  </a:cubicBezTo>
                  <a:cubicBezTo>
                    <a:pt x="1869" y="1798"/>
                    <a:pt x="1569" y="2431"/>
                    <a:pt x="1068" y="2898"/>
                  </a:cubicBezTo>
                  <a:cubicBezTo>
                    <a:pt x="1013" y="2953"/>
                    <a:pt x="938" y="2978"/>
                    <a:pt x="865" y="2978"/>
                  </a:cubicBezTo>
                  <a:cubicBezTo>
                    <a:pt x="805" y="2978"/>
                    <a:pt x="746" y="2962"/>
                    <a:pt x="701" y="2932"/>
                  </a:cubicBezTo>
                  <a:cubicBezTo>
                    <a:pt x="501" y="2765"/>
                    <a:pt x="401" y="2465"/>
                    <a:pt x="435" y="2198"/>
                  </a:cubicBezTo>
                  <a:cubicBezTo>
                    <a:pt x="401" y="1531"/>
                    <a:pt x="701" y="864"/>
                    <a:pt x="1235" y="430"/>
                  </a:cubicBezTo>
                  <a:cubicBezTo>
                    <a:pt x="1302" y="397"/>
                    <a:pt x="1369" y="363"/>
                    <a:pt x="1469" y="363"/>
                  </a:cubicBezTo>
                  <a:close/>
                  <a:moveTo>
                    <a:pt x="1426" y="0"/>
                  </a:moveTo>
                  <a:cubicBezTo>
                    <a:pt x="1298" y="0"/>
                    <a:pt x="1174" y="42"/>
                    <a:pt x="1068" y="130"/>
                  </a:cubicBezTo>
                  <a:cubicBezTo>
                    <a:pt x="501" y="430"/>
                    <a:pt x="68" y="1364"/>
                    <a:pt x="68" y="2198"/>
                  </a:cubicBezTo>
                  <a:cubicBezTo>
                    <a:pt x="1" y="2598"/>
                    <a:pt x="168" y="3032"/>
                    <a:pt x="501" y="3265"/>
                  </a:cubicBezTo>
                  <a:cubicBezTo>
                    <a:pt x="601" y="3332"/>
                    <a:pt x="735" y="3365"/>
                    <a:pt x="835" y="3365"/>
                  </a:cubicBezTo>
                  <a:cubicBezTo>
                    <a:pt x="968" y="3365"/>
                    <a:pt x="1135" y="3299"/>
                    <a:pt x="1235" y="3232"/>
                  </a:cubicBezTo>
                  <a:cubicBezTo>
                    <a:pt x="1635" y="2965"/>
                    <a:pt x="1902" y="2598"/>
                    <a:pt x="2069" y="2164"/>
                  </a:cubicBezTo>
                  <a:lnTo>
                    <a:pt x="2569" y="2298"/>
                  </a:lnTo>
                  <a:lnTo>
                    <a:pt x="2603" y="2298"/>
                  </a:lnTo>
                  <a:cubicBezTo>
                    <a:pt x="2803" y="2298"/>
                    <a:pt x="2870" y="2031"/>
                    <a:pt x="2670" y="1931"/>
                  </a:cubicBezTo>
                  <a:lnTo>
                    <a:pt x="2670" y="1931"/>
                  </a:lnTo>
                  <a:lnTo>
                    <a:pt x="2670" y="1964"/>
                  </a:lnTo>
                  <a:lnTo>
                    <a:pt x="2169" y="1798"/>
                  </a:lnTo>
                  <a:cubicBezTo>
                    <a:pt x="2203" y="1597"/>
                    <a:pt x="2236" y="1364"/>
                    <a:pt x="2236" y="1164"/>
                  </a:cubicBezTo>
                  <a:cubicBezTo>
                    <a:pt x="2303" y="730"/>
                    <a:pt x="2102" y="330"/>
                    <a:pt x="1769" y="96"/>
                  </a:cubicBezTo>
                  <a:cubicBezTo>
                    <a:pt x="1659" y="33"/>
                    <a:pt x="1541" y="0"/>
                    <a:pt x="142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4342;p75">
              <a:extLst>
                <a:ext uri="{FF2B5EF4-FFF2-40B4-BE49-F238E27FC236}">
                  <a16:creationId xmlns:a16="http://schemas.microsoft.com/office/drawing/2014/main" id="{201E1AFC-F346-4B79-3E61-B2E65360B794}"/>
                </a:ext>
              </a:extLst>
            </p:cNvPr>
            <p:cNvSpPr/>
            <p:nvPr/>
          </p:nvSpPr>
          <p:spPr>
            <a:xfrm>
              <a:off x="2831350" y="3964750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71" y="0"/>
                  </a:moveTo>
                  <a:cubicBezTo>
                    <a:pt x="8315" y="0"/>
                    <a:pt x="5455" y="625"/>
                    <a:pt x="3270" y="1876"/>
                  </a:cubicBezTo>
                  <a:cubicBezTo>
                    <a:pt x="2202" y="2443"/>
                    <a:pt x="1268" y="3311"/>
                    <a:pt x="635" y="4345"/>
                  </a:cubicBezTo>
                  <a:lnTo>
                    <a:pt x="1" y="4345"/>
                  </a:lnTo>
                  <a:lnTo>
                    <a:pt x="1" y="6613"/>
                  </a:lnTo>
                  <a:cubicBezTo>
                    <a:pt x="101" y="8214"/>
                    <a:pt x="1168" y="9782"/>
                    <a:pt x="3270" y="10983"/>
                  </a:cubicBezTo>
                  <a:cubicBezTo>
                    <a:pt x="5455" y="12234"/>
                    <a:pt x="8307" y="12859"/>
                    <a:pt x="11159" y="12859"/>
                  </a:cubicBezTo>
                  <a:cubicBezTo>
                    <a:pt x="14011" y="12859"/>
                    <a:pt x="16863" y="12234"/>
                    <a:pt x="19048" y="10983"/>
                  </a:cubicBezTo>
                  <a:cubicBezTo>
                    <a:pt x="21149" y="9782"/>
                    <a:pt x="22250" y="8214"/>
                    <a:pt x="22317" y="6613"/>
                  </a:cubicBezTo>
                  <a:lnTo>
                    <a:pt x="22317" y="4345"/>
                  </a:lnTo>
                  <a:lnTo>
                    <a:pt x="21716" y="4345"/>
                  </a:lnTo>
                  <a:cubicBezTo>
                    <a:pt x="21049" y="3311"/>
                    <a:pt x="20149" y="2443"/>
                    <a:pt x="19048" y="1876"/>
                  </a:cubicBezTo>
                  <a:cubicBezTo>
                    <a:pt x="16880" y="625"/>
                    <a:pt x="14028" y="0"/>
                    <a:pt x="1117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4343;p75">
              <a:extLst>
                <a:ext uri="{FF2B5EF4-FFF2-40B4-BE49-F238E27FC236}">
                  <a16:creationId xmlns:a16="http://schemas.microsoft.com/office/drawing/2014/main" id="{70F32AD5-1545-43DA-5556-C85436C81F51}"/>
                </a:ext>
              </a:extLst>
            </p:cNvPr>
            <p:cNvSpPr/>
            <p:nvPr/>
          </p:nvSpPr>
          <p:spPr>
            <a:xfrm>
              <a:off x="2831350" y="3964750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71" y="0"/>
                  </a:moveTo>
                  <a:cubicBezTo>
                    <a:pt x="8315" y="0"/>
                    <a:pt x="5455" y="625"/>
                    <a:pt x="3270" y="1876"/>
                  </a:cubicBezTo>
                  <a:cubicBezTo>
                    <a:pt x="2202" y="2443"/>
                    <a:pt x="1268" y="3311"/>
                    <a:pt x="635" y="4345"/>
                  </a:cubicBezTo>
                  <a:lnTo>
                    <a:pt x="1" y="4345"/>
                  </a:lnTo>
                  <a:lnTo>
                    <a:pt x="1" y="6613"/>
                  </a:lnTo>
                  <a:cubicBezTo>
                    <a:pt x="101" y="8214"/>
                    <a:pt x="1168" y="9782"/>
                    <a:pt x="3270" y="10983"/>
                  </a:cubicBezTo>
                  <a:cubicBezTo>
                    <a:pt x="5455" y="12234"/>
                    <a:pt x="8307" y="12859"/>
                    <a:pt x="11159" y="12859"/>
                  </a:cubicBezTo>
                  <a:cubicBezTo>
                    <a:pt x="14011" y="12859"/>
                    <a:pt x="16863" y="12234"/>
                    <a:pt x="19048" y="10983"/>
                  </a:cubicBezTo>
                  <a:cubicBezTo>
                    <a:pt x="21149" y="9782"/>
                    <a:pt x="22250" y="8214"/>
                    <a:pt x="22317" y="6613"/>
                  </a:cubicBezTo>
                  <a:lnTo>
                    <a:pt x="22317" y="4345"/>
                  </a:lnTo>
                  <a:lnTo>
                    <a:pt x="21716" y="4345"/>
                  </a:lnTo>
                  <a:cubicBezTo>
                    <a:pt x="21049" y="3311"/>
                    <a:pt x="20149" y="2443"/>
                    <a:pt x="19048" y="1876"/>
                  </a:cubicBezTo>
                  <a:cubicBezTo>
                    <a:pt x="16880" y="625"/>
                    <a:pt x="14028" y="0"/>
                    <a:pt x="11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4344;p75">
              <a:extLst>
                <a:ext uri="{FF2B5EF4-FFF2-40B4-BE49-F238E27FC236}">
                  <a16:creationId xmlns:a16="http://schemas.microsoft.com/office/drawing/2014/main" id="{B1E8FD14-2E70-D621-DF3E-08225ACDA565}"/>
                </a:ext>
              </a:extLst>
            </p:cNvPr>
            <p:cNvSpPr/>
            <p:nvPr/>
          </p:nvSpPr>
          <p:spPr>
            <a:xfrm>
              <a:off x="2831350" y="3964125"/>
              <a:ext cx="279400" cy="321900"/>
            </a:xfrm>
            <a:custGeom>
              <a:avLst/>
              <a:gdLst/>
              <a:ahLst/>
              <a:cxnLst/>
              <a:rect l="l" t="t" r="r" b="b"/>
              <a:pathLst>
                <a:path w="11176" h="12876" extrusionOk="0">
                  <a:moveTo>
                    <a:pt x="11176" y="0"/>
                  </a:moveTo>
                  <a:cubicBezTo>
                    <a:pt x="8307" y="0"/>
                    <a:pt x="5471" y="634"/>
                    <a:pt x="3270" y="1901"/>
                  </a:cubicBezTo>
                  <a:cubicBezTo>
                    <a:pt x="2202" y="2468"/>
                    <a:pt x="1268" y="3336"/>
                    <a:pt x="635" y="4370"/>
                  </a:cubicBezTo>
                  <a:lnTo>
                    <a:pt x="1" y="4370"/>
                  </a:lnTo>
                  <a:lnTo>
                    <a:pt x="1" y="6638"/>
                  </a:lnTo>
                  <a:cubicBezTo>
                    <a:pt x="101" y="8239"/>
                    <a:pt x="1168" y="9807"/>
                    <a:pt x="3270" y="11008"/>
                  </a:cubicBezTo>
                  <a:cubicBezTo>
                    <a:pt x="5438" y="12242"/>
                    <a:pt x="8307" y="12876"/>
                    <a:pt x="11176" y="12876"/>
                  </a:cubicBezTo>
                  <a:lnTo>
                    <a:pt x="11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4345;p75">
              <a:extLst>
                <a:ext uri="{FF2B5EF4-FFF2-40B4-BE49-F238E27FC236}">
                  <a16:creationId xmlns:a16="http://schemas.microsoft.com/office/drawing/2014/main" id="{E3ECD398-ABCE-ABBD-1390-095FDEE2513E}"/>
                </a:ext>
              </a:extLst>
            </p:cNvPr>
            <p:cNvSpPr/>
            <p:nvPr/>
          </p:nvSpPr>
          <p:spPr>
            <a:xfrm>
              <a:off x="2831350" y="3990800"/>
              <a:ext cx="126800" cy="269375"/>
            </a:xfrm>
            <a:custGeom>
              <a:avLst/>
              <a:gdLst/>
              <a:ahLst/>
              <a:cxnLst/>
              <a:rect l="l" t="t" r="r" b="b"/>
              <a:pathLst>
                <a:path w="5072" h="10775" extrusionOk="0">
                  <a:moveTo>
                    <a:pt x="5071" y="0"/>
                  </a:moveTo>
                  <a:cubicBezTo>
                    <a:pt x="4471" y="234"/>
                    <a:pt x="3870" y="501"/>
                    <a:pt x="3270" y="834"/>
                  </a:cubicBezTo>
                  <a:cubicBezTo>
                    <a:pt x="2202" y="1401"/>
                    <a:pt x="1268" y="2269"/>
                    <a:pt x="635" y="3303"/>
                  </a:cubicBezTo>
                  <a:lnTo>
                    <a:pt x="1" y="3303"/>
                  </a:lnTo>
                  <a:lnTo>
                    <a:pt x="1" y="5571"/>
                  </a:lnTo>
                  <a:cubicBezTo>
                    <a:pt x="101" y="7172"/>
                    <a:pt x="1168" y="8740"/>
                    <a:pt x="3270" y="9941"/>
                  </a:cubicBezTo>
                  <a:cubicBezTo>
                    <a:pt x="3837" y="10274"/>
                    <a:pt x="4437" y="10541"/>
                    <a:pt x="5071" y="10775"/>
                  </a:cubicBezTo>
                  <a:lnTo>
                    <a:pt x="50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4346;p75">
              <a:extLst>
                <a:ext uri="{FF2B5EF4-FFF2-40B4-BE49-F238E27FC236}">
                  <a16:creationId xmlns:a16="http://schemas.microsoft.com/office/drawing/2014/main" id="{19F55783-25F3-733C-C4AF-46B77C90AB0F}"/>
                </a:ext>
              </a:extLst>
            </p:cNvPr>
            <p:cNvSpPr/>
            <p:nvPr/>
          </p:nvSpPr>
          <p:spPr>
            <a:xfrm>
              <a:off x="3263325" y="3990800"/>
              <a:ext cx="126800" cy="269375"/>
            </a:xfrm>
            <a:custGeom>
              <a:avLst/>
              <a:gdLst/>
              <a:ahLst/>
              <a:cxnLst/>
              <a:rect l="l" t="t" r="r" b="b"/>
              <a:pathLst>
                <a:path w="5072" h="10775" extrusionOk="0">
                  <a:moveTo>
                    <a:pt x="1" y="0"/>
                  </a:moveTo>
                  <a:lnTo>
                    <a:pt x="1" y="10775"/>
                  </a:lnTo>
                  <a:cubicBezTo>
                    <a:pt x="601" y="10541"/>
                    <a:pt x="1202" y="10274"/>
                    <a:pt x="1802" y="9941"/>
                  </a:cubicBezTo>
                  <a:cubicBezTo>
                    <a:pt x="3870" y="8740"/>
                    <a:pt x="4971" y="7172"/>
                    <a:pt x="5071" y="5571"/>
                  </a:cubicBezTo>
                  <a:lnTo>
                    <a:pt x="5071" y="3303"/>
                  </a:lnTo>
                  <a:lnTo>
                    <a:pt x="4437" y="3303"/>
                  </a:lnTo>
                  <a:cubicBezTo>
                    <a:pt x="3770" y="2269"/>
                    <a:pt x="2870" y="1401"/>
                    <a:pt x="1769" y="834"/>
                  </a:cubicBezTo>
                  <a:cubicBezTo>
                    <a:pt x="1202" y="501"/>
                    <a:pt x="601" y="234"/>
                    <a:pt x="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4347;p75">
              <a:extLst>
                <a:ext uri="{FF2B5EF4-FFF2-40B4-BE49-F238E27FC236}">
                  <a16:creationId xmlns:a16="http://schemas.microsoft.com/office/drawing/2014/main" id="{DA1009A9-2F58-92ED-48B5-6A85475A49E5}"/>
                </a:ext>
              </a:extLst>
            </p:cNvPr>
            <p:cNvSpPr/>
            <p:nvPr/>
          </p:nvSpPr>
          <p:spPr>
            <a:xfrm>
              <a:off x="2804675" y="3913025"/>
              <a:ext cx="612125" cy="321525"/>
            </a:xfrm>
            <a:custGeom>
              <a:avLst/>
              <a:gdLst/>
              <a:ahLst/>
              <a:cxnLst/>
              <a:rect l="l" t="t" r="r" b="b"/>
              <a:pathLst>
                <a:path w="24485" h="12861" extrusionOk="0">
                  <a:moveTo>
                    <a:pt x="12238" y="1"/>
                  </a:moveTo>
                  <a:cubicBezTo>
                    <a:pt x="9382" y="1"/>
                    <a:pt x="6522" y="626"/>
                    <a:pt x="4337" y="1877"/>
                  </a:cubicBezTo>
                  <a:cubicBezTo>
                    <a:pt x="0" y="4379"/>
                    <a:pt x="0" y="8449"/>
                    <a:pt x="4337" y="10984"/>
                  </a:cubicBezTo>
                  <a:cubicBezTo>
                    <a:pt x="6522" y="12235"/>
                    <a:pt x="9382" y="12860"/>
                    <a:pt x="12238" y="12860"/>
                  </a:cubicBezTo>
                  <a:cubicBezTo>
                    <a:pt x="15095" y="12860"/>
                    <a:pt x="17947" y="12235"/>
                    <a:pt x="20115" y="10984"/>
                  </a:cubicBezTo>
                  <a:cubicBezTo>
                    <a:pt x="24485" y="8482"/>
                    <a:pt x="24485" y="4379"/>
                    <a:pt x="20115" y="1877"/>
                  </a:cubicBezTo>
                  <a:cubicBezTo>
                    <a:pt x="17947" y="626"/>
                    <a:pt x="15095" y="1"/>
                    <a:pt x="122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4348;p75">
              <a:extLst>
                <a:ext uri="{FF2B5EF4-FFF2-40B4-BE49-F238E27FC236}">
                  <a16:creationId xmlns:a16="http://schemas.microsoft.com/office/drawing/2014/main" id="{8951351C-6AE3-B044-4DF0-3A72F78A40B5}"/>
                </a:ext>
              </a:extLst>
            </p:cNvPr>
            <p:cNvSpPr/>
            <p:nvPr/>
          </p:nvSpPr>
          <p:spPr>
            <a:xfrm>
              <a:off x="2804675" y="3913025"/>
              <a:ext cx="612125" cy="321525"/>
            </a:xfrm>
            <a:custGeom>
              <a:avLst/>
              <a:gdLst/>
              <a:ahLst/>
              <a:cxnLst/>
              <a:rect l="l" t="t" r="r" b="b"/>
              <a:pathLst>
                <a:path w="24485" h="12861" extrusionOk="0">
                  <a:moveTo>
                    <a:pt x="12238" y="1"/>
                  </a:moveTo>
                  <a:cubicBezTo>
                    <a:pt x="9382" y="1"/>
                    <a:pt x="6522" y="626"/>
                    <a:pt x="4337" y="1877"/>
                  </a:cubicBezTo>
                  <a:cubicBezTo>
                    <a:pt x="0" y="4379"/>
                    <a:pt x="0" y="8449"/>
                    <a:pt x="4337" y="10984"/>
                  </a:cubicBezTo>
                  <a:cubicBezTo>
                    <a:pt x="6522" y="12235"/>
                    <a:pt x="9382" y="12860"/>
                    <a:pt x="12238" y="12860"/>
                  </a:cubicBezTo>
                  <a:cubicBezTo>
                    <a:pt x="15095" y="12860"/>
                    <a:pt x="17947" y="12235"/>
                    <a:pt x="20115" y="10984"/>
                  </a:cubicBezTo>
                  <a:cubicBezTo>
                    <a:pt x="24485" y="8482"/>
                    <a:pt x="24485" y="4379"/>
                    <a:pt x="20115" y="1877"/>
                  </a:cubicBezTo>
                  <a:cubicBezTo>
                    <a:pt x="17947" y="626"/>
                    <a:pt x="15095" y="1"/>
                    <a:pt x="122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4349;p75">
              <a:extLst>
                <a:ext uri="{FF2B5EF4-FFF2-40B4-BE49-F238E27FC236}">
                  <a16:creationId xmlns:a16="http://schemas.microsoft.com/office/drawing/2014/main" id="{3EAB61C9-68DC-155E-D521-BE4C3F076157}"/>
                </a:ext>
              </a:extLst>
            </p:cNvPr>
            <p:cNvSpPr/>
            <p:nvPr/>
          </p:nvSpPr>
          <p:spPr>
            <a:xfrm>
              <a:off x="2925600" y="3974125"/>
              <a:ext cx="370275" cy="198700"/>
            </a:xfrm>
            <a:custGeom>
              <a:avLst/>
              <a:gdLst/>
              <a:ahLst/>
              <a:cxnLst/>
              <a:rect l="l" t="t" r="r" b="b"/>
              <a:pathLst>
                <a:path w="14811" h="7948" extrusionOk="0">
                  <a:moveTo>
                    <a:pt x="7406" y="0"/>
                  </a:moveTo>
                  <a:cubicBezTo>
                    <a:pt x="5654" y="0"/>
                    <a:pt x="3903" y="367"/>
                    <a:pt x="2269" y="1101"/>
                  </a:cubicBezTo>
                  <a:cubicBezTo>
                    <a:pt x="801" y="1835"/>
                    <a:pt x="0" y="2869"/>
                    <a:pt x="0" y="3970"/>
                  </a:cubicBezTo>
                  <a:cubicBezTo>
                    <a:pt x="0" y="5104"/>
                    <a:pt x="801" y="6105"/>
                    <a:pt x="2269" y="6872"/>
                  </a:cubicBezTo>
                  <a:cubicBezTo>
                    <a:pt x="3903" y="7589"/>
                    <a:pt x="5654" y="7948"/>
                    <a:pt x="7406" y="7948"/>
                  </a:cubicBezTo>
                  <a:cubicBezTo>
                    <a:pt x="9157" y="7948"/>
                    <a:pt x="10908" y="7589"/>
                    <a:pt x="12543" y="6872"/>
                  </a:cubicBezTo>
                  <a:cubicBezTo>
                    <a:pt x="13977" y="6105"/>
                    <a:pt x="14811" y="5071"/>
                    <a:pt x="14811" y="3970"/>
                  </a:cubicBezTo>
                  <a:cubicBezTo>
                    <a:pt x="14811" y="2836"/>
                    <a:pt x="13977" y="1835"/>
                    <a:pt x="12543" y="1101"/>
                  </a:cubicBezTo>
                  <a:cubicBezTo>
                    <a:pt x="10908" y="367"/>
                    <a:pt x="9157" y="0"/>
                    <a:pt x="74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4350;p75">
              <a:extLst>
                <a:ext uri="{FF2B5EF4-FFF2-40B4-BE49-F238E27FC236}">
                  <a16:creationId xmlns:a16="http://schemas.microsoft.com/office/drawing/2014/main" id="{06D8D83A-B97A-442E-4B16-F3986963AF56}"/>
                </a:ext>
              </a:extLst>
            </p:cNvPr>
            <p:cNvSpPr/>
            <p:nvPr/>
          </p:nvSpPr>
          <p:spPr>
            <a:xfrm>
              <a:off x="2925600" y="3974125"/>
              <a:ext cx="370275" cy="198700"/>
            </a:xfrm>
            <a:custGeom>
              <a:avLst/>
              <a:gdLst/>
              <a:ahLst/>
              <a:cxnLst/>
              <a:rect l="l" t="t" r="r" b="b"/>
              <a:pathLst>
                <a:path w="14811" h="7948" extrusionOk="0">
                  <a:moveTo>
                    <a:pt x="7406" y="0"/>
                  </a:moveTo>
                  <a:cubicBezTo>
                    <a:pt x="5654" y="0"/>
                    <a:pt x="3903" y="367"/>
                    <a:pt x="2269" y="1101"/>
                  </a:cubicBezTo>
                  <a:cubicBezTo>
                    <a:pt x="801" y="1835"/>
                    <a:pt x="0" y="2869"/>
                    <a:pt x="0" y="3970"/>
                  </a:cubicBezTo>
                  <a:cubicBezTo>
                    <a:pt x="0" y="5104"/>
                    <a:pt x="801" y="6105"/>
                    <a:pt x="2269" y="6872"/>
                  </a:cubicBezTo>
                  <a:cubicBezTo>
                    <a:pt x="3903" y="7589"/>
                    <a:pt x="5654" y="7948"/>
                    <a:pt x="7406" y="7948"/>
                  </a:cubicBezTo>
                  <a:cubicBezTo>
                    <a:pt x="9157" y="7948"/>
                    <a:pt x="10908" y="7589"/>
                    <a:pt x="12543" y="6872"/>
                  </a:cubicBezTo>
                  <a:cubicBezTo>
                    <a:pt x="13977" y="6105"/>
                    <a:pt x="14811" y="5071"/>
                    <a:pt x="14811" y="3970"/>
                  </a:cubicBezTo>
                  <a:cubicBezTo>
                    <a:pt x="14811" y="2836"/>
                    <a:pt x="13977" y="1835"/>
                    <a:pt x="12543" y="1101"/>
                  </a:cubicBezTo>
                  <a:cubicBezTo>
                    <a:pt x="10908" y="367"/>
                    <a:pt x="9157" y="0"/>
                    <a:pt x="74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4351;p75">
              <a:extLst>
                <a:ext uri="{FF2B5EF4-FFF2-40B4-BE49-F238E27FC236}">
                  <a16:creationId xmlns:a16="http://schemas.microsoft.com/office/drawing/2014/main" id="{5BE1E5E7-8610-0E78-BE98-523A054547D3}"/>
                </a:ext>
              </a:extLst>
            </p:cNvPr>
            <p:cNvSpPr/>
            <p:nvPr/>
          </p:nvSpPr>
          <p:spPr>
            <a:xfrm>
              <a:off x="2843875" y="3924075"/>
              <a:ext cx="533725" cy="297750"/>
            </a:xfrm>
            <a:custGeom>
              <a:avLst/>
              <a:gdLst/>
              <a:ahLst/>
              <a:cxnLst/>
              <a:rect l="l" t="t" r="r" b="b"/>
              <a:pathLst>
                <a:path w="21349" h="11910" extrusionOk="0">
                  <a:moveTo>
                    <a:pt x="10675" y="1969"/>
                  </a:moveTo>
                  <a:cubicBezTo>
                    <a:pt x="12426" y="1969"/>
                    <a:pt x="14177" y="2336"/>
                    <a:pt x="15812" y="3070"/>
                  </a:cubicBezTo>
                  <a:cubicBezTo>
                    <a:pt x="17279" y="3837"/>
                    <a:pt x="18080" y="4838"/>
                    <a:pt x="18080" y="5972"/>
                  </a:cubicBezTo>
                  <a:cubicBezTo>
                    <a:pt x="18080" y="7073"/>
                    <a:pt x="17246" y="8107"/>
                    <a:pt x="15812" y="8841"/>
                  </a:cubicBezTo>
                  <a:cubicBezTo>
                    <a:pt x="14177" y="9574"/>
                    <a:pt x="12426" y="9941"/>
                    <a:pt x="10675" y="9941"/>
                  </a:cubicBezTo>
                  <a:cubicBezTo>
                    <a:pt x="8923" y="9941"/>
                    <a:pt x="7172" y="9574"/>
                    <a:pt x="5538" y="8841"/>
                  </a:cubicBezTo>
                  <a:cubicBezTo>
                    <a:pt x="4070" y="8107"/>
                    <a:pt x="3269" y="7073"/>
                    <a:pt x="3269" y="5972"/>
                  </a:cubicBezTo>
                  <a:cubicBezTo>
                    <a:pt x="3269" y="4838"/>
                    <a:pt x="4070" y="3837"/>
                    <a:pt x="5538" y="3070"/>
                  </a:cubicBezTo>
                  <a:cubicBezTo>
                    <a:pt x="7172" y="2336"/>
                    <a:pt x="8923" y="1969"/>
                    <a:pt x="10675" y="1969"/>
                  </a:cubicBezTo>
                  <a:close/>
                  <a:moveTo>
                    <a:pt x="10675" y="1"/>
                  </a:moveTo>
                  <a:cubicBezTo>
                    <a:pt x="7772" y="1"/>
                    <a:pt x="5071" y="668"/>
                    <a:pt x="3036" y="1836"/>
                  </a:cubicBezTo>
                  <a:cubicBezTo>
                    <a:pt x="1068" y="2970"/>
                    <a:pt x="0" y="4437"/>
                    <a:pt x="0" y="5972"/>
                  </a:cubicBezTo>
                  <a:cubicBezTo>
                    <a:pt x="0" y="7506"/>
                    <a:pt x="1068" y="8974"/>
                    <a:pt x="3036" y="10108"/>
                  </a:cubicBezTo>
                  <a:cubicBezTo>
                    <a:pt x="5071" y="11276"/>
                    <a:pt x="7772" y="11909"/>
                    <a:pt x="10675" y="11909"/>
                  </a:cubicBezTo>
                  <a:cubicBezTo>
                    <a:pt x="13543" y="11909"/>
                    <a:pt x="16279" y="11276"/>
                    <a:pt x="18313" y="10108"/>
                  </a:cubicBezTo>
                  <a:cubicBezTo>
                    <a:pt x="20248" y="8974"/>
                    <a:pt x="21349" y="7506"/>
                    <a:pt x="21349" y="5972"/>
                  </a:cubicBezTo>
                  <a:cubicBezTo>
                    <a:pt x="21349" y="4437"/>
                    <a:pt x="20281" y="2970"/>
                    <a:pt x="18313" y="1836"/>
                  </a:cubicBezTo>
                  <a:cubicBezTo>
                    <a:pt x="16279" y="668"/>
                    <a:pt x="13577" y="1"/>
                    <a:pt x="1067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4352;p75">
              <a:extLst>
                <a:ext uri="{FF2B5EF4-FFF2-40B4-BE49-F238E27FC236}">
                  <a16:creationId xmlns:a16="http://schemas.microsoft.com/office/drawing/2014/main" id="{BC46C567-F4E7-834D-593A-00629DEEEAC3}"/>
                </a:ext>
              </a:extLst>
            </p:cNvPr>
            <p:cNvSpPr/>
            <p:nvPr/>
          </p:nvSpPr>
          <p:spPr>
            <a:xfrm>
              <a:off x="2934775" y="3983300"/>
              <a:ext cx="351100" cy="180150"/>
            </a:xfrm>
            <a:custGeom>
              <a:avLst/>
              <a:gdLst/>
              <a:ahLst/>
              <a:cxnLst/>
              <a:rect l="l" t="t" r="r" b="b"/>
              <a:pathLst>
                <a:path w="14044" h="7206" extrusionOk="0">
                  <a:moveTo>
                    <a:pt x="7039" y="0"/>
                  </a:moveTo>
                  <a:cubicBezTo>
                    <a:pt x="3169" y="0"/>
                    <a:pt x="0" y="1601"/>
                    <a:pt x="0" y="3603"/>
                  </a:cubicBezTo>
                  <a:cubicBezTo>
                    <a:pt x="0" y="5571"/>
                    <a:pt x="3169" y="7205"/>
                    <a:pt x="7039" y="7205"/>
                  </a:cubicBezTo>
                  <a:cubicBezTo>
                    <a:pt x="10908" y="7205"/>
                    <a:pt x="14044" y="5571"/>
                    <a:pt x="14044" y="3603"/>
                  </a:cubicBezTo>
                  <a:cubicBezTo>
                    <a:pt x="14044" y="1601"/>
                    <a:pt x="10908" y="0"/>
                    <a:pt x="70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4353;p75">
              <a:extLst>
                <a:ext uri="{FF2B5EF4-FFF2-40B4-BE49-F238E27FC236}">
                  <a16:creationId xmlns:a16="http://schemas.microsoft.com/office/drawing/2014/main" id="{3DD3E8EB-4ADF-DFBB-211D-44BB4F1EAB39}"/>
                </a:ext>
              </a:extLst>
            </p:cNvPr>
            <p:cNvSpPr/>
            <p:nvPr/>
          </p:nvSpPr>
          <p:spPr>
            <a:xfrm>
              <a:off x="2934775" y="3983300"/>
              <a:ext cx="351100" cy="180150"/>
            </a:xfrm>
            <a:custGeom>
              <a:avLst/>
              <a:gdLst/>
              <a:ahLst/>
              <a:cxnLst/>
              <a:rect l="l" t="t" r="r" b="b"/>
              <a:pathLst>
                <a:path w="14044" h="7206" extrusionOk="0">
                  <a:moveTo>
                    <a:pt x="7039" y="0"/>
                  </a:moveTo>
                  <a:cubicBezTo>
                    <a:pt x="3169" y="0"/>
                    <a:pt x="0" y="1601"/>
                    <a:pt x="0" y="3603"/>
                  </a:cubicBezTo>
                  <a:cubicBezTo>
                    <a:pt x="0" y="5571"/>
                    <a:pt x="3169" y="7205"/>
                    <a:pt x="7039" y="7205"/>
                  </a:cubicBezTo>
                  <a:cubicBezTo>
                    <a:pt x="10908" y="7205"/>
                    <a:pt x="14044" y="5571"/>
                    <a:pt x="14044" y="3603"/>
                  </a:cubicBezTo>
                  <a:cubicBezTo>
                    <a:pt x="14044" y="1601"/>
                    <a:pt x="10908" y="0"/>
                    <a:pt x="70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4354;p75">
              <a:extLst>
                <a:ext uri="{FF2B5EF4-FFF2-40B4-BE49-F238E27FC236}">
                  <a16:creationId xmlns:a16="http://schemas.microsoft.com/office/drawing/2014/main" id="{C48B3DBC-F22D-191B-8C8A-31AB7518E266}"/>
                </a:ext>
              </a:extLst>
            </p:cNvPr>
            <p:cNvSpPr/>
            <p:nvPr/>
          </p:nvSpPr>
          <p:spPr>
            <a:xfrm>
              <a:off x="2934775" y="3983300"/>
              <a:ext cx="351100" cy="180150"/>
            </a:xfrm>
            <a:custGeom>
              <a:avLst/>
              <a:gdLst/>
              <a:ahLst/>
              <a:cxnLst/>
              <a:rect l="l" t="t" r="r" b="b"/>
              <a:pathLst>
                <a:path w="14044" h="7206" extrusionOk="0">
                  <a:moveTo>
                    <a:pt x="7039" y="0"/>
                  </a:moveTo>
                  <a:cubicBezTo>
                    <a:pt x="3169" y="0"/>
                    <a:pt x="0" y="1601"/>
                    <a:pt x="0" y="3603"/>
                  </a:cubicBezTo>
                  <a:cubicBezTo>
                    <a:pt x="0" y="5571"/>
                    <a:pt x="3169" y="7205"/>
                    <a:pt x="7039" y="7205"/>
                  </a:cubicBezTo>
                  <a:cubicBezTo>
                    <a:pt x="10908" y="7205"/>
                    <a:pt x="14044" y="5571"/>
                    <a:pt x="14044" y="3603"/>
                  </a:cubicBezTo>
                  <a:cubicBezTo>
                    <a:pt x="14044" y="1601"/>
                    <a:pt x="10908" y="0"/>
                    <a:pt x="70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4355;p75">
              <a:extLst>
                <a:ext uri="{FF2B5EF4-FFF2-40B4-BE49-F238E27FC236}">
                  <a16:creationId xmlns:a16="http://schemas.microsoft.com/office/drawing/2014/main" id="{F63BDA3F-47BA-54D0-7E8B-9F107EFFB63D}"/>
                </a:ext>
              </a:extLst>
            </p:cNvPr>
            <p:cNvSpPr/>
            <p:nvPr/>
          </p:nvSpPr>
          <p:spPr>
            <a:xfrm>
              <a:off x="2936425" y="4007050"/>
              <a:ext cx="347775" cy="156825"/>
            </a:xfrm>
            <a:custGeom>
              <a:avLst/>
              <a:gdLst/>
              <a:ahLst/>
              <a:cxnLst/>
              <a:rect l="l" t="t" r="r" b="b"/>
              <a:pathLst>
                <a:path w="13911" h="6273" extrusionOk="0">
                  <a:moveTo>
                    <a:pt x="6960" y="1"/>
                  </a:moveTo>
                  <a:cubicBezTo>
                    <a:pt x="5163" y="1"/>
                    <a:pt x="3370" y="351"/>
                    <a:pt x="2002" y="1052"/>
                  </a:cubicBezTo>
                  <a:cubicBezTo>
                    <a:pt x="868" y="1619"/>
                    <a:pt x="201" y="2353"/>
                    <a:pt x="1" y="3153"/>
                  </a:cubicBezTo>
                  <a:cubicBezTo>
                    <a:pt x="201" y="3887"/>
                    <a:pt x="868" y="4621"/>
                    <a:pt x="2002" y="5221"/>
                  </a:cubicBezTo>
                  <a:cubicBezTo>
                    <a:pt x="3370" y="5922"/>
                    <a:pt x="5163" y="6272"/>
                    <a:pt x="6960" y="6272"/>
                  </a:cubicBezTo>
                  <a:cubicBezTo>
                    <a:pt x="8757" y="6272"/>
                    <a:pt x="10558" y="5922"/>
                    <a:pt x="11943" y="5221"/>
                  </a:cubicBezTo>
                  <a:cubicBezTo>
                    <a:pt x="13077" y="4654"/>
                    <a:pt x="13711" y="3920"/>
                    <a:pt x="13911" y="3153"/>
                  </a:cubicBezTo>
                  <a:cubicBezTo>
                    <a:pt x="13711" y="2353"/>
                    <a:pt x="13077" y="1619"/>
                    <a:pt x="11943" y="1052"/>
                  </a:cubicBezTo>
                  <a:cubicBezTo>
                    <a:pt x="10558" y="351"/>
                    <a:pt x="8757" y="1"/>
                    <a:pt x="696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4356;p75">
              <a:extLst>
                <a:ext uri="{FF2B5EF4-FFF2-40B4-BE49-F238E27FC236}">
                  <a16:creationId xmlns:a16="http://schemas.microsoft.com/office/drawing/2014/main" id="{4DD98578-6789-5A9A-23D8-22FD4B56CC79}"/>
                </a:ext>
              </a:extLst>
            </p:cNvPr>
            <p:cNvSpPr/>
            <p:nvPr/>
          </p:nvSpPr>
          <p:spPr>
            <a:xfrm>
              <a:off x="2936425" y="4007050"/>
              <a:ext cx="347775" cy="156825"/>
            </a:xfrm>
            <a:custGeom>
              <a:avLst/>
              <a:gdLst/>
              <a:ahLst/>
              <a:cxnLst/>
              <a:rect l="l" t="t" r="r" b="b"/>
              <a:pathLst>
                <a:path w="13911" h="6273" extrusionOk="0">
                  <a:moveTo>
                    <a:pt x="6960" y="1"/>
                  </a:moveTo>
                  <a:cubicBezTo>
                    <a:pt x="5163" y="1"/>
                    <a:pt x="3370" y="351"/>
                    <a:pt x="2002" y="1052"/>
                  </a:cubicBezTo>
                  <a:cubicBezTo>
                    <a:pt x="868" y="1619"/>
                    <a:pt x="201" y="2353"/>
                    <a:pt x="1" y="3153"/>
                  </a:cubicBezTo>
                  <a:cubicBezTo>
                    <a:pt x="201" y="3887"/>
                    <a:pt x="868" y="4621"/>
                    <a:pt x="2002" y="5221"/>
                  </a:cubicBezTo>
                  <a:cubicBezTo>
                    <a:pt x="3370" y="5922"/>
                    <a:pt x="5163" y="6272"/>
                    <a:pt x="6960" y="6272"/>
                  </a:cubicBezTo>
                  <a:cubicBezTo>
                    <a:pt x="8757" y="6272"/>
                    <a:pt x="10558" y="5922"/>
                    <a:pt x="11943" y="5221"/>
                  </a:cubicBezTo>
                  <a:cubicBezTo>
                    <a:pt x="13077" y="4654"/>
                    <a:pt x="13711" y="3920"/>
                    <a:pt x="13911" y="3153"/>
                  </a:cubicBezTo>
                  <a:cubicBezTo>
                    <a:pt x="13711" y="2353"/>
                    <a:pt x="13077" y="1619"/>
                    <a:pt x="11943" y="1052"/>
                  </a:cubicBezTo>
                  <a:cubicBezTo>
                    <a:pt x="10558" y="351"/>
                    <a:pt x="8757" y="1"/>
                    <a:pt x="69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4357;p75">
              <a:extLst>
                <a:ext uri="{FF2B5EF4-FFF2-40B4-BE49-F238E27FC236}">
                  <a16:creationId xmlns:a16="http://schemas.microsoft.com/office/drawing/2014/main" id="{E865A788-CD92-AAEB-7D83-87A4A438ACD7}"/>
                </a:ext>
              </a:extLst>
            </p:cNvPr>
            <p:cNvSpPr/>
            <p:nvPr/>
          </p:nvSpPr>
          <p:spPr>
            <a:xfrm>
              <a:off x="3102375" y="4010825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2" y="0"/>
                  </a:moveTo>
                  <a:lnTo>
                    <a:pt x="1" y="1001"/>
                  </a:lnTo>
                  <a:lnTo>
                    <a:pt x="1" y="2068"/>
                  </a:lnTo>
                  <a:lnTo>
                    <a:pt x="635" y="1401"/>
                  </a:lnTo>
                  <a:lnTo>
                    <a:pt x="1002" y="1034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4358;p75">
              <a:extLst>
                <a:ext uri="{FF2B5EF4-FFF2-40B4-BE49-F238E27FC236}">
                  <a16:creationId xmlns:a16="http://schemas.microsoft.com/office/drawing/2014/main" id="{BEC79AB2-6BDC-4D21-FEFD-D322A47012F7}"/>
                </a:ext>
              </a:extLst>
            </p:cNvPr>
            <p:cNvSpPr/>
            <p:nvPr/>
          </p:nvSpPr>
          <p:spPr>
            <a:xfrm>
              <a:off x="3102375" y="4010825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2" y="0"/>
                  </a:moveTo>
                  <a:lnTo>
                    <a:pt x="1" y="1001"/>
                  </a:lnTo>
                  <a:lnTo>
                    <a:pt x="1" y="2068"/>
                  </a:lnTo>
                  <a:lnTo>
                    <a:pt x="635" y="1401"/>
                  </a:lnTo>
                  <a:lnTo>
                    <a:pt x="1002" y="1034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4359;p75">
              <a:extLst>
                <a:ext uri="{FF2B5EF4-FFF2-40B4-BE49-F238E27FC236}">
                  <a16:creationId xmlns:a16="http://schemas.microsoft.com/office/drawing/2014/main" id="{ADC7D43B-011E-6EA3-F31C-772CE6FAE0C2}"/>
                </a:ext>
              </a:extLst>
            </p:cNvPr>
            <p:cNvSpPr/>
            <p:nvPr/>
          </p:nvSpPr>
          <p:spPr>
            <a:xfrm>
              <a:off x="3054025" y="4033550"/>
              <a:ext cx="48375" cy="25450"/>
            </a:xfrm>
            <a:custGeom>
              <a:avLst/>
              <a:gdLst/>
              <a:ahLst/>
              <a:cxnLst/>
              <a:rect l="l" t="t" r="r" b="b"/>
              <a:pathLst>
                <a:path w="1935" h="1018" extrusionOk="0">
                  <a:moveTo>
                    <a:pt x="1379" y="1"/>
                  </a:moveTo>
                  <a:cubicBezTo>
                    <a:pt x="1061" y="1"/>
                    <a:pt x="754" y="90"/>
                    <a:pt x="501" y="259"/>
                  </a:cubicBezTo>
                  <a:cubicBezTo>
                    <a:pt x="0" y="525"/>
                    <a:pt x="67" y="759"/>
                    <a:pt x="300" y="926"/>
                  </a:cubicBezTo>
                  <a:cubicBezTo>
                    <a:pt x="367" y="959"/>
                    <a:pt x="434" y="959"/>
                    <a:pt x="501" y="992"/>
                  </a:cubicBezTo>
                  <a:cubicBezTo>
                    <a:pt x="567" y="1009"/>
                    <a:pt x="642" y="1017"/>
                    <a:pt x="717" y="1017"/>
                  </a:cubicBezTo>
                  <a:cubicBezTo>
                    <a:pt x="792" y="1017"/>
                    <a:pt x="868" y="1009"/>
                    <a:pt x="934" y="992"/>
                  </a:cubicBezTo>
                  <a:cubicBezTo>
                    <a:pt x="1268" y="926"/>
                    <a:pt x="1601" y="826"/>
                    <a:pt x="1935" y="692"/>
                  </a:cubicBezTo>
                  <a:lnTo>
                    <a:pt x="1935" y="92"/>
                  </a:lnTo>
                  <a:cubicBezTo>
                    <a:pt x="1751" y="31"/>
                    <a:pt x="1563" y="1"/>
                    <a:pt x="137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4360;p75">
              <a:extLst>
                <a:ext uri="{FF2B5EF4-FFF2-40B4-BE49-F238E27FC236}">
                  <a16:creationId xmlns:a16="http://schemas.microsoft.com/office/drawing/2014/main" id="{F65409CD-995E-E393-99E9-FAE41CE65CFD}"/>
                </a:ext>
              </a:extLst>
            </p:cNvPr>
            <p:cNvSpPr/>
            <p:nvPr/>
          </p:nvSpPr>
          <p:spPr>
            <a:xfrm>
              <a:off x="3054025" y="4033550"/>
              <a:ext cx="48375" cy="25450"/>
            </a:xfrm>
            <a:custGeom>
              <a:avLst/>
              <a:gdLst/>
              <a:ahLst/>
              <a:cxnLst/>
              <a:rect l="l" t="t" r="r" b="b"/>
              <a:pathLst>
                <a:path w="1935" h="1018" extrusionOk="0">
                  <a:moveTo>
                    <a:pt x="1379" y="1"/>
                  </a:moveTo>
                  <a:cubicBezTo>
                    <a:pt x="1061" y="1"/>
                    <a:pt x="754" y="90"/>
                    <a:pt x="501" y="259"/>
                  </a:cubicBezTo>
                  <a:cubicBezTo>
                    <a:pt x="0" y="525"/>
                    <a:pt x="67" y="759"/>
                    <a:pt x="300" y="926"/>
                  </a:cubicBezTo>
                  <a:cubicBezTo>
                    <a:pt x="367" y="959"/>
                    <a:pt x="434" y="959"/>
                    <a:pt x="501" y="992"/>
                  </a:cubicBezTo>
                  <a:cubicBezTo>
                    <a:pt x="567" y="1009"/>
                    <a:pt x="642" y="1017"/>
                    <a:pt x="717" y="1017"/>
                  </a:cubicBezTo>
                  <a:cubicBezTo>
                    <a:pt x="792" y="1017"/>
                    <a:pt x="868" y="1009"/>
                    <a:pt x="934" y="992"/>
                  </a:cubicBezTo>
                  <a:cubicBezTo>
                    <a:pt x="1268" y="926"/>
                    <a:pt x="1601" y="826"/>
                    <a:pt x="1935" y="692"/>
                  </a:cubicBezTo>
                  <a:lnTo>
                    <a:pt x="1935" y="92"/>
                  </a:lnTo>
                  <a:cubicBezTo>
                    <a:pt x="1751" y="31"/>
                    <a:pt x="1563" y="1"/>
                    <a:pt x="13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4361;p75">
              <a:extLst>
                <a:ext uri="{FF2B5EF4-FFF2-40B4-BE49-F238E27FC236}">
                  <a16:creationId xmlns:a16="http://schemas.microsoft.com/office/drawing/2014/main" id="{1369880C-7EEE-966D-C620-BB5012D27EEF}"/>
                </a:ext>
              </a:extLst>
            </p:cNvPr>
            <p:cNvSpPr/>
            <p:nvPr/>
          </p:nvSpPr>
          <p:spPr>
            <a:xfrm>
              <a:off x="3003150" y="4019150"/>
              <a:ext cx="215175" cy="128450"/>
            </a:xfrm>
            <a:custGeom>
              <a:avLst/>
              <a:gdLst/>
              <a:ahLst/>
              <a:cxnLst/>
              <a:rect l="l" t="t" r="r" b="b"/>
              <a:pathLst>
                <a:path w="8607" h="5138" extrusionOk="0">
                  <a:moveTo>
                    <a:pt x="0" y="1"/>
                  </a:moveTo>
                  <a:lnTo>
                    <a:pt x="0" y="901"/>
                  </a:lnTo>
                  <a:lnTo>
                    <a:pt x="296" y="1065"/>
                  </a:lnTo>
                  <a:lnTo>
                    <a:pt x="296" y="1065"/>
                  </a:lnTo>
                  <a:cubicBezTo>
                    <a:pt x="401" y="830"/>
                    <a:pt x="588" y="636"/>
                    <a:pt x="834" y="501"/>
                  </a:cubicBezTo>
                  <a:lnTo>
                    <a:pt x="0" y="1"/>
                  </a:lnTo>
                  <a:close/>
                  <a:moveTo>
                    <a:pt x="296" y="1065"/>
                  </a:moveTo>
                  <a:lnTo>
                    <a:pt x="296" y="1065"/>
                  </a:lnTo>
                  <a:cubicBezTo>
                    <a:pt x="244" y="1180"/>
                    <a:pt x="212" y="1304"/>
                    <a:pt x="201" y="1435"/>
                  </a:cubicBezTo>
                  <a:cubicBezTo>
                    <a:pt x="201" y="1445"/>
                    <a:pt x="201" y="1455"/>
                    <a:pt x="201" y="1466"/>
                  </a:cubicBezTo>
                  <a:lnTo>
                    <a:pt x="201" y="1466"/>
                  </a:lnTo>
                  <a:lnTo>
                    <a:pt x="301" y="1068"/>
                  </a:lnTo>
                  <a:lnTo>
                    <a:pt x="296" y="1065"/>
                  </a:lnTo>
                  <a:close/>
                  <a:moveTo>
                    <a:pt x="201" y="1466"/>
                  </a:moveTo>
                  <a:lnTo>
                    <a:pt x="201" y="1468"/>
                  </a:lnTo>
                  <a:lnTo>
                    <a:pt x="201" y="2336"/>
                  </a:lnTo>
                  <a:cubicBezTo>
                    <a:pt x="201" y="2636"/>
                    <a:pt x="434" y="2969"/>
                    <a:pt x="934" y="3270"/>
                  </a:cubicBezTo>
                  <a:cubicBezTo>
                    <a:pt x="1428" y="3527"/>
                    <a:pt x="1977" y="3661"/>
                    <a:pt x="2528" y="3661"/>
                  </a:cubicBezTo>
                  <a:cubicBezTo>
                    <a:pt x="2833" y="3661"/>
                    <a:pt x="3139" y="3620"/>
                    <a:pt x="3436" y="3536"/>
                  </a:cubicBezTo>
                  <a:lnTo>
                    <a:pt x="3937" y="3403"/>
                  </a:lnTo>
                  <a:lnTo>
                    <a:pt x="3937" y="3403"/>
                  </a:lnTo>
                  <a:lnTo>
                    <a:pt x="4504" y="2836"/>
                  </a:lnTo>
                  <a:cubicBezTo>
                    <a:pt x="4737" y="2938"/>
                    <a:pt x="4977" y="2989"/>
                    <a:pt x="5215" y="2989"/>
                  </a:cubicBezTo>
                  <a:cubicBezTo>
                    <a:pt x="5521" y="2989"/>
                    <a:pt x="5823" y="2905"/>
                    <a:pt x="6105" y="2736"/>
                  </a:cubicBezTo>
                  <a:cubicBezTo>
                    <a:pt x="6472" y="2536"/>
                    <a:pt x="6572" y="2302"/>
                    <a:pt x="6238" y="2102"/>
                  </a:cubicBezTo>
                  <a:cubicBezTo>
                    <a:pt x="6098" y="2023"/>
                    <a:pt x="5948" y="1990"/>
                    <a:pt x="5787" y="1990"/>
                  </a:cubicBezTo>
                  <a:cubicBezTo>
                    <a:pt x="5335" y="1990"/>
                    <a:pt x="4792" y="2248"/>
                    <a:pt x="4103" y="2469"/>
                  </a:cubicBezTo>
                  <a:cubicBezTo>
                    <a:pt x="3586" y="2630"/>
                    <a:pt x="3031" y="2771"/>
                    <a:pt x="2458" y="2771"/>
                  </a:cubicBezTo>
                  <a:cubicBezTo>
                    <a:pt x="1959" y="2771"/>
                    <a:pt x="1447" y="2664"/>
                    <a:pt x="934" y="2369"/>
                  </a:cubicBezTo>
                  <a:cubicBezTo>
                    <a:pt x="449" y="2078"/>
                    <a:pt x="215" y="1787"/>
                    <a:pt x="201" y="1466"/>
                  </a:cubicBezTo>
                  <a:close/>
                  <a:moveTo>
                    <a:pt x="8607" y="3603"/>
                  </a:moveTo>
                  <a:lnTo>
                    <a:pt x="7506" y="4237"/>
                  </a:lnTo>
                  <a:lnTo>
                    <a:pt x="6672" y="3770"/>
                  </a:lnTo>
                  <a:cubicBezTo>
                    <a:pt x="6099" y="4022"/>
                    <a:pt x="5494" y="4148"/>
                    <a:pt x="4879" y="4148"/>
                  </a:cubicBezTo>
                  <a:cubicBezTo>
                    <a:pt x="4600" y="4148"/>
                    <a:pt x="4318" y="4122"/>
                    <a:pt x="4037" y="4070"/>
                  </a:cubicBezTo>
                  <a:cubicBezTo>
                    <a:pt x="3837" y="4037"/>
                    <a:pt x="3636" y="3970"/>
                    <a:pt x="3436" y="3903"/>
                  </a:cubicBezTo>
                  <a:lnTo>
                    <a:pt x="3436" y="4804"/>
                  </a:lnTo>
                  <a:cubicBezTo>
                    <a:pt x="3916" y="4969"/>
                    <a:pt x="4410" y="5053"/>
                    <a:pt x="4902" y="5053"/>
                  </a:cubicBezTo>
                  <a:cubicBezTo>
                    <a:pt x="5504" y="5053"/>
                    <a:pt x="6103" y="4928"/>
                    <a:pt x="6672" y="4671"/>
                  </a:cubicBezTo>
                  <a:lnTo>
                    <a:pt x="7506" y="5138"/>
                  </a:lnTo>
                  <a:lnTo>
                    <a:pt x="8607" y="4504"/>
                  </a:lnTo>
                  <a:lnTo>
                    <a:pt x="8607" y="3603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4362;p75">
              <a:extLst>
                <a:ext uri="{FF2B5EF4-FFF2-40B4-BE49-F238E27FC236}">
                  <a16:creationId xmlns:a16="http://schemas.microsoft.com/office/drawing/2014/main" id="{DB656FDD-447F-41B7-9ADC-F8EC259CB866}"/>
                </a:ext>
              </a:extLst>
            </p:cNvPr>
            <p:cNvSpPr/>
            <p:nvPr/>
          </p:nvSpPr>
          <p:spPr>
            <a:xfrm>
              <a:off x="3008150" y="4045850"/>
              <a:ext cx="210175" cy="101750"/>
            </a:xfrm>
            <a:custGeom>
              <a:avLst/>
              <a:gdLst/>
              <a:ahLst/>
              <a:cxnLst/>
              <a:rect l="l" t="t" r="r" b="b"/>
              <a:pathLst>
                <a:path w="8407" h="4070" extrusionOk="0">
                  <a:moveTo>
                    <a:pt x="101" y="0"/>
                  </a:moveTo>
                  <a:lnTo>
                    <a:pt x="1" y="367"/>
                  </a:lnTo>
                  <a:cubicBezTo>
                    <a:pt x="1" y="377"/>
                    <a:pt x="1" y="387"/>
                    <a:pt x="1" y="398"/>
                  </a:cubicBezTo>
                  <a:lnTo>
                    <a:pt x="1" y="398"/>
                  </a:lnTo>
                  <a:lnTo>
                    <a:pt x="101" y="0"/>
                  </a:lnTo>
                  <a:close/>
                  <a:moveTo>
                    <a:pt x="1" y="398"/>
                  </a:moveTo>
                  <a:lnTo>
                    <a:pt x="1" y="400"/>
                  </a:lnTo>
                  <a:lnTo>
                    <a:pt x="1" y="1268"/>
                  </a:lnTo>
                  <a:cubicBezTo>
                    <a:pt x="1" y="1568"/>
                    <a:pt x="234" y="1901"/>
                    <a:pt x="734" y="2202"/>
                  </a:cubicBezTo>
                  <a:cubicBezTo>
                    <a:pt x="1228" y="2459"/>
                    <a:pt x="1777" y="2593"/>
                    <a:pt x="2328" y="2593"/>
                  </a:cubicBezTo>
                  <a:cubicBezTo>
                    <a:pt x="2633" y="2593"/>
                    <a:pt x="2939" y="2552"/>
                    <a:pt x="3236" y="2468"/>
                  </a:cubicBezTo>
                  <a:lnTo>
                    <a:pt x="3737" y="2335"/>
                  </a:lnTo>
                  <a:lnTo>
                    <a:pt x="3737" y="2335"/>
                  </a:lnTo>
                  <a:lnTo>
                    <a:pt x="4304" y="1768"/>
                  </a:lnTo>
                  <a:cubicBezTo>
                    <a:pt x="4529" y="1873"/>
                    <a:pt x="4774" y="1924"/>
                    <a:pt x="5022" y="1924"/>
                  </a:cubicBezTo>
                  <a:cubicBezTo>
                    <a:pt x="5324" y="1924"/>
                    <a:pt x="5630" y="1848"/>
                    <a:pt x="5905" y="1701"/>
                  </a:cubicBezTo>
                  <a:cubicBezTo>
                    <a:pt x="6272" y="1468"/>
                    <a:pt x="6372" y="1234"/>
                    <a:pt x="6038" y="1034"/>
                  </a:cubicBezTo>
                  <a:cubicBezTo>
                    <a:pt x="5898" y="955"/>
                    <a:pt x="5748" y="922"/>
                    <a:pt x="5587" y="922"/>
                  </a:cubicBezTo>
                  <a:cubicBezTo>
                    <a:pt x="5135" y="922"/>
                    <a:pt x="4592" y="1180"/>
                    <a:pt x="3903" y="1401"/>
                  </a:cubicBezTo>
                  <a:cubicBezTo>
                    <a:pt x="3368" y="1562"/>
                    <a:pt x="2814" y="1703"/>
                    <a:pt x="2246" y="1703"/>
                  </a:cubicBezTo>
                  <a:cubicBezTo>
                    <a:pt x="1752" y="1703"/>
                    <a:pt x="1247" y="1596"/>
                    <a:pt x="734" y="1301"/>
                  </a:cubicBezTo>
                  <a:cubicBezTo>
                    <a:pt x="249" y="1010"/>
                    <a:pt x="15" y="719"/>
                    <a:pt x="1" y="398"/>
                  </a:cubicBezTo>
                  <a:close/>
                  <a:moveTo>
                    <a:pt x="8407" y="2535"/>
                  </a:moveTo>
                  <a:lnTo>
                    <a:pt x="7306" y="3169"/>
                  </a:lnTo>
                  <a:lnTo>
                    <a:pt x="6472" y="2702"/>
                  </a:lnTo>
                  <a:cubicBezTo>
                    <a:pt x="5899" y="2954"/>
                    <a:pt x="5278" y="3080"/>
                    <a:pt x="4664" y="3080"/>
                  </a:cubicBezTo>
                  <a:cubicBezTo>
                    <a:pt x="4385" y="3080"/>
                    <a:pt x="4108" y="3054"/>
                    <a:pt x="3837" y="3002"/>
                  </a:cubicBezTo>
                  <a:cubicBezTo>
                    <a:pt x="3637" y="2969"/>
                    <a:pt x="3436" y="2902"/>
                    <a:pt x="3236" y="2835"/>
                  </a:cubicBezTo>
                  <a:lnTo>
                    <a:pt x="3236" y="3736"/>
                  </a:lnTo>
                  <a:cubicBezTo>
                    <a:pt x="3695" y="3894"/>
                    <a:pt x="4167" y="3971"/>
                    <a:pt x="4638" y="3971"/>
                  </a:cubicBezTo>
                  <a:cubicBezTo>
                    <a:pt x="5261" y="3971"/>
                    <a:pt x="5883" y="3835"/>
                    <a:pt x="6472" y="3569"/>
                  </a:cubicBezTo>
                  <a:lnTo>
                    <a:pt x="7306" y="4070"/>
                  </a:lnTo>
                  <a:lnTo>
                    <a:pt x="8407" y="3402"/>
                  </a:lnTo>
                  <a:lnTo>
                    <a:pt x="8407" y="25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4363;p75">
              <a:extLst>
                <a:ext uri="{FF2B5EF4-FFF2-40B4-BE49-F238E27FC236}">
                  <a16:creationId xmlns:a16="http://schemas.microsoft.com/office/drawing/2014/main" id="{F4608111-6D55-1B82-A206-1A5393D6F6AE}"/>
                </a:ext>
              </a:extLst>
            </p:cNvPr>
            <p:cNvSpPr/>
            <p:nvPr/>
          </p:nvSpPr>
          <p:spPr>
            <a:xfrm>
              <a:off x="3002325" y="4019150"/>
              <a:ext cx="20875" cy="26725"/>
            </a:xfrm>
            <a:custGeom>
              <a:avLst/>
              <a:gdLst/>
              <a:ahLst/>
              <a:cxnLst/>
              <a:rect l="l" t="t" r="r" b="b"/>
              <a:pathLst>
                <a:path w="835" h="1069" extrusionOk="0">
                  <a:moveTo>
                    <a:pt x="0" y="1"/>
                  </a:moveTo>
                  <a:lnTo>
                    <a:pt x="0" y="901"/>
                  </a:lnTo>
                  <a:lnTo>
                    <a:pt x="300" y="1068"/>
                  </a:lnTo>
                  <a:cubicBezTo>
                    <a:pt x="434" y="835"/>
                    <a:pt x="634" y="634"/>
                    <a:pt x="834" y="5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4364;p75">
              <a:extLst>
                <a:ext uri="{FF2B5EF4-FFF2-40B4-BE49-F238E27FC236}">
                  <a16:creationId xmlns:a16="http://schemas.microsoft.com/office/drawing/2014/main" id="{129D18D5-DBCA-D930-EC87-3123B917F9A1}"/>
                </a:ext>
              </a:extLst>
            </p:cNvPr>
            <p:cNvSpPr/>
            <p:nvPr/>
          </p:nvSpPr>
          <p:spPr>
            <a:xfrm>
              <a:off x="3197450" y="4075850"/>
              <a:ext cx="16700" cy="30050"/>
            </a:xfrm>
            <a:custGeom>
              <a:avLst/>
              <a:gdLst/>
              <a:ahLst/>
              <a:cxnLst/>
              <a:rect l="l" t="t" r="r" b="b"/>
              <a:pathLst>
                <a:path w="668" h="1202" extrusionOk="0">
                  <a:moveTo>
                    <a:pt x="668" y="1"/>
                  </a:moveTo>
                  <a:cubicBezTo>
                    <a:pt x="601" y="368"/>
                    <a:pt x="368" y="701"/>
                    <a:pt x="1" y="868"/>
                  </a:cubicBezTo>
                  <a:lnTo>
                    <a:pt x="568" y="1202"/>
                  </a:lnTo>
                  <a:cubicBezTo>
                    <a:pt x="634" y="1068"/>
                    <a:pt x="668" y="902"/>
                    <a:pt x="668" y="768"/>
                  </a:cubicBezTo>
                  <a:cubicBezTo>
                    <a:pt x="668" y="735"/>
                    <a:pt x="668" y="234"/>
                    <a:pt x="6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4365;p75">
              <a:extLst>
                <a:ext uri="{FF2B5EF4-FFF2-40B4-BE49-F238E27FC236}">
                  <a16:creationId xmlns:a16="http://schemas.microsoft.com/office/drawing/2014/main" id="{2496853F-03F0-2F67-0106-E05A5095CE5B}"/>
                </a:ext>
              </a:extLst>
            </p:cNvPr>
            <p:cNvSpPr/>
            <p:nvPr/>
          </p:nvSpPr>
          <p:spPr>
            <a:xfrm>
              <a:off x="3197450" y="4075850"/>
              <a:ext cx="16700" cy="30050"/>
            </a:xfrm>
            <a:custGeom>
              <a:avLst/>
              <a:gdLst/>
              <a:ahLst/>
              <a:cxnLst/>
              <a:rect l="l" t="t" r="r" b="b"/>
              <a:pathLst>
                <a:path w="668" h="1202" extrusionOk="0">
                  <a:moveTo>
                    <a:pt x="668" y="1"/>
                  </a:moveTo>
                  <a:cubicBezTo>
                    <a:pt x="601" y="368"/>
                    <a:pt x="368" y="701"/>
                    <a:pt x="1" y="868"/>
                  </a:cubicBezTo>
                  <a:lnTo>
                    <a:pt x="568" y="1202"/>
                  </a:lnTo>
                  <a:cubicBezTo>
                    <a:pt x="634" y="1068"/>
                    <a:pt x="668" y="902"/>
                    <a:pt x="668" y="768"/>
                  </a:cubicBezTo>
                  <a:cubicBezTo>
                    <a:pt x="668" y="735"/>
                    <a:pt x="668" y="234"/>
                    <a:pt x="6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4366;p75">
              <a:extLst>
                <a:ext uri="{FF2B5EF4-FFF2-40B4-BE49-F238E27FC236}">
                  <a16:creationId xmlns:a16="http://schemas.microsoft.com/office/drawing/2014/main" id="{0FEE99AE-FAB0-0F72-6BC2-768F18A6B27E}"/>
                </a:ext>
              </a:extLst>
            </p:cNvPr>
            <p:cNvSpPr/>
            <p:nvPr/>
          </p:nvSpPr>
          <p:spPr>
            <a:xfrm>
              <a:off x="3003150" y="4002475"/>
              <a:ext cx="216000" cy="122600"/>
            </a:xfrm>
            <a:custGeom>
              <a:avLst/>
              <a:gdLst/>
              <a:ahLst/>
              <a:cxnLst/>
              <a:rect l="l" t="t" r="r" b="b"/>
              <a:pathLst>
                <a:path w="8640" h="4904" extrusionOk="0">
                  <a:moveTo>
                    <a:pt x="1135" y="0"/>
                  </a:moveTo>
                  <a:lnTo>
                    <a:pt x="0" y="668"/>
                  </a:lnTo>
                  <a:lnTo>
                    <a:pt x="834" y="1135"/>
                  </a:lnTo>
                  <a:cubicBezTo>
                    <a:pt x="501" y="1335"/>
                    <a:pt x="267" y="1702"/>
                    <a:pt x="201" y="2102"/>
                  </a:cubicBezTo>
                  <a:cubicBezTo>
                    <a:pt x="201" y="2402"/>
                    <a:pt x="467" y="2736"/>
                    <a:pt x="934" y="3003"/>
                  </a:cubicBezTo>
                  <a:cubicBezTo>
                    <a:pt x="1457" y="3303"/>
                    <a:pt x="1979" y="3416"/>
                    <a:pt x="2488" y="3416"/>
                  </a:cubicBezTo>
                  <a:cubicBezTo>
                    <a:pt x="3050" y="3416"/>
                    <a:pt x="3595" y="3278"/>
                    <a:pt x="4103" y="3103"/>
                  </a:cubicBezTo>
                  <a:cubicBezTo>
                    <a:pt x="4778" y="2886"/>
                    <a:pt x="5314" y="2651"/>
                    <a:pt x="5761" y="2651"/>
                  </a:cubicBezTo>
                  <a:cubicBezTo>
                    <a:pt x="5932" y="2651"/>
                    <a:pt x="6090" y="2686"/>
                    <a:pt x="6238" y="2769"/>
                  </a:cubicBezTo>
                  <a:cubicBezTo>
                    <a:pt x="6572" y="2969"/>
                    <a:pt x="6472" y="3169"/>
                    <a:pt x="6105" y="3403"/>
                  </a:cubicBezTo>
                  <a:cubicBezTo>
                    <a:pt x="5838" y="3555"/>
                    <a:pt x="5528" y="3632"/>
                    <a:pt x="5217" y="3632"/>
                  </a:cubicBezTo>
                  <a:cubicBezTo>
                    <a:pt x="4984" y="3632"/>
                    <a:pt x="4751" y="3589"/>
                    <a:pt x="4537" y="3503"/>
                  </a:cubicBezTo>
                  <a:lnTo>
                    <a:pt x="3470" y="4537"/>
                  </a:lnTo>
                  <a:cubicBezTo>
                    <a:pt x="3636" y="4637"/>
                    <a:pt x="3837" y="4670"/>
                    <a:pt x="4037" y="4737"/>
                  </a:cubicBezTo>
                  <a:cubicBezTo>
                    <a:pt x="4370" y="4804"/>
                    <a:pt x="4737" y="4804"/>
                    <a:pt x="5071" y="4804"/>
                  </a:cubicBezTo>
                  <a:cubicBezTo>
                    <a:pt x="5638" y="4771"/>
                    <a:pt x="6172" y="4637"/>
                    <a:pt x="6672" y="4404"/>
                  </a:cubicBezTo>
                  <a:lnTo>
                    <a:pt x="7506" y="4904"/>
                  </a:lnTo>
                  <a:lnTo>
                    <a:pt x="8640" y="4237"/>
                  </a:lnTo>
                  <a:lnTo>
                    <a:pt x="8440" y="4170"/>
                  </a:lnTo>
                  <a:lnTo>
                    <a:pt x="7773" y="3770"/>
                  </a:lnTo>
                  <a:cubicBezTo>
                    <a:pt x="8173" y="3603"/>
                    <a:pt x="8440" y="3236"/>
                    <a:pt x="8440" y="2802"/>
                  </a:cubicBezTo>
                  <a:cubicBezTo>
                    <a:pt x="8440" y="2769"/>
                    <a:pt x="8440" y="2736"/>
                    <a:pt x="8440" y="2702"/>
                  </a:cubicBezTo>
                  <a:cubicBezTo>
                    <a:pt x="8406" y="2402"/>
                    <a:pt x="8173" y="2102"/>
                    <a:pt x="7706" y="1835"/>
                  </a:cubicBezTo>
                  <a:cubicBezTo>
                    <a:pt x="7272" y="1568"/>
                    <a:pt x="6739" y="1435"/>
                    <a:pt x="6205" y="1435"/>
                  </a:cubicBezTo>
                  <a:lnTo>
                    <a:pt x="5671" y="1435"/>
                  </a:lnTo>
                  <a:cubicBezTo>
                    <a:pt x="5438" y="1468"/>
                    <a:pt x="5204" y="1535"/>
                    <a:pt x="4971" y="1602"/>
                  </a:cubicBezTo>
                  <a:cubicBezTo>
                    <a:pt x="4837" y="1635"/>
                    <a:pt x="4737" y="1668"/>
                    <a:pt x="4604" y="1702"/>
                  </a:cubicBezTo>
                  <a:lnTo>
                    <a:pt x="4137" y="1868"/>
                  </a:lnTo>
                  <a:lnTo>
                    <a:pt x="3970" y="1902"/>
                  </a:lnTo>
                  <a:cubicBezTo>
                    <a:pt x="3636" y="2035"/>
                    <a:pt x="3303" y="2135"/>
                    <a:pt x="2969" y="2202"/>
                  </a:cubicBezTo>
                  <a:cubicBezTo>
                    <a:pt x="2903" y="2219"/>
                    <a:pt x="2836" y="2227"/>
                    <a:pt x="2765" y="2227"/>
                  </a:cubicBezTo>
                  <a:cubicBezTo>
                    <a:pt x="2694" y="2227"/>
                    <a:pt x="2619" y="2219"/>
                    <a:pt x="2536" y="2202"/>
                  </a:cubicBezTo>
                  <a:cubicBezTo>
                    <a:pt x="2469" y="2169"/>
                    <a:pt x="2402" y="2135"/>
                    <a:pt x="2335" y="2102"/>
                  </a:cubicBezTo>
                  <a:cubicBezTo>
                    <a:pt x="2102" y="1969"/>
                    <a:pt x="2069" y="1735"/>
                    <a:pt x="2536" y="1468"/>
                  </a:cubicBezTo>
                  <a:cubicBezTo>
                    <a:pt x="2798" y="1307"/>
                    <a:pt x="3097" y="1218"/>
                    <a:pt x="3396" y="1218"/>
                  </a:cubicBezTo>
                  <a:cubicBezTo>
                    <a:pt x="3591" y="1218"/>
                    <a:pt x="3786" y="1256"/>
                    <a:pt x="3970" y="1335"/>
                  </a:cubicBezTo>
                  <a:lnTo>
                    <a:pt x="4971" y="301"/>
                  </a:lnTo>
                  <a:cubicBezTo>
                    <a:pt x="4567" y="175"/>
                    <a:pt x="4141" y="114"/>
                    <a:pt x="3713" y="114"/>
                  </a:cubicBezTo>
                  <a:cubicBezTo>
                    <a:pt x="3114" y="114"/>
                    <a:pt x="2513" y="234"/>
                    <a:pt x="1969" y="467"/>
                  </a:cubicBezTo>
                  <a:lnTo>
                    <a:pt x="11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4367;p75">
              <a:extLst>
                <a:ext uri="{FF2B5EF4-FFF2-40B4-BE49-F238E27FC236}">
                  <a16:creationId xmlns:a16="http://schemas.microsoft.com/office/drawing/2014/main" id="{525CD080-7E24-8883-DD53-4AACC442D5A6}"/>
                </a:ext>
              </a:extLst>
            </p:cNvPr>
            <p:cNvSpPr/>
            <p:nvPr/>
          </p:nvSpPr>
          <p:spPr>
            <a:xfrm>
              <a:off x="3169925" y="4113375"/>
              <a:ext cx="20875" cy="34225"/>
            </a:xfrm>
            <a:custGeom>
              <a:avLst/>
              <a:gdLst/>
              <a:ahLst/>
              <a:cxnLst/>
              <a:rect l="l" t="t" r="r" b="b"/>
              <a:pathLst>
                <a:path w="835" h="1369" extrusionOk="0">
                  <a:moveTo>
                    <a:pt x="1" y="1"/>
                  </a:moveTo>
                  <a:lnTo>
                    <a:pt x="1" y="902"/>
                  </a:lnTo>
                  <a:lnTo>
                    <a:pt x="835" y="1369"/>
                  </a:lnTo>
                  <a:lnTo>
                    <a:pt x="835" y="4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4368;p75">
              <a:extLst>
                <a:ext uri="{FF2B5EF4-FFF2-40B4-BE49-F238E27FC236}">
                  <a16:creationId xmlns:a16="http://schemas.microsoft.com/office/drawing/2014/main" id="{9BB66535-259D-0F75-0147-158846EFF0DA}"/>
                </a:ext>
              </a:extLst>
            </p:cNvPr>
            <p:cNvSpPr/>
            <p:nvPr/>
          </p:nvSpPr>
          <p:spPr>
            <a:xfrm>
              <a:off x="3169925" y="4113375"/>
              <a:ext cx="20875" cy="34225"/>
            </a:xfrm>
            <a:custGeom>
              <a:avLst/>
              <a:gdLst/>
              <a:ahLst/>
              <a:cxnLst/>
              <a:rect l="l" t="t" r="r" b="b"/>
              <a:pathLst>
                <a:path w="835" h="1369" extrusionOk="0">
                  <a:moveTo>
                    <a:pt x="1" y="1"/>
                  </a:moveTo>
                  <a:lnTo>
                    <a:pt x="1" y="902"/>
                  </a:lnTo>
                  <a:lnTo>
                    <a:pt x="835" y="1369"/>
                  </a:lnTo>
                  <a:lnTo>
                    <a:pt x="835" y="4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4369;p75">
              <a:extLst>
                <a:ext uri="{FF2B5EF4-FFF2-40B4-BE49-F238E27FC236}">
                  <a16:creationId xmlns:a16="http://schemas.microsoft.com/office/drawing/2014/main" id="{E8A0B098-C90B-B394-5D33-AB8F5F645AD3}"/>
                </a:ext>
              </a:extLst>
            </p:cNvPr>
            <p:cNvSpPr/>
            <p:nvPr/>
          </p:nvSpPr>
          <p:spPr>
            <a:xfrm>
              <a:off x="3002325" y="4003300"/>
              <a:ext cx="49225" cy="15875"/>
            </a:xfrm>
            <a:custGeom>
              <a:avLst/>
              <a:gdLst/>
              <a:ahLst/>
              <a:cxnLst/>
              <a:rect l="l" t="t" r="r" b="b"/>
              <a:pathLst>
                <a:path w="1969" h="635" extrusionOk="0">
                  <a:moveTo>
                    <a:pt x="1134" y="1"/>
                  </a:moveTo>
                  <a:lnTo>
                    <a:pt x="0" y="635"/>
                  </a:lnTo>
                  <a:lnTo>
                    <a:pt x="0" y="635"/>
                  </a:lnTo>
                  <a:lnTo>
                    <a:pt x="1168" y="134"/>
                  </a:lnTo>
                  <a:lnTo>
                    <a:pt x="1968" y="468"/>
                  </a:lnTo>
                  <a:lnTo>
                    <a:pt x="1968" y="468"/>
                  </a:lnTo>
                  <a:lnTo>
                    <a:pt x="113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4370;p75">
              <a:extLst>
                <a:ext uri="{FF2B5EF4-FFF2-40B4-BE49-F238E27FC236}">
                  <a16:creationId xmlns:a16="http://schemas.microsoft.com/office/drawing/2014/main" id="{29E3B22D-F3A6-4769-44CA-2BB5C82AE07D}"/>
                </a:ext>
              </a:extLst>
            </p:cNvPr>
            <p:cNvSpPr/>
            <p:nvPr/>
          </p:nvSpPr>
          <p:spPr>
            <a:xfrm>
              <a:off x="3066525" y="4010825"/>
              <a:ext cx="60900" cy="29200"/>
            </a:xfrm>
            <a:custGeom>
              <a:avLst/>
              <a:gdLst/>
              <a:ahLst/>
              <a:cxnLst/>
              <a:rect l="l" t="t" r="r" b="b"/>
              <a:pathLst>
                <a:path w="2436" h="1168" extrusionOk="0">
                  <a:moveTo>
                    <a:pt x="2436" y="0"/>
                  </a:moveTo>
                  <a:lnTo>
                    <a:pt x="1435" y="901"/>
                  </a:lnTo>
                  <a:cubicBezTo>
                    <a:pt x="1286" y="847"/>
                    <a:pt x="1127" y="821"/>
                    <a:pt x="966" y="821"/>
                  </a:cubicBezTo>
                  <a:cubicBezTo>
                    <a:pt x="623" y="821"/>
                    <a:pt x="273" y="940"/>
                    <a:pt x="1" y="1168"/>
                  </a:cubicBezTo>
                  <a:cubicBezTo>
                    <a:pt x="275" y="999"/>
                    <a:pt x="590" y="910"/>
                    <a:pt x="902" y="910"/>
                  </a:cubicBezTo>
                  <a:cubicBezTo>
                    <a:pt x="1083" y="910"/>
                    <a:pt x="1264" y="940"/>
                    <a:pt x="1435" y="1001"/>
                  </a:cubicBezTo>
                  <a:lnTo>
                    <a:pt x="24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4371;p75">
              <a:extLst>
                <a:ext uri="{FF2B5EF4-FFF2-40B4-BE49-F238E27FC236}">
                  <a16:creationId xmlns:a16="http://schemas.microsoft.com/office/drawing/2014/main" id="{D4B1CA61-2D9F-8E8D-27D1-50160D4EAC14}"/>
                </a:ext>
              </a:extLst>
            </p:cNvPr>
            <p:cNvSpPr/>
            <p:nvPr/>
          </p:nvSpPr>
          <p:spPr>
            <a:xfrm>
              <a:off x="3089050" y="4090875"/>
              <a:ext cx="40050" cy="32550"/>
            </a:xfrm>
            <a:custGeom>
              <a:avLst/>
              <a:gdLst/>
              <a:ahLst/>
              <a:cxnLst/>
              <a:rect l="l" t="t" r="r" b="b"/>
              <a:pathLst>
                <a:path w="1602" h="1302" extrusionOk="0">
                  <a:moveTo>
                    <a:pt x="1068" y="0"/>
                  </a:moveTo>
                  <a:lnTo>
                    <a:pt x="0" y="1034"/>
                  </a:lnTo>
                  <a:cubicBezTo>
                    <a:pt x="200" y="1101"/>
                    <a:pt x="401" y="1168"/>
                    <a:pt x="601" y="1201"/>
                  </a:cubicBezTo>
                  <a:cubicBezTo>
                    <a:pt x="934" y="1301"/>
                    <a:pt x="1268" y="1301"/>
                    <a:pt x="1601" y="1301"/>
                  </a:cubicBezTo>
                  <a:cubicBezTo>
                    <a:pt x="1101" y="1301"/>
                    <a:pt x="634" y="1201"/>
                    <a:pt x="167" y="1001"/>
                  </a:cubicBezTo>
                  <a:lnTo>
                    <a:pt x="106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4372;p75">
              <a:extLst>
                <a:ext uri="{FF2B5EF4-FFF2-40B4-BE49-F238E27FC236}">
                  <a16:creationId xmlns:a16="http://schemas.microsoft.com/office/drawing/2014/main" id="{CAE59FD7-12CC-5A68-AC15-45541ACF0DE3}"/>
                </a:ext>
              </a:extLst>
            </p:cNvPr>
            <p:cNvSpPr/>
            <p:nvPr/>
          </p:nvSpPr>
          <p:spPr>
            <a:xfrm>
              <a:off x="3169925" y="4109225"/>
              <a:ext cx="48400" cy="15850"/>
            </a:xfrm>
            <a:custGeom>
              <a:avLst/>
              <a:gdLst/>
              <a:ahLst/>
              <a:cxnLst/>
              <a:rect l="l" t="t" r="r" b="b"/>
              <a:pathLst>
                <a:path w="1936" h="634" extrusionOk="0">
                  <a:moveTo>
                    <a:pt x="1936" y="0"/>
                  </a:moveTo>
                  <a:lnTo>
                    <a:pt x="835" y="534"/>
                  </a:lnTo>
                  <a:lnTo>
                    <a:pt x="1" y="167"/>
                  </a:lnTo>
                  <a:lnTo>
                    <a:pt x="1" y="167"/>
                  </a:lnTo>
                  <a:lnTo>
                    <a:pt x="835" y="634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4373;p75">
              <a:extLst>
                <a:ext uri="{FF2B5EF4-FFF2-40B4-BE49-F238E27FC236}">
                  <a16:creationId xmlns:a16="http://schemas.microsoft.com/office/drawing/2014/main" id="{4D393B64-EE24-0966-2AC6-505270C33844}"/>
                </a:ext>
              </a:extLst>
            </p:cNvPr>
            <p:cNvSpPr/>
            <p:nvPr/>
          </p:nvSpPr>
          <p:spPr>
            <a:xfrm>
              <a:off x="2843875" y="3924075"/>
              <a:ext cx="266875" cy="149300"/>
            </a:xfrm>
            <a:custGeom>
              <a:avLst/>
              <a:gdLst/>
              <a:ahLst/>
              <a:cxnLst/>
              <a:rect l="l" t="t" r="r" b="b"/>
              <a:pathLst>
                <a:path w="10675" h="5972" extrusionOk="0">
                  <a:moveTo>
                    <a:pt x="10675" y="1"/>
                  </a:moveTo>
                  <a:cubicBezTo>
                    <a:pt x="7772" y="1"/>
                    <a:pt x="5071" y="668"/>
                    <a:pt x="3036" y="1836"/>
                  </a:cubicBezTo>
                  <a:cubicBezTo>
                    <a:pt x="1068" y="2970"/>
                    <a:pt x="0" y="4404"/>
                    <a:pt x="0" y="5972"/>
                  </a:cubicBezTo>
                  <a:cubicBezTo>
                    <a:pt x="0" y="5972"/>
                    <a:pt x="100" y="3804"/>
                    <a:pt x="3102" y="1969"/>
                  </a:cubicBezTo>
                  <a:cubicBezTo>
                    <a:pt x="6071" y="201"/>
                    <a:pt x="10675" y="1"/>
                    <a:pt x="1067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4374;p75">
              <a:extLst>
                <a:ext uri="{FF2B5EF4-FFF2-40B4-BE49-F238E27FC236}">
                  <a16:creationId xmlns:a16="http://schemas.microsoft.com/office/drawing/2014/main" id="{20A6ABE6-6AE5-060E-CC80-20D3567CB8F4}"/>
                </a:ext>
              </a:extLst>
            </p:cNvPr>
            <p:cNvSpPr/>
            <p:nvPr/>
          </p:nvSpPr>
          <p:spPr>
            <a:xfrm>
              <a:off x="3089050" y="4055000"/>
              <a:ext cx="310225" cy="178950"/>
            </a:xfrm>
            <a:custGeom>
              <a:avLst/>
              <a:gdLst/>
              <a:ahLst/>
              <a:cxnLst/>
              <a:rect l="l" t="t" r="r" b="b"/>
              <a:pathLst>
                <a:path w="12409" h="7158" extrusionOk="0">
                  <a:moveTo>
                    <a:pt x="11942" y="1"/>
                  </a:moveTo>
                  <a:cubicBezTo>
                    <a:pt x="11942" y="2"/>
                    <a:pt x="12408" y="3070"/>
                    <a:pt x="8573" y="5171"/>
                  </a:cubicBezTo>
                  <a:cubicBezTo>
                    <a:pt x="5140" y="7036"/>
                    <a:pt x="1050" y="7141"/>
                    <a:pt x="171" y="7141"/>
                  </a:cubicBezTo>
                  <a:cubicBezTo>
                    <a:pt x="60" y="7141"/>
                    <a:pt x="0" y="7139"/>
                    <a:pt x="0" y="7139"/>
                  </a:cubicBezTo>
                  <a:lnTo>
                    <a:pt x="0" y="7139"/>
                  </a:lnTo>
                  <a:cubicBezTo>
                    <a:pt x="284" y="7151"/>
                    <a:pt x="569" y="7158"/>
                    <a:pt x="853" y="7158"/>
                  </a:cubicBezTo>
                  <a:cubicBezTo>
                    <a:pt x="3709" y="7158"/>
                    <a:pt x="6559" y="6546"/>
                    <a:pt x="8773" y="5271"/>
                  </a:cubicBezTo>
                  <a:cubicBezTo>
                    <a:pt x="11275" y="3837"/>
                    <a:pt x="12309" y="1902"/>
                    <a:pt x="1194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4375;p75">
              <a:extLst>
                <a:ext uri="{FF2B5EF4-FFF2-40B4-BE49-F238E27FC236}">
                  <a16:creationId xmlns:a16="http://schemas.microsoft.com/office/drawing/2014/main" id="{EBD98A0C-B8BF-1DB5-21DA-277C37B9FA8F}"/>
                </a:ext>
              </a:extLst>
            </p:cNvPr>
            <p:cNvSpPr/>
            <p:nvPr/>
          </p:nvSpPr>
          <p:spPr>
            <a:xfrm>
              <a:off x="2813025" y="3883850"/>
              <a:ext cx="557075" cy="321500"/>
            </a:xfrm>
            <a:custGeom>
              <a:avLst/>
              <a:gdLst/>
              <a:ahLst/>
              <a:cxnLst/>
              <a:rect l="l" t="t" r="r" b="b"/>
              <a:pathLst>
                <a:path w="22283" h="12860" extrusionOk="0">
                  <a:moveTo>
                    <a:pt x="11137" y="0"/>
                  </a:moveTo>
                  <a:cubicBezTo>
                    <a:pt x="8281" y="0"/>
                    <a:pt x="5421" y="626"/>
                    <a:pt x="3236" y="1877"/>
                  </a:cubicBezTo>
                  <a:cubicBezTo>
                    <a:pt x="2168" y="2477"/>
                    <a:pt x="1234" y="3311"/>
                    <a:pt x="600" y="4345"/>
                  </a:cubicBezTo>
                  <a:lnTo>
                    <a:pt x="0" y="4345"/>
                  </a:lnTo>
                  <a:lnTo>
                    <a:pt x="0" y="6613"/>
                  </a:lnTo>
                  <a:cubicBezTo>
                    <a:pt x="67" y="8215"/>
                    <a:pt x="1134" y="9782"/>
                    <a:pt x="3236" y="10983"/>
                  </a:cubicBezTo>
                  <a:cubicBezTo>
                    <a:pt x="5421" y="12234"/>
                    <a:pt x="8281" y="12860"/>
                    <a:pt x="11137" y="12860"/>
                  </a:cubicBezTo>
                  <a:cubicBezTo>
                    <a:pt x="13993" y="12860"/>
                    <a:pt x="16845" y="12234"/>
                    <a:pt x="19014" y="10983"/>
                  </a:cubicBezTo>
                  <a:cubicBezTo>
                    <a:pt x="21115" y="9782"/>
                    <a:pt x="22216" y="8215"/>
                    <a:pt x="22283" y="6613"/>
                  </a:cubicBezTo>
                  <a:lnTo>
                    <a:pt x="22283" y="4345"/>
                  </a:lnTo>
                  <a:lnTo>
                    <a:pt x="21682" y="4345"/>
                  </a:lnTo>
                  <a:cubicBezTo>
                    <a:pt x="21015" y="3311"/>
                    <a:pt x="20114" y="2477"/>
                    <a:pt x="19014" y="1877"/>
                  </a:cubicBezTo>
                  <a:cubicBezTo>
                    <a:pt x="16845" y="626"/>
                    <a:pt x="13993" y="0"/>
                    <a:pt x="1113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4376;p75">
              <a:extLst>
                <a:ext uri="{FF2B5EF4-FFF2-40B4-BE49-F238E27FC236}">
                  <a16:creationId xmlns:a16="http://schemas.microsoft.com/office/drawing/2014/main" id="{C10FA996-2627-4FCC-4CEF-BBED07C4AB35}"/>
                </a:ext>
              </a:extLst>
            </p:cNvPr>
            <p:cNvSpPr/>
            <p:nvPr/>
          </p:nvSpPr>
          <p:spPr>
            <a:xfrm>
              <a:off x="2813025" y="3883850"/>
              <a:ext cx="557075" cy="321500"/>
            </a:xfrm>
            <a:custGeom>
              <a:avLst/>
              <a:gdLst/>
              <a:ahLst/>
              <a:cxnLst/>
              <a:rect l="l" t="t" r="r" b="b"/>
              <a:pathLst>
                <a:path w="22283" h="12860" extrusionOk="0">
                  <a:moveTo>
                    <a:pt x="11137" y="0"/>
                  </a:moveTo>
                  <a:cubicBezTo>
                    <a:pt x="8281" y="0"/>
                    <a:pt x="5421" y="626"/>
                    <a:pt x="3236" y="1877"/>
                  </a:cubicBezTo>
                  <a:cubicBezTo>
                    <a:pt x="2168" y="2477"/>
                    <a:pt x="1234" y="3311"/>
                    <a:pt x="600" y="4345"/>
                  </a:cubicBezTo>
                  <a:lnTo>
                    <a:pt x="0" y="4345"/>
                  </a:lnTo>
                  <a:lnTo>
                    <a:pt x="0" y="6613"/>
                  </a:lnTo>
                  <a:cubicBezTo>
                    <a:pt x="67" y="8215"/>
                    <a:pt x="1134" y="9782"/>
                    <a:pt x="3236" y="10983"/>
                  </a:cubicBezTo>
                  <a:cubicBezTo>
                    <a:pt x="5421" y="12234"/>
                    <a:pt x="8281" y="12860"/>
                    <a:pt x="11137" y="12860"/>
                  </a:cubicBezTo>
                  <a:cubicBezTo>
                    <a:pt x="13993" y="12860"/>
                    <a:pt x="16845" y="12234"/>
                    <a:pt x="19014" y="10983"/>
                  </a:cubicBezTo>
                  <a:cubicBezTo>
                    <a:pt x="21115" y="9782"/>
                    <a:pt x="22216" y="8215"/>
                    <a:pt x="22283" y="6613"/>
                  </a:cubicBezTo>
                  <a:lnTo>
                    <a:pt x="22283" y="4345"/>
                  </a:lnTo>
                  <a:lnTo>
                    <a:pt x="21682" y="4345"/>
                  </a:lnTo>
                  <a:cubicBezTo>
                    <a:pt x="21015" y="3311"/>
                    <a:pt x="20114" y="2477"/>
                    <a:pt x="19014" y="1877"/>
                  </a:cubicBezTo>
                  <a:cubicBezTo>
                    <a:pt x="16845" y="626"/>
                    <a:pt x="13993" y="0"/>
                    <a:pt x="111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4377;p75">
              <a:extLst>
                <a:ext uri="{FF2B5EF4-FFF2-40B4-BE49-F238E27FC236}">
                  <a16:creationId xmlns:a16="http://schemas.microsoft.com/office/drawing/2014/main" id="{AB1BADE6-7042-F2A6-4847-94F051682674}"/>
                </a:ext>
              </a:extLst>
            </p:cNvPr>
            <p:cNvSpPr/>
            <p:nvPr/>
          </p:nvSpPr>
          <p:spPr>
            <a:xfrm>
              <a:off x="2812175" y="3884050"/>
              <a:ext cx="279400" cy="321925"/>
            </a:xfrm>
            <a:custGeom>
              <a:avLst/>
              <a:gdLst/>
              <a:ahLst/>
              <a:cxnLst/>
              <a:rect l="l" t="t" r="r" b="b"/>
              <a:pathLst>
                <a:path w="11176" h="12877" extrusionOk="0">
                  <a:moveTo>
                    <a:pt x="11175" y="1"/>
                  </a:moveTo>
                  <a:cubicBezTo>
                    <a:pt x="8307" y="1"/>
                    <a:pt x="5471" y="635"/>
                    <a:pt x="3270" y="1869"/>
                  </a:cubicBezTo>
                  <a:cubicBezTo>
                    <a:pt x="2202" y="2469"/>
                    <a:pt x="1268" y="3303"/>
                    <a:pt x="601" y="4337"/>
                  </a:cubicBezTo>
                  <a:lnTo>
                    <a:pt x="1" y="4337"/>
                  </a:lnTo>
                  <a:lnTo>
                    <a:pt x="1" y="6605"/>
                  </a:lnTo>
                  <a:cubicBezTo>
                    <a:pt x="101" y="8207"/>
                    <a:pt x="1168" y="9774"/>
                    <a:pt x="3270" y="10975"/>
                  </a:cubicBezTo>
                  <a:cubicBezTo>
                    <a:pt x="5438" y="12243"/>
                    <a:pt x="8307" y="12877"/>
                    <a:pt x="11175" y="12877"/>
                  </a:cubicBezTo>
                  <a:lnTo>
                    <a:pt x="111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4378;p75">
              <a:extLst>
                <a:ext uri="{FF2B5EF4-FFF2-40B4-BE49-F238E27FC236}">
                  <a16:creationId xmlns:a16="http://schemas.microsoft.com/office/drawing/2014/main" id="{6EBC4DDB-DCFF-AD33-4953-E9244A278EF9}"/>
                </a:ext>
              </a:extLst>
            </p:cNvPr>
            <p:cNvSpPr/>
            <p:nvPr/>
          </p:nvSpPr>
          <p:spPr>
            <a:xfrm>
              <a:off x="2813025" y="3909900"/>
              <a:ext cx="125925" cy="269400"/>
            </a:xfrm>
            <a:custGeom>
              <a:avLst/>
              <a:gdLst/>
              <a:ahLst/>
              <a:cxnLst/>
              <a:rect l="l" t="t" r="r" b="b"/>
              <a:pathLst>
                <a:path w="5037" h="10776" extrusionOk="0">
                  <a:moveTo>
                    <a:pt x="5037" y="1"/>
                  </a:moveTo>
                  <a:cubicBezTo>
                    <a:pt x="4437" y="234"/>
                    <a:pt x="3836" y="501"/>
                    <a:pt x="3236" y="835"/>
                  </a:cubicBezTo>
                  <a:cubicBezTo>
                    <a:pt x="2168" y="1402"/>
                    <a:pt x="1234" y="2269"/>
                    <a:pt x="600" y="3303"/>
                  </a:cubicBezTo>
                  <a:lnTo>
                    <a:pt x="0" y="3303"/>
                  </a:lnTo>
                  <a:lnTo>
                    <a:pt x="0" y="5571"/>
                  </a:lnTo>
                  <a:cubicBezTo>
                    <a:pt x="67" y="7173"/>
                    <a:pt x="1134" y="8740"/>
                    <a:pt x="3236" y="9941"/>
                  </a:cubicBezTo>
                  <a:cubicBezTo>
                    <a:pt x="3803" y="10275"/>
                    <a:pt x="4403" y="10542"/>
                    <a:pt x="5037" y="10775"/>
                  </a:cubicBezTo>
                  <a:lnTo>
                    <a:pt x="503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4379;p75">
              <a:extLst>
                <a:ext uri="{FF2B5EF4-FFF2-40B4-BE49-F238E27FC236}">
                  <a16:creationId xmlns:a16="http://schemas.microsoft.com/office/drawing/2014/main" id="{F855F800-DFAD-1502-E279-51E27B491BE4}"/>
                </a:ext>
              </a:extLst>
            </p:cNvPr>
            <p:cNvSpPr/>
            <p:nvPr/>
          </p:nvSpPr>
          <p:spPr>
            <a:xfrm>
              <a:off x="3243325" y="3909900"/>
              <a:ext cx="126775" cy="269400"/>
            </a:xfrm>
            <a:custGeom>
              <a:avLst/>
              <a:gdLst/>
              <a:ahLst/>
              <a:cxnLst/>
              <a:rect l="l" t="t" r="r" b="b"/>
              <a:pathLst>
                <a:path w="5071" h="10776" extrusionOk="0">
                  <a:moveTo>
                    <a:pt x="34" y="1"/>
                  </a:moveTo>
                  <a:lnTo>
                    <a:pt x="0" y="10775"/>
                  </a:lnTo>
                  <a:cubicBezTo>
                    <a:pt x="634" y="10542"/>
                    <a:pt x="1235" y="10275"/>
                    <a:pt x="1802" y="9941"/>
                  </a:cubicBezTo>
                  <a:cubicBezTo>
                    <a:pt x="3903" y="8740"/>
                    <a:pt x="5004" y="7173"/>
                    <a:pt x="5071" y="5571"/>
                  </a:cubicBezTo>
                  <a:lnTo>
                    <a:pt x="5071" y="3303"/>
                  </a:lnTo>
                  <a:lnTo>
                    <a:pt x="4470" y="3303"/>
                  </a:lnTo>
                  <a:cubicBezTo>
                    <a:pt x="3803" y="2269"/>
                    <a:pt x="2902" y="1402"/>
                    <a:pt x="1802" y="835"/>
                  </a:cubicBezTo>
                  <a:cubicBezTo>
                    <a:pt x="1235" y="501"/>
                    <a:pt x="634" y="234"/>
                    <a:pt x="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4380;p75">
              <a:extLst>
                <a:ext uri="{FF2B5EF4-FFF2-40B4-BE49-F238E27FC236}">
                  <a16:creationId xmlns:a16="http://schemas.microsoft.com/office/drawing/2014/main" id="{37E32749-3CD3-9D3A-9473-F3FC6EB0F613}"/>
                </a:ext>
              </a:extLst>
            </p:cNvPr>
            <p:cNvSpPr/>
            <p:nvPr/>
          </p:nvSpPr>
          <p:spPr>
            <a:xfrm>
              <a:off x="2785500" y="3832150"/>
              <a:ext cx="612125" cy="321500"/>
            </a:xfrm>
            <a:custGeom>
              <a:avLst/>
              <a:gdLst/>
              <a:ahLst/>
              <a:cxnLst/>
              <a:rect l="l" t="t" r="r" b="b"/>
              <a:pathLst>
                <a:path w="24485" h="12860" extrusionOk="0">
                  <a:moveTo>
                    <a:pt x="12238" y="0"/>
                  </a:moveTo>
                  <a:cubicBezTo>
                    <a:pt x="9382" y="0"/>
                    <a:pt x="6522" y="626"/>
                    <a:pt x="4337" y="1877"/>
                  </a:cubicBezTo>
                  <a:cubicBezTo>
                    <a:pt x="0" y="4378"/>
                    <a:pt x="0" y="8448"/>
                    <a:pt x="4337" y="10983"/>
                  </a:cubicBezTo>
                  <a:cubicBezTo>
                    <a:pt x="6522" y="12234"/>
                    <a:pt x="9382" y="12859"/>
                    <a:pt x="12238" y="12859"/>
                  </a:cubicBezTo>
                  <a:cubicBezTo>
                    <a:pt x="15094" y="12859"/>
                    <a:pt x="17946" y="12234"/>
                    <a:pt x="20115" y="10983"/>
                  </a:cubicBezTo>
                  <a:cubicBezTo>
                    <a:pt x="24484" y="8481"/>
                    <a:pt x="24484" y="4378"/>
                    <a:pt x="20115" y="1877"/>
                  </a:cubicBezTo>
                  <a:cubicBezTo>
                    <a:pt x="17946" y="626"/>
                    <a:pt x="15094" y="0"/>
                    <a:pt x="122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4381;p75">
              <a:extLst>
                <a:ext uri="{FF2B5EF4-FFF2-40B4-BE49-F238E27FC236}">
                  <a16:creationId xmlns:a16="http://schemas.microsoft.com/office/drawing/2014/main" id="{6CC72D70-6BA9-DD23-C267-4E7D6E772A7A}"/>
                </a:ext>
              </a:extLst>
            </p:cNvPr>
            <p:cNvSpPr/>
            <p:nvPr/>
          </p:nvSpPr>
          <p:spPr>
            <a:xfrm>
              <a:off x="2785500" y="3832150"/>
              <a:ext cx="612125" cy="321500"/>
            </a:xfrm>
            <a:custGeom>
              <a:avLst/>
              <a:gdLst/>
              <a:ahLst/>
              <a:cxnLst/>
              <a:rect l="l" t="t" r="r" b="b"/>
              <a:pathLst>
                <a:path w="24485" h="12860" extrusionOk="0">
                  <a:moveTo>
                    <a:pt x="12238" y="0"/>
                  </a:moveTo>
                  <a:cubicBezTo>
                    <a:pt x="9382" y="0"/>
                    <a:pt x="6522" y="626"/>
                    <a:pt x="4337" y="1877"/>
                  </a:cubicBezTo>
                  <a:cubicBezTo>
                    <a:pt x="0" y="4378"/>
                    <a:pt x="0" y="8448"/>
                    <a:pt x="4337" y="10983"/>
                  </a:cubicBezTo>
                  <a:cubicBezTo>
                    <a:pt x="6522" y="12234"/>
                    <a:pt x="9382" y="12859"/>
                    <a:pt x="12238" y="12859"/>
                  </a:cubicBezTo>
                  <a:cubicBezTo>
                    <a:pt x="15094" y="12859"/>
                    <a:pt x="17946" y="12234"/>
                    <a:pt x="20115" y="10983"/>
                  </a:cubicBezTo>
                  <a:cubicBezTo>
                    <a:pt x="24484" y="8481"/>
                    <a:pt x="24484" y="4378"/>
                    <a:pt x="20115" y="1877"/>
                  </a:cubicBezTo>
                  <a:cubicBezTo>
                    <a:pt x="17946" y="626"/>
                    <a:pt x="15094" y="0"/>
                    <a:pt x="122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4382;p75">
              <a:extLst>
                <a:ext uri="{FF2B5EF4-FFF2-40B4-BE49-F238E27FC236}">
                  <a16:creationId xmlns:a16="http://schemas.microsoft.com/office/drawing/2014/main" id="{E885CC71-BB7F-25B4-4C69-07217C736ABB}"/>
                </a:ext>
              </a:extLst>
            </p:cNvPr>
            <p:cNvSpPr/>
            <p:nvPr/>
          </p:nvSpPr>
          <p:spPr>
            <a:xfrm>
              <a:off x="2906425" y="3893225"/>
              <a:ext cx="370275" cy="198725"/>
            </a:xfrm>
            <a:custGeom>
              <a:avLst/>
              <a:gdLst/>
              <a:ahLst/>
              <a:cxnLst/>
              <a:rect l="l" t="t" r="r" b="b"/>
              <a:pathLst>
                <a:path w="14811" h="7949" extrusionOk="0">
                  <a:moveTo>
                    <a:pt x="7405" y="1"/>
                  </a:moveTo>
                  <a:cubicBezTo>
                    <a:pt x="5654" y="1"/>
                    <a:pt x="3903" y="368"/>
                    <a:pt x="2268" y="1101"/>
                  </a:cubicBezTo>
                  <a:cubicBezTo>
                    <a:pt x="801" y="1835"/>
                    <a:pt x="0" y="2869"/>
                    <a:pt x="0" y="3970"/>
                  </a:cubicBezTo>
                  <a:cubicBezTo>
                    <a:pt x="0" y="5104"/>
                    <a:pt x="801" y="6105"/>
                    <a:pt x="2268" y="6872"/>
                  </a:cubicBezTo>
                  <a:cubicBezTo>
                    <a:pt x="3903" y="7589"/>
                    <a:pt x="5654" y="7948"/>
                    <a:pt x="7405" y="7948"/>
                  </a:cubicBezTo>
                  <a:cubicBezTo>
                    <a:pt x="9157" y="7948"/>
                    <a:pt x="10908" y="7589"/>
                    <a:pt x="12542" y="6872"/>
                  </a:cubicBezTo>
                  <a:cubicBezTo>
                    <a:pt x="14010" y="6105"/>
                    <a:pt x="14811" y="5104"/>
                    <a:pt x="14811" y="3970"/>
                  </a:cubicBezTo>
                  <a:cubicBezTo>
                    <a:pt x="14811" y="2869"/>
                    <a:pt x="14010" y="1835"/>
                    <a:pt x="12542" y="1101"/>
                  </a:cubicBezTo>
                  <a:cubicBezTo>
                    <a:pt x="10908" y="368"/>
                    <a:pt x="9157" y="1"/>
                    <a:pt x="74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4383;p75">
              <a:extLst>
                <a:ext uri="{FF2B5EF4-FFF2-40B4-BE49-F238E27FC236}">
                  <a16:creationId xmlns:a16="http://schemas.microsoft.com/office/drawing/2014/main" id="{B497B59C-5D1F-FA36-EB24-9EC5520E5AA9}"/>
                </a:ext>
              </a:extLst>
            </p:cNvPr>
            <p:cNvSpPr/>
            <p:nvPr/>
          </p:nvSpPr>
          <p:spPr>
            <a:xfrm>
              <a:off x="2906425" y="3893225"/>
              <a:ext cx="370275" cy="198725"/>
            </a:xfrm>
            <a:custGeom>
              <a:avLst/>
              <a:gdLst/>
              <a:ahLst/>
              <a:cxnLst/>
              <a:rect l="l" t="t" r="r" b="b"/>
              <a:pathLst>
                <a:path w="14811" h="7949" extrusionOk="0">
                  <a:moveTo>
                    <a:pt x="7405" y="1"/>
                  </a:moveTo>
                  <a:cubicBezTo>
                    <a:pt x="5654" y="1"/>
                    <a:pt x="3903" y="368"/>
                    <a:pt x="2268" y="1101"/>
                  </a:cubicBezTo>
                  <a:cubicBezTo>
                    <a:pt x="801" y="1835"/>
                    <a:pt x="0" y="2869"/>
                    <a:pt x="0" y="3970"/>
                  </a:cubicBezTo>
                  <a:cubicBezTo>
                    <a:pt x="0" y="5104"/>
                    <a:pt x="801" y="6105"/>
                    <a:pt x="2268" y="6872"/>
                  </a:cubicBezTo>
                  <a:cubicBezTo>
                    <a:pt x="3903" y="7589"/>
                    <a:pt x="5654" y="7948"/>
                    <a:pt x="7405" y="7948"/>
                  </a:cubicBezTo>
                  <a:cubicBezTo>
                    <a:pt x="9157" y="7948"/>
                    <a:pt x="10908" y="7589"/>
                    <a:pt x="12542" y="6872"/>
                  </a:cubicBezTo>
                  <a:cubicBezTo>
                    <a:pt x="14010" y="6105"/>
                    <a:pt x="14811" y="5104"/>
                    <a:pt x="14811" y="3970"/>
                  </a:cubicBezTo>
                  <a:cubicBezTo>
                    <a:pt x="14811" y="2869"/>
                    <a:pt x="14010" y="1835"/>
                    <a:pt x="12542" y="1101"/>
                  </a:cubicBezTo>
                  <a:cubicBezTo>
                    <a:pt x="10908" y="368"/>
                    <a:pt x="9157" y="1"/>
                    <a:pt x="74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4384;p75">
              <a:extLst>
                <a:ext uri="{FF2B5EF4-FFF2-40B4-BE49-F238E27FC236}">
                  <a16:creationId xmlns:a16="http://schemas.microsoft.com/office/drawing/2014/main" id="{63260FBF-4C3D-0933-5211-38E22D4EEB5E}"/>
                </a:ext>
              </a:extLst>
            </p:cNvPr>
            <p:cNvSpPr/>
            <p:nvPr/>
          </p:nvSpPr>
          <p:spPr>
            <a:xfrm>
              <a:off x="2824700" y="3844025"/>
              <a:ext cx="533725" cy="297750"/>
            </a:xfrm>
            <a:custGeom>
              <a:avLst/>
              <a:gdLst/>
              <a:ahLst/>
              <a:cxnLst/>
              <a:rect l="l" t="t" r="r" b="b"/>
              <a:pathLst>
                <a:path w="21349" h="11910" extrusionOk="0">
                  <a:moveTo>
                    <a:pt x="10674" y="1960"/>
                  </a:moveTo>
                  <a:cubicBezTo>
                    <a:pt x="12426" y="1960"/>
                    <a:pt x="14177" y="2319"/>
                    <a:pt x="15811" y="3036"/>
                  </a:cubicBezTo>
                  <a:cubicBezTo>
                    <a:pt x="17279" y="3803"/>
                    <a:pt x="18080" y="4837"/>
                    <a:pt x="18080" y="5938"/>
                  </a:cubicBezTo>
                  <a:cubicBezTo>
                    <a:pt x="18080" y="7072"/>
                    <a:pt x="17279" y="8073"/>
                    <a:pt x="15811" y="8840"/>
                  </a:cubicBezTo>
                  <a:cubicBezTo>
                    <a:pt x="14177" y="9557"/>
                    <a:pt x="12426" y="9916"/>
                    <a:pt x="10674" y="9916"/>
                  </a:cubicBezTo>
                  <a:cubicBezTo>
                    <a:pt x="8923" y="9916"/>
                    <a:pt x="7172" y="9557"/>
                    <a:pt x="5537" y="8840"/>
                  </a:cubicBezTo>
                  <a:cubicBezTo>
                    <a:pt x="4070" y="8073"/>
                    <a:pt x="3269" y="7072"/>
                    <a:pt x="3269" y="5938"/>
                  </a:cubicBezTo>
                  <a:cubicBezTo>
                    <a:pt x="3269" y="4837"/>
                    <a:pt x="4070" y="3803"/>
                    <a:pt x="5537" y="3036"/>
                  </a:cubicBezTo>
                  <a:cubicBezTo>
                    <a:pt x="7172" y="2319"/>
                    <a:pt x="8923" y="1960"/>
                    <a:pt x="10674" y="1960"/>
                  </a:cubicBezTo>
                  <a:close/>
                  <a:moveTo>
                    <a:pt x="10674" y="1"/>
                  </a:moveTo>
                  <a:cubicBezTo>
                    <a:pt x="7772" y="1"/>
                    <a:pt x="5070" y="634"/>
                    <a:pt x="3036" y="1802"/>
                  </a:cubicBezTo>
                  <a:cubicBezTo>
                    <a:pt x="1067" y="2936"/>
                    <a:pt x="0" y="4404"/>
                    <a:pt x="0" y="5938"/>
                  </a:cubicBezTo>
                  <a:cubicBezTo>
                    <a:pt x="0" y="7473"/>
                    <a:pt x="1067" y="8940"/>
                    <a:pt x="3036" y="10074"/>
                  </a:cubicBezTo>
                  <a:cubicBezTo>
                    <a:pt x="5070" y="11242"/>
                    <a:pt x="7772" y="11909"/>
                    <a:pt x="10674" y="11909"/>
                  </a:cubicBezTo>
                  <a:cubicBezTo>
                    <a:pt x="13576" y="11909"/>
                    <a:pt x="16278" y="11242"/>
                    <a:pt x="18313" y="10074"/>
                  </a:cubicBezTo>
                  <a:cubicBezTo>
                    <a:pt x="20248" y="8940"/>
                    <a:pt x="21349" y="7473"/>
                    <a:pt x="21349" y="5938"/>
                  </a:cubicBezTo>
                  <a:cubicBezTo>
                    <a:pt x="21349" y="4404"/>
                    <a:pt x="20281" y="2969"/>
                    <a:pt x="18313" y="1802"/>
                  </a:cubicBezTo>
                  <a:cubicBezTo>
                    <a:pt x="16278" y="634"/>
                    <a:pt x="13576" y="1"/>
                    <a:pt x="106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4385;p75">
              <a:extLst>
                <a:ext uri="{FF2B5EF4-FFF2-40B4-BE49-F238E27FC236}">
                  <a16:creationId xmlns:a16="http://schemas.microsoft.com/office/drawing/2014/main" id="{46A8AB43-6813-C881-0B3F-1BCC21EB0451}"/>
                </a:ext>
              </a:extLst>
            </p:cNvPr>
            <p:cNvSpPr/>
            <p:nvPr/>
          </p:nvSpPr>
          <p:spPr>
            <a:xfrm>
              <a:off x="2898900" y="3902825"/>
              <a:ext cx="385300" cy="179950"/>
            </a:xfrm>
            <a:custGeom>
              <a:avLst/>
              <a:gdLst/>
              <a:ahLst/>
              <a:cxnLst/>
              <a:rect l="l" t="t" r="r" b="b"/>
              <a:pathLst>
                <a:path w="15412" h="7198" extrusionOk="0">
                  <a:moveTo>
                    <a:pt x="7706" y="0"/>
                  </a:moveTo>
                  <a:cubicBezTo>
                    <a:pt x="5905" y="0"/>
                    <a:pt x="4104" y="351"/>
                    <a:pt x="2736" y="1051"/>
                  </a:cubicBezTo>
                  <a:cubicBezTo>
                    <a:pt x="1" y="2452"/>
                    <a:pt x="1" y="4720"/>
                    <a:pt x="2736" y="6121"/>
                  </a:cubicBezTo>
                  <a:cubicBezTo>
                    <a:pt x="4104" y="6839"/>
                    <a:pt x="5905" y="7197"/>
                    <a:pt x="7706" y="7197"/>
                  </a:cubicBezTo>
                  <a:cubicBezTo>
                    <a:pt x="9508" y="7197"/>
                    <a:pt x="11309" y="6839"/>
                    <a:pt x="12677" y="6121"/>
                  </a:cubicBezTo>
                  <a:cubicBezTo>
                    <a:pt x="15412" y="4720"/>
                    <a:pt x="15412" y="2452"/>
                    <a:pt x="12677" y="1051"/>
                  </a:cubicBezTo>
                  <a:cubicBezTo>
                    <a:pt x="11309" y="351"/>
                    <a:pt x="9508" y="0"/>
                    <a:pt x="77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4386;p75">
              <a:extLst>
                <a:ext uri="{FF2B5EF4-FFF2-40B4-BE49-F238E27FC236}">
                  <a16:creationId xmlns:a16="http://schemas.microsoft.com/office/drawing/2014/main" id="{EA339306-CBEE-4216-266A-D7D351244D32}"/>
                </a:ext>
              </a:extLst>
            </p:cNvPr>
            <p:cNvSpPr/>
            <p:nvPr/>
          </p:nvSpPr>
          <p:spPr>
            <a:xfrm>
              <a:off x="2898900" y="3902825"/>
              <a:ext cx="385300" cy="179950"/>
            </a:xfrm>
            <a:custGeom>
              <a:avLst/>
              <a:gdLst/>
              <a:ahLst/>
              <a:cxnLst/>
              <a:rect l="l" t="t" r="r" b="b"/>
              <a:pathLst>
                <a:path w="15412" h="7198" extrusionOk="0">
                  <a:moveTo>
                    <a:pt x="7706" y="0"/>
                  </a:moveTo>
                  <a:cubicBezTo>
                    <a:pt x="5905" y="0"/>
                    <a:pt x="4104" y="351"/>
                    <a:pt x="2736" y="1051"/>
                  </a:cubicBezTo>
                  <a:cubicBezTo>
                    <a:pt x="1" y="2452"/>
                    <a:pt x="1" y="4720"/>
                    <a:pt x="2736" y="6121"/>
                  </a:cubicBezTo>
                  <a:cubicBezTo>
                    <a:pt x="4104" y="6839"/>
                    <a:pt x="5905" y="7197"/>
                    <a:pt x="7706" y="7197"/>
                  </a:cubicBezTo>
                  <a:cubicBezTo>
                    <a:pt x="9508" y="7197"/>
                    <a:pt x="11309" y="6839"/>
                    <a:pt x="12677" y="6121"/>
                  </a:cubicBezTo>
                  <a:cubicBezTo>
                    <a:pt x="15412" y="4720"/>
                    <a:pt x="15412" y="2452"/>
                    <a:pt x="12677" y="1051"/>
                  </a:cubicBezTo>
                  <a:cubicBezTo>
                    <a:pt x="11309" y="351"/>
                    <a:pt x="9508" y="0"/>
                    <a:pt x="77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4387;p75">
              <a:extLst>
                <a:ext uri="{FF2B5EF4-FFF2-40B4-BE49-F238E27FC236}">
                  <a16:creationId xmlns:a16="http://schemas.microsoft.com/office/drawing/2014/main" id="{3AF80082-B733-3678-1024-B6B89A08A9E0}"/>
                </a:ext>
              </a:extLst>
            </p:cNvPr>
            <p:cNvSpPr/>
            <p:nvPr/>
          </p:nvSpPr>
          <p:spPr>
            <a:xfrm>
              <a:off x="2898900" y="3902825"/>
              <a:ext cx="385300" cy="179950"/>
            </a:xfrm>
            <a:custGeom>
              <a:avLst/>
              <a:gdLst/>
              <a:ahLst/>
              <a:cxnLst/>
              <a:rect l="l" t="t" r="r" b="b"/>
              <a:pathLst>
                <a:path w="15412" h="7198" extrusionOk="0">
                  <a:moveTo>
                    <a:pt x="7706" y="0"/>
                  </a:moveTo>
                  <a:cubicBezTo>
                    <a:pt x="5905" y="0"/>
                    <a:pt x="4104" y="351"/>
                    <a:pt x="2736" y="1051"/>
                  </a:cubicBezTo>
                  <a:cubicBezTo>
                    <a:pt x="1" y="2452"/>
                    <a:pt x="1" y="4720"/>
                    <a:pt x="2736" y="6121"/>
                  </a:cubicBezTo>
                  <a:cubicBezTo>
                    <a:pt x="4104" y="6839"/>
                    <a:pt x="5905" y="7197"/>
                    <a:pt x="7706" y="7197"/>
                  </a:cubicBezTo>
                  <a:cubicBezTo>
                    <a:pt x="9508" y="7197"/>
                    <a:pt x="11309" y="6839"/>
                    <a:pt x="12677" y="6121"/>
                  </a:cubicBezTo>
                  <a:cubicBezTo>
                    <a:pt x="15412" y="4720"/>
                    <a:pt x="15412" y="2452"/>
                    <a:pt x="12677" y="1051"/>
                  </a:cubicBezTo>
                  <a:cubicBezTo>
                    <a:pt x="11309" y="351"/>
                    <a:pt x="9508" y="0"/>
                    <a:pt x="77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4388;p75">
              <a:extLst>
                <a:ext uri="{FF2B5EF4-FFF2-40B4-BE49-F238E27FC236}">
                  <a16:creationId xmlns:a16="http://schemas.microsoft.com/office/drawing/2014/main" id="{977841A3-2A5B-8BCF-F298-89DCADF6E072}"/>
                </a:ext>
              </a:extLst>
            </p:cNvPr>
            <p:cNvSpPr/>
            <p:nvPr/>
          </p:nvSpPr>
          <p:spPr>
            <a:xfrm>
              <a:off x="2917250" y="3926175"/>
              <a:ext cx="347775" cy="157425"/>
            </a:xfrm>
            <a:custGeom>
              <a:avLst/>
              <a:gdLst/>
              <a:ahLst/>
              <a:cxnLst/>
              <a:rect l="l" t="t" r="r" b="b"/>
              <a:pathLst>
                <a:path w="13911" h="6297" extrusionOk="0">
                  <a:moveTo>
                    <a:pt x="6972" y="0"/>
                  </a:moveTo>
                  <a:cubicBezTo>
                    <a:pt x="5171" y="0"/>
                    <a:pt x="3370" y="351"/>
                    <a:pt x="2002" y="1051"/>
                  </a:cubicBezTo>
                  <a:cubicBezTo>
                    <a:pt x="868" y="1651"/>
                    <a:pt x="201" y="2385"/>
                    <a:pt x="1" y="3153"/>
                  </a:cubicBezTo>
                  <a:cubicBezTo>
                    <a:pt x="201" y="3920"/>
                    <a:pt x="868" y="4654"/>
                    <a:pt x="2002" y="5221"/>
                  </a:cubicBezTo>
                  <a:cubicBezTo>
                    <a:pt x="3370" y="5938"/>
                    <a:pt x="5163" y="6296"/>
                    <a:pt x="6960" y="6296"/>
                  </a:cubicBezTo>
                  <a:cubicBezTo>
                    <a:pt x="8757" y="6296"/>
                    <a:pt x="10558" y="5938"/>
                    <a:pt x="11943" y="5221"/>
                  </a:cubicBezTo>
                  <a:cubicBezTo>
                    <a:pt x="13077" y="4654"/>
                    <a:pt x="13744" y="3920"/>
                    <a:pt x="13911" y="3153"/>
                  </a:cubicBezTo>
                  <a:cubicBezTo>
                    <a:pt x="13744" y="2385"/>
                    <a:pt x="13077" y="1651"/>
                    <a:pt x="11943" y="1051"/>
                  </a:cubicBezTo>
                  <a:cubicBezTo>
                    <a:pt x="10575" y="351"/>
                    <a:pt x="8774" y="0"/>
                    <a:pt x="697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4389;p75">
              <a:extLst>
                <a:ext uri="{FF2B5EF4-FFF2-40B4-BE49-F238E27FC236}">
                  <a16:creationId xmlns:a16="http://schemas.microsoft.com/office/drawing/2014/main" id="{B7FB56EB-53D0-F17F-3DB3-DA98E8050C6E}"/>
                </a:ext>
              </a:extLst>
            </p:cNvPr>
            <p:cNvSpPr/>
            <p:nvPr/>
          </p:nvSpPr>
          <p:spPr>
            <a:xfrm>
              <a:off x="2917250" y="3926175"/>
              <a:ext cx="347775" cy="157425"/>
            </a:xfrm>
            <a:custGeom>
              <a:avLst/>
              <a:gdLst/>
              <a:ahLst/>
              <a:cxnLst/>
              <a:rect l="l" t="t" r="r" b="b"/>
              <a:pathLst>
                <a:path w="13911" h="6297" extrusionOk="0">
                  <a:moveTo>
                    <a:pt x="6972" y="0"/>
                  </a:moveTo>
                  <a:cubicBezTo>
                    <a:pt x="5171" y="0"/>
                    <a:pt x="3370" y="351"/>
                    <a:pt x="2002" y="1051"/>
                  </a:cubicBezTo>
                  <a:cubicBezTo>
                    <a:pt x="868" y="1651"/>
                    <a:pt x="201" y="2385"/>
                    <a:pt x="1" y="3153"/>
                  </a:cubicBezTo>
                  <a:cubicBezTo>
                    <a:pt x="201" y="3920"/>
                    <a:pt x="868" y="4654"/>
                    <a:pt x="2002" y="5221"/>
                  </a:cubicBezTo>
                  <a:cubicBezTo>
                    <a:pt x="3370" y="5938"/>
                    <a:pt x="5163" y="6296"/>
                    <a:pt x="6960" y="6296"/>
                  </a:cubicBezTo>
                  <a:cubicBezTo>
                    <a:pt x="8757" y="6296"/>
                    <a:pt x="10558" y="5938"/>
                    <a:pt x="11943" y="5221"/>
                  </a:cubicBezTo>
                  <a:cubicBezTo>
                    <a:pt x="13077" y="4654"/>
                    <a:pt x="13744" y="3920"/>
                    <a:pt x="13911" y="3153"/>
                  </a:cubicBezTo>
                  <a:cubicBezTo>
                    <a:pt x="13744" y="2385"/>
                    <a:pt x="13077" y="1651"/>
                    <a:pt x="11943" y="1051"/>
                  </a:cubicBezTo>
                  <a:cubicBezTo>
                    <a:pt x="10575" y="351"/>
                    <a:pt x="8774" y="0"/>
                    <a:pt x="69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4390;p75">
              <a:extLst>
                <a:ext uri="{FF2B5EF4-FFF2-40B4-BE49-F238E27FC236}">
                  <a16:creationId xmlns:a16="http://schemas.microsoft.com/office/drawing/2014/main" id="{F07F42DD-B69E-0128-E08E-2AA5C232E053}"/>
                </a:ext>
              </a:extLst>
            </p:cNvPr>
            <p:cNvSpPr/>
            <p:nvPr/>
          </p:nvSpPr>
          <p:spPr>
            <a:xfrm>
              <a:off x="3083200" y="3929925"/>
              <a:ext cx="25050" cy="52550"/>
            </a:xfrm>
            <a:custGeom>
              <a:avLst/>
              <a:gdLst/>
              <a:ahLst/>
              <a:cxnLst/>
              <a:rect l="l" t="t" r="r" b="b"/>
              <a:pathLst>
                <a:path w="1002" h="2102" extrusionOk="0">
                  <a:moveTo>
                    <a:pt x="1001" y="0"/>
                  </a:moveTo>
                  <a:lnTo>
                    <a:pt x="1" y="1034"/>
                  </a:lnTo>
                  <a:lnTo>
                    <a:pt x="1" y="2102"/>
                  </a:lnTo>
                  <a:lnTo>
                    <a:pt x="635" y="1401"/>
                  </a:lnTo>
                  <a:lnTo>
                    <a:pt x="1001" y="1034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4391;p75">
              <a:extLst>
                <a:ext uri="{FF2B5EF4-FFF2-40B4-BE49-F238E27FC236}">
                  <a16:creationId xmlns:a16="http://schemas.microsoft.com/office/drawing/2014/main" id="{203DC8E0-7BF9-32BA-E48A-C245C8BA13BF}"/>
                </a:ext>
              </a:extLst>
            </p:cNvPr>
            <p:cNvSpPr/>
            <p:nvPr/>
          </p:nvSpPr>
          <p:spPr>
            <a:xfrm>
              <a:off x="3083200" y="3929925"/>
              <a:ext cx="25050" cy="52550"/>
            </a:xfrm>
            <a:custGeom>
              <a:avLst/>
              <a:gdLst/>
              <a:ahLst/>
              <a:cxnLst/>
              <a:rect l="l" t="t" r="r" b="b"/>
              <a:pathLst>
                <a:path w="1002" h="2102" extrusionOk="0">
                  <a:moveTo>
                    <a:pt x="1001" y="0"/>
                  </a:moveTo>
                  <a:lnTo>
                    <a:pt x="1" y="1034"/>
                  </a:lnTo>
                  <a:lnTo>
                    <a:pt x="1" y="2102"/>
                  </a:lnTo>
                  <a:lnTo>
                    <a:pt x="635" y="1401"/>
                  </a:lnTo>
                  <a:lnTo>
                    <a:pt x="1001" y="1034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4392;p75">
              <a:extLst>
                <a:ext uri="{FF2B5EF4-FFF2-40B4-BE49-F238E27FC236}">
                  <a16:creationId xmlns:a16="http://schemas.microsoft.com/office/drawing/2014/main" id="{2FE91E0D-B57F-0196-1425-0EAAE544B77E}"/>
                </a:ext>
              </a:extLst>
            </p:cNvPr>
            <p:cNvSpPr/>
            <p:nvPr/>
          </p:nvSpPr>
          <p:spPr>
            <a:xfrm>
              <a:off x="3035675" y="3953500"/>
              <a:ext cx="47550" cy="24600"/>
            </a:xfrm>
            <a:custGeom>
              <a:avLst/>
              <a:gdLst/>
              <a:ahLst/>
              <a:cxnLst/>
              <a:rect l="l" t="t" r="r" b="b"/>
              <a:pathLst>
                <a:path w="1902" h="984" extrusionOk="0">
                  <a:moveTo>
                    <a:pt x="1355" y="1"/>
                  </a:moveTo>
                  <a:cubicBezTo>
                    <a:pt x="1043" y="1"/>
                    <a:pt x="742" y="89"/>
                    <a:pt x="467" y="258"/>
                  </a:cubicBezTo>
                  <a:cubicBezTo>
                    <a:pt x="0" y="525"/>
                    <a:pt x="34" y="725"/>
                    <a:pt x="267" y="892"/>
                  </a:cubicBezTo>
                  <a:cubicBezTo>
                    <a:pt x="334" y="925"/>
                    <a:pt x="401" y="959"/>
                    <a:pt x="467" y="959"/>
                  </a:cubicBezTo>
                  <a:cubicBezTo>
                    <a:pt x="534" y="975"/>
                    <a:pt x="609" y="984"/>
                    <a:pt x="684" y="984"/>
                  </a:cubicBezTo>
                  <a:cubicBezTo>
                    <a:pt x="759" y="984"/>
                    <a:pt x="834" y="975"/>
                    <a:pt x="901" y="959"/>
                  </a:cubicBezTo>
                  <a:cubicBezTo>
                    <a:pt x="1235" y="892"/>
                    <a:pt x="1568" y="825"/>
                    <a:pt x="1902" y="692"/>
                  </a:cubicBezTo>
                  <a:lnTo>
                    <a:pt x="1902" y="91"/>
                  </a:lnTo>
                  <a:cubicBezTo>
                    <a:pt x="1718" y="30"/>
                    <a:pt x="1535" y="1"/>
                    <a:pt x="135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4393;p75">
              <a:extLst>
                <a:ext uri="{FF2B5EF4-FFF2-40B4-BE49-F238E27FC236}">
                  <a16:creationId xmlns:a16="http://schemas.microsoft.com/office/drawing/2014/main" id="{D2B786DA-5036-18F1-3906-AF1646DF1C75}"/>
                </a:ext>
              </a:extLst>
            </p:cNvPr>
            <p:cNvSpPr/>
            <p:nvPr/>
          </p:nvSpPr>
          <p:spPr>
            <a:xfrm>
              <a:off x="3035675" y="3953500"/>
              <a:ext cx="47550" cy="24600"/>
            </a:xfrm>
            <a:custGeom>
              <a:avLst/>
              <a:gdLst/>
              <a:ahLst/>
              <a:cxnLst/>
              <a:rect l="l" t="t" r="r" b="b"/>
              <a:pathLst>
                <a:path w="1902" h="984" extrusionOk="0">
                  <a:moveTo>
                    <a:pt x="1355" y="1"/>
                  </a:moveTo>
                  <a:cubicBezTo>
                    <a:pt x="1043" y="1"/>
                    <a:pt x="742" y="89"/>
                    <a:pt x="467" y="258"/>
                  </a:cubicBezTo>
                  <a:cubicBezTo>
                    <a:pt x="0" y="525"/>
                    <a:pt x="34" y="725"/>
                    <a:pt x="267" y="892"/>
                  </a:cubicBezTo>
                  <a:cubicBezTo>
                    <a:pt x="334" y="925"/>
                    <a:pt x="401" y="959"/>
                    <a:pt x="467" y="959"/>
                  </a:cubicBezTo>
                  <a:cubicBezTo>
                    <a:pt x="534" y="975"/>
                    <a:pt x="609" y="984"/>
                    <a:pt x="684" y="984"/>
                  </a:cubicBezTo>
                  <a:cubicBezTo>
                    <a:pt x="759" y="984"/>
                    <a:pt x="834" y="975"/>
                    <a:pt x="901" y="959"/>
                  </a:cubicBezTo>
                  <a:cubicBezTo>
                    <a:pt x="1235" y="892"/>
                    <a:pt x="1568" y="825"/>
                    <a:pt x="1902" y="692"/>
                  </a:cubicBezTo>
                  <a:lnTo>
                    <a:pt x="1902" y="91"/>
                  </a:lnTo>
                  <a:cubicBezTo>
                    <a:pt x="1718" y="30"/>
                    <a:pt x="1535" y="1"/>
                    <a:pt x="1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4394;p75">
              <a:extLst>
                <a:ext uri="{FF2B5EF4-FFF2-40B4-BE49-F238E27FC236}">
                  <a16:creationId xmlns:a16="http://schemas.microsoft.com/office/drawing/2014/main" id="{7BA498DD-31D9-0B76-95EA-E67F6B9A5BEC}"/>
                </a:ext>
              </a:extLst>
            </p:cNvPr>
            <p:cNvSpPr/>
            <p:nvPr/>
          </p:nvSpPr>
          <p:spPr>
            <a:xfrm>
              <a:off x="2983125" y="3939100"/>
              <a:ext cx="216025" cy="127600"/>
            </a:xfrm>
            <a:custGeom>
              <a:avLst/>
              <a:gdLst/>
              <a:ahLst/>
              <a:cxnLst/>
              <a:rect l="l" t="t" r="r" b="b"/>
              <a:pathLst>
                <a:path w="8641" h="5104" extrusionOk="0">
                  <a:moveTo>
                    <a:pt x="1" y="0"/>
                  </a:moveTo>
                  <a:lnTo>
                    <a:pt x="1" y="868"/>
                  </a:lnTo>
                  <a:lnTo>
                    <a:pt x="326" y="1062"/>
                  </a:lnTo>
                  <a:lnTo>
                    <a:pt x="326" y="1062"/>
                  </a:lnTo>
                  <a:cubicBezTo>
                    <a:pt x="429" y="815"/>
                    <a:pt x="609" y="603"/>
                    <a:pt x="835" y="467"/>
                  </a:cubicBezTo>
                  <a:lnTo>
                    <a:pt x="1" y="0"/>
                  </a:lnTo>
                  <a:close/>
                  <a:moveTo>
                    <a:pt x="326" y="1062"/>
                  </a:moveTo>
                  <a:cubicBezTo>
                    <a:pt x="277" y="1180"/>
                    <a:pt x="245" y="1306"/>
                    <a:pt x="234" y="1435"/>
                  </a:cubicBezTo>
                  <a:lnTo>
                    <a:pt x="334" y="1068"/>
                  </a:lnTo>
                  <a:lnTo>
                    <a:pt x="326" y="1062"/>
                  </a:lnTo>
                  <a:close/>
                  <a:moveTo>
                    <a:pt x="234" y="1435"/>
                  </a:moveTo>
                  <a:lnTo>
                    <a:pt x="234" y="2302"/>
                  </a:lnTo>
                  <a:cubicBezTo>
                    <a:pt x="234" y="2636"/>
                    <a:pt x="468" y="2936"/>
                    <a:pt x="968" y="3236"/>
                  </a:cubicBezTo>
                  <a:cubicBezTo>
                    <a:pt x="1467" y="3518"/>
                    <a:pt x="2022" y="3659"/>
                    <a:pt x="2578" y="3659"/>
                  </a:cubicBezTo>
                  <a:cubicBezTo>
                    <a:pt x="2878" y="3659"/>
                    <a:pt x="3178" y="3618"/>
                    <a:pt x="3470" y="3536"/>
                  </a:cubicBezTo>
                  <a:lnTo>
                    <a:pt x="3970" y="3369"/>
                  </a:lnTo>
                  <a:lnTo>
                    <a:pt x="3970" y="3369"/>
                  </a:lnTo>
                  <a:lnTo>
                    <a:pt x="3811" y="3540"/>
                  </a:lnTo>
                  <a:lnTo>
                    <a:pt x="3811" y="3540"/>
                  </a:lnTo>
                  <a:lnTo>
                    <a:pt x="4537" y="2836"/>
                  </a:lnTo>
                  <a:cubicBezTo>
                    <a:pt x="4766" y="2921"/>
                    <a:pt x="5001" y="2964"/>
                    <a:pt x="5234" y="2964"/>
                  </a:cubicBezTo>
                  <a:cubicBezTo>
                    <a:pt x="5545" y="2964"/>
                    <a:pt x="5853" y="2888"/>
                    <a:pt x="6139" y="2736"/>
                  </a:cubicBezTo>
                  <a:cubicBezTo>
                    <a:pt x="6506" y="2502"/>
                    <a:pt x="6606" y="2302"/>
                    <a:pt x="6272" y="2102"/>
                  </a:cubicBezTo>
                  <a:cubicBezTo>
                    <a:pt x="6124" y="2019"/>
                    <a:pt x="5966" y="1984"/>
                    <a:pt x="5794" y="1984"/>
                  </a:cubicBezTo>
                  <a:cubicBezTo>
                    <a:pt x="5348" y="1984"/>
                    <a:pt x="4812" y="2218"/>
                    <a:pt x="4137" y="2435"/>
                  </a:cubicBezTo>
                  <a:cubicBezTo>
                    <a:pt x="3611" y="2611"/>
                    <a:pt x="3067" y="2749"/>
                    <a:pt x="2509" y="2749"/>
                  </a:cubicBezTo>
                  <a:cubicBezTo>
                    <a:pt x="2006" y="2749"/>
                    <a:pt x="1491" y="2636"/>
                    <a:pt x="968" y="2335"/>
                  </a:cubicBezTo>
                  <a:cubicBezTo>
                    <a:pt x="468" y="2068"/>
                    <a:pt x="234" y="1735"/>
                    <a:pt x="234" y="1435"/>
                  </a:cubicBezTo>
                  <a:close/>
                  <a:moveTo>
                    <a:pt x="3811" y="3540"/>
                  </a:moveTo>
                  <a:lnTo>
                    <a:pt x="3470" y="3870"/>
                  </a:lnTo>
                  <a:cubicBezTo>
                    <a:pt x="3478" y="3872"/>
                    <a:pt x="3486" y="3875"/>
                    <a:pt x="3494" y="3878"/>
                  </a:cubicBezTo>
                  <a:lnTo>
                    <a:pt x="3494" y="3878"/>
                  </a:lnTo>
                  <a:lnTo>
                    <a:pt x="3811" y="3540"/>
                  </a:lnTo>
                  <a:close/>
                  <a:moveTo>
                    <a:pt x="8640" y="3570"/>
                  </a:moveTo>
                  <a:lnTo>
                    <a:pt x="7540" y="4203"/>
                  </a:lnTo>
                  <a:lnTo>
                    <a:pt x="6706" y="3736"/>
                  </a:lnTo>
                  <a:cubicBezTo>
                    <a:pt x="6132" y="3989"/>
                    <a:pt x="5527" y="4115"/>
                    <a:pt x="4913" y="4115"/>
                  </a:cubicBezTo>
                  <a:cubicBezTo>
                    <a:pt x="4633" y="4115"/>
                    <a:pt x="4352" y="4089"/>
                    <a:pt x="4070" y="4037"/>
                  </a:cubicBezTo>
                  <a:cubicBezTo>
                    <a:pt x="3878" y="4004"/>
                    <a:pt x="3686" y="3942"/>
                    <a:pt x="3494" y="3878"/>
                  </a:cubicBezTo>
                  <a:lnTo>
                    <a:pt x="3494" y="3878"/>
                  </a:lnTo>
                  <a:lnTo>
                    <a:pt x="3470" y="3903"/>
                  </a:lnTo>
                  <a:lnTo>
                    <a:pt x="3470" y="4770"/>
                  </a:lnTo>
                  <a:cubicBezTo>
                    <a:pt x="3942" y="4948"/>
                    <a:pt x="4428" y="5033"/>
                    <a:pt x="4912" y="5033"/>
                  </a:cubicBezTo>
                  <a:cubicBezTo>
                    <a:pt x="5522" y="5033"/>
                    <a:pt x="6129" y="4897"/>
                    <a:pt x="6706" y="4637"/>
                  </a:cubicBezTo>
                  <a:lnTo>
                    <a:pt x="7540" y="5104"/>
                  </a:lnTo>
                  <a:lnTo>
                    <a:pt x="8640" y="4470"/>
                  </a:lnTo>
                  <a:lnTo>
                    <a:pt x="8640" y="357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4395;p75">
              <a:extLst>
                <a:ext uri="{FF2B5EF4-FFF2-40B4-BE49-F238E27FC236}">
                  <a16:creationId xmlns:a16="http://schemas.microsoft.com/office/drawing/2014/main" id="{A5F2547D-9444-C776-D3B3-4BC26CCC3562}"/>
                </a:ext>
              </a:extLst>
            </p:cNvPr>
            <p:cNvSpPr/>
            <p:nvPr/>
          </p:nvSpPr>
          <p:spPr>
            <a:xfrm>
              <a:off x="2988975" y="3974950"/>
              <a:ext cx="210175" cy="91750"/>
            </a:xfrm>
            <a:custGeom>
              <a:avLst/>
              <a:gdLst/>
              <a:ahLst/>
              <a:cxnLst/>
              <a:rect l="l" t="t" r="r" b="b"/>
              <a:pathLst>
                <a:path w="8407" h="3670" extrusionOk="0">
                  <a:moveTo>
                    <a:pt x="0" y="1"/>
                  </a:moveTo>
                  <a:lnTo>
                    <a:pt x="0" y="868"/>
                  </a:lnTo>
                  <a:cubicBezTo>
                    <a:pt x="0" y="1202"/>
                    <a:pt x="234" y="1502"/>
                    <a:pt x="734" y="1802"/>
                  </a:cubicBezTo>
                  <a:cubicBezTo>
                    <a:pt x="1230" y="2060"/>
                    <a:pt x="1781" y="2208"/>
                    <a:pt x="2334" y="2208"/>
                  </a:cubicBezTo>
                  <a:cubicBezTo>
                    <a:pt x="2637" y="2208"/>
                    <a:pt x="2941" y="2163"/>
                    <a:pt x="3236" y="2069"/>
                  </a:cubicBezTo>
                  <a:lnTo>
                    <a:pt x="3736" y="1935"/>
                  </a:lnTo>
                  <a:lnTo>
                    <a:pt x="3236" y="2436"/>
                  </a:lnTo>
                  <a:lnTo>
                    <a:pt x="4303" y="1402"/>
                  </a:lnTo>
                  <a:cubicBezTo>
                    <a:pt x="4518" y="1487"/>
                    <a:pt x="4751" y="1530"/>
                    <a:pt x="4986" y="1530"/>
                  </a:cubicBezTo>
                  <a:cubicBezTo>
                    <a:pt x="5300" y="1530"/>
                    <a:pt x="5619" y="1454"/>
                    <a:pt x="5905" y="1302"/>
                  </a:cubicBezTo>
                  <a:cubicBezTo>
                    <a:pt x="6272" y="1068"/>
                    <a:pt x="6372" y="868"/>
                    <a:pt x="6038" y="668"/>
                  </a:cubicBezTo>
                  <a:cubicBezTo>
                    <a:pt x="5890" y="585"/>
                    <a:pt x="5732" y="550"/>
                    <a:pt x="5560" y="550"/>
                  </a:cubicBezTo>
                  <a:cubicBezTo>
                    <a:pt x="5114" y="550"/>
                    <a:pt x="4578" y="784"/>
                    <a:pt x="3903" y="1001"/>
                  </a:cubicBezTo>
                  <a:cubicBezTo>
                    <a:pt x="3377" y="1177"/>
                    <a:pt x="2833" y="1315"/>
                    <a:pt x="2275" y="1315"/>
                  </a:cubicBezTo>
                  <a:cubicBezTo>
                    <a:pt x="1772" y="1315"/>
                    <a:pt x="1257" y="1202"/>
                    <a:pt x="734" y="901"/>
                  </a:cubicBezTo>
                  <a:cubicBezTo>
                    <a:pt x="234" y="634"/>
                    <a:pt x="0" y="301"/>
                    <a:pt x="0" y="1"/>
                  </a:cubicBezTo>
                  <a:close/>
                  <a:moveTo>
                    <a:pt x="8406" y="2136"/>
                  </a:moveTo>
                  <a:lnTo>
                    <a:pt x="7306" y="2769"/>
                  </a:lnTo>
                  <a:lnTo>
                    <a:pt x="6472" y="2302"/>
                  </a:lnTo>
                  <a:cubicBezTo>
                    <a:pt x="5877" y="2564"/>
                    <a:pt x="5231" y="2707"/>
                    <a:pt x="4596" y="2707"/>
                  </a:cubicBezTo>
                  <a:cubicBezTo>
                    <a:pt x="4340" y="2707"/>
                    <a:pt x="4085" y="2684"/>
                    <a:pt x="3836" y="2636"/>
                  </a:cubicBezTo>
                  <a:cubicBezTo>
                    <a:pt x="3636" y="2569"/>
                    <a:pt x="3436" y="2536"/>
                    <a:pt x="3236" y="2436"/>
                  </a:cubicBezTo>
                  <a:lnTo>
                    <a:pt x="3236" y="3336"/>
                  </a:lnTo>
                  <a:cubicBezTo>
                    <a:pt x="3716" y="3501"/>
                    <a:pt x="4210" y="3586"/>
                    <a:pt x="4702" y="3586"/>
                  </a:cubicBezTo>
                  <a:cubicBezTo>
                    <a:pt x="5304" y="3586"/>
                    <a:pt x="5903" y="3460"/>
                    <a:pt x="6472" y="3203"/>
                  </a:cubicBezTo>
                  <a:lnTo>
                    <a:pt x="7306" y="3670"/>
                  </a:lnTo>
                  <a:lnTo>
                    <a:pt x="8406" y="3036"/>
                  </a:lnTo>
                  <a:lnTo>
                    <a:pt x="8406" y="21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4396;p75">
              <a:extLst>
                <a:ext uri="{FF2B5EF4-FFF2-40B4-BE49-F238E27FC236}">
                  <a16:creationId xmlns:a16="http://schemas.microsoft.com/office/drawing/2014/main" id="{F1AB6EC0-6E44-4059-95F0-1998BAFF349E}"/>
                </a:ext>
              </a:extLst>
            </p:cNvPr>
            <p:cNvSpPr/>
            <p:nvPr/>
          </p:nvSpPr>
          <p:spPr>
            <a:xfrm>
              <a:off x="2983125" y="3939100"/>
              <a:ext cx="20875" cy="26700"/>
            </a:xfrm>
            <a:custGeom>
              <a:avLst/>
              <a:gdLst/>
              <a:ahLst/>
              <a:cxnLst/>
              <a:rect l="l" t="t" r="r" b="b"/>
              <a:pathLst>
                <a:path w="835" h="1068" extrusionOk="0">
                  <a:moveTo>
                    <a:pt x="1" y="0"/>
                  </a:moveTo>
                  <a:lnTo>
                    <a:pt x="1" y="868"/>
                  </a:lnTo>
                  <a:lnTo>
                    <a:pt x="301" y="1068"/>
                  </a:lnTo>
                  <a:cubicBezTo>
                    <a:pt x="435" y="834"/>
                    <a:pt x="601" y="601"/>
                    <a:pt x="835" y="46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4397;p75">
              <a:extLst>
                <a:ext uri="{FF2B5EF4-FFF2-40B4-BE49-F238E27FC236}">
                  <a16:creationId xmlns:a16="http://schemas.microsoft.com/office/drawing/2014/main" id="{8ACFC859-84CC-1CEE-949E-532092657C40}"/>
                </a:ext>
              </a:extLst>
            </p:cNvPr>
            <p:cNvSpPr/>
            <p:nvPr/>
          </p:nvSpPr>
          <p:spPr>
            <a:xfrm>
              <a:off x="3178275" y="3995800"/>
              <a:ext cx="16700" cy="28375"/>
            </a:xfrm>
            <a:custGeom>
              <a:avLst/>
              <a:gdLst/>
              <a:ahLst/>
              <a:cxnLst/>
              <a:rect l="l" t="t" r="r" b="b"/>
              <a:pathLst>
                <a:path w="668" h="1135" extrusionOk="0">
                  <a:moveTo>
                    <a:pt x="668" y="1"/>
                  </a:moveTo>
                  <a:cubicBezTo>
                    <a:pt x="601" y="368"/>
                    <a:pt x="367" y="668"/>
                    <a:pt x="0" y="835"/>
                  </a:cubicBezTo>
                  <a:lnTo>
                    <a:pt x="568" y="1135"/>
                  </a:lnTo>
                  <a:cubicBezTo>
                    <a:pt x="634" y="1001"/>
                    <a:pt x="668" y="868"/>
                    <a:pt x="668" y="734"/>
                  </a:cubicBezTo>
                  <a:cubicBezTo>
                    <a:pt x="668" y="701"/>
                    <a:pt x="668" y="234"/>
                    <a:pt x="6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4398;p75">
              <a:extLst>
                <a:ext uri="{FF2B5EF4-FFF2-40B4-BE49-F238E27FC236}">
                  <a16:creationId xmlns:a16="http://schemas.microsoft.com/office/drawing/2014/main" id="{88DE13E0-11D3-75ED-1600-DBB3445E78CA}"/>
                </a:ext>
              </a:extLst>
            </p:cNvPr>
            <p:cNvSpPr/>
            <p:nvPr/>
          </p:nvSpPr>
          <p:spPr>
            <a:xfrm>
              <a:off x="3178275" y="3995800"/>
              <a:ext cx="16700" cy="28375"/>
            </a:xfrm>
            <a:custGeom>
              <a:avLst/>
              <a:gdLst/>
              <a:ahLst/>
              <a:cxnLst/>
              <a:rect l="l" t="t" r="r" b="b"/>
              <a:pathLst>
                <a:path w="668" h="1135" extrusionOk="0">
                  <a:moveTo>
                    <a:pt x="668" y="1"/>
                  </a:moveTo>
                  <a:cubicBezTo>
                    <a:pt x="601" y="368"/>
                    <a:pt x="367" y="668"/>
                    <a:pt x="0" y="835"/>
                  </a:cubicBezTo>
                  <a:lnTo>
                    <a:pt x="568" y="1135"/>
                  </a:lnTo>
                  <a:cubicBezTo>
                    <a:pt x="634" y="1001"/>
                    <a:pt x="668" y="868"/>
                    <a:pt x="668" y="734"/>
                  </a:cubicBezTo>
                  <a:cubicBezTo>
                    <a:pt x="668" y="701"/>
                    <a:pt x="668" y="234"/>
                    <a:pt x="6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4399;p75">
              <a:extLst>
                <a:ext uri="{FF2B5EF4-FFF2-40B4-BE49-F238E27FC236}">
                  <a16:creationId xmlns:a16="http://schemas.microsoft.com/office/drawing/2014/main" id="{8F881CB3-4DA9-BED7-3A11-6BE664C21867}"/>
                </a:ext>
              </a:extLst>
            </p:cNvPr>
            <p:cNvSpPr/>
            <p:nvPr/>
          </p:nvSpPr>
          <p:spPr>
            <a:xfrm>
              <a:off x="2983125" y="3921575"/>
              <a:ext cx="216025" cy="122625"/>
            </a:xfrm>
            <a:custGeom>
              <a:avLst/>
              <a:gdLst/>
              <a:ahLst/>
              <a:cxnLst/>
              <a:rect l="l" t="t" r="r" b="b"/>
              <a:pathLst>
                <a:path w="8641" h="4905" extrusionOk="0">
                  <a:moveTo>
                    <a:pt x="1168" y="1"/>
                  </a:moveTo>
                  <a:lnTo>
                    <a:pt x="1" y="701"/>
                  </a:lnTo>
                  <a:lnTo>
                    <a:pt x="835" y="1168"/>
                  </a:lnTo>
                  <a:cubicBezTo>
                    <a:pt x="501" y="1368"/>
                    <a:pt x="268" y="1735"/>
                    <a:pt x="234" y="2136"/>
                  </a:cubicBezTo>
                  <a:cubicBezTo>
                    <a:pt x="234" y="2436"/>
                    <a:pt x="468" y="2736"/>
                    <a:pt x="968" y="3036"/>
                  </a:cubicBezTo>
                  <a:cubicBezTo>
                    <a:pt x="1480" y="3331"/>
                    <a:pt x="1985" y="3438"/>
                    <a:pt x="2480" y="3438"/>
                  </a:cubicBezTo>
                  <a:cubicBezTo>
                    <a:pt x="3048" y="3438"/>
                    <a:pt x="3602" y="3297"/>
                    <a:pt x="4137" y="3136"/>
                  </a:cubicBezTo>
                  <a:cubicBezTo>
                    <a:pt x="4784" y="2921"/>
                    <a:pt x="5328" y="2671"/>
                    <a:pt x="5781" y="2671"/>
                  </a:cubicBezTo>
                  <a:cubicBezTo>
                    <a:pt x="5958" y="2671"/>
                    <a:pt x="6122" y="2709"/>
                    <a:pt x="6272" y="2803"/>
                  </a:cubicBezTo>
                  <a:cubicBezTo>
                    <a:pt x="6606" y="2970"/>
                    <a:pt x="6472" y="3203"/>
                    <a:pt x="6105" y="3437"/>
                  </a:cubicBezTo>
                  <a:cubicBezTo>
                    <a:pt x="5848" y="3583"/>
                    <a:pt x="5551" y="3659"/>
                    <a:pt x="5253" y="3659"/>
                  </a:cubicBezTo>
                  <a:cubicBezTo>
                    <a:pt x="5008" y="3659"/>
                    <a:pt x="4763" y="3608"/>
                    <a:pt x="4537" y="3503"/>
                  </a:cubicBezTo>
                  <a:lnTo>
                    <a:pt x="3470" y="4571"/>
                  </a:lnTo>
                  <a:cubicBezTo>
                    <a:pt x="3670" y="4637"/>
                    <a:pt x="3870" y="4704"/>
                    <a:pt x="4070" y="4738"/>
                  </a:cubicBezTo>
                  <a:cubicBezTo>
                    <a:pt x="4404" y="4804"/>
                    <a:pt x="4738" y="4838"/>
                    <a:pt x="5071" y="4838"/>
                  </a:cubicBezTo>
                  <a:cubicBezTo>
                    <a:pt x="5638" y="4771"/>
                    <a:pt x="6172" y="4637"/>
                    <a:pt x="6706" y="4437"/>
                  </a:cubicBezTo>
                  <a:lnTo>
                    <a:pt x="7540" y="4904"/>
                  </a:lnTo>
                  <a:lnTo>
                    <a:pt x="8640" y="4271"/>
                  </a:lnTo>
                  <a:lnTo>
                    <a:pt x="8474" y="4170"/>
                  </a:lnTo>
                  <a:lnTo>
                    <a:pt x="7840" y="3804"/>
                  </a:lnTo>
                  <a:cubicBezTo>
                    <a:pt x="8207" y="3603"/>
                    <a:pt x="8474" y="3236"/>
                    <a:pt x="8474" y="2803"/>
                  </a:cubicBezTo>
                  <a:lnTo>
                    <a:pt x="8474" y="2736"/>
                  </a:lnTo>
                  <a:cubicBezTo>
                    <a:pt x="8374" y="2336"/>
                    <a:pt x="8107" y="2002"/>
                    <a:pt x="7740" y="1869"/>
                  </a:cubicBezTo>
                  <a:cubicBezTo>
                    <a:pt x="7273" y="1602"/>
                    <a:pt x="6772" y="1469"/>
                    <a:pt x="6239" y="1469"/>
                  </a:cubicBezTo>
                  <a:lnTo>
                    <a:pt x="5705" y="1469"/>
                  </a:lnTo>
                  <a:cubicBezTo>
                    <a:pt x="5471" y="1502"/>
                    <a:pt x="5238" y="1535"/>
                    <a:pt x="5004" y="1602"/>
                  </a:cubicBezTo>
                  <a:cubicBezTo>
                    <a:pt x="4871" y="1635"/>
                    <a:pt x="4771" y="1669"/>
                    <a:pt x="4638" y="1702"/>
                  </a:cubicBezTo>
                  <a:lnTo>
                    <a:pt x="4171" y="1869"/>
                  </a:lnTo>
                  <a:lnTo>
                    <a:pt x="4004" y="1936"/>
                  </a:lnTo>
                  <a:cubicBezTo>
                    <a:pt x="3670" y="2036"/>
                    <a:pt x="3337" y="2136"/>
                    <a:pt x="3003" y="2202"/>
                  </a:cubicBezTo>
                  <a:cubicBezTo>
                    <a:pt x="2936" y="2219"/>
                    <a:pt x="2870" y="2227"/>
                    <a:pt x="2803" y="2227"/>
                  </a:cubicBezTo>
                  <a:cubicBezTo>
                    <a:pt x="2736" y="2227"/>
                    <a:pt x="2669" y="2219"/>
                    <a:pt x="2603" y="2202"/>
                  </a:cubicBezTo>
                  <a:cubicBezTo>
                    <a:pt x="2503" y="2202"/>
                    <a:pt x="2436" y="2169"/>
                    <a:pt x="2403" y="2136"/>
                  </a:cubicBezTo>
                  <a:cubicBezTo>
                    <a:pt x="2136" y="1969"/>
                    <a:pt x="2102" y="1769"/>
                    <a:pt x="2569" y="1502"/>
                  </a:cubicBezTo>
                  <a:cubicBezTo>
                    <a:pt x="2833" y="1319"/>
                    <a:pt x="3135" y="1235"/>
                    <a:pt x="3435" y="1235"/>
                  </a:cubicBezTo>
                  <a:cubicBezTo>
                    <a:pt x="3628" y="1235"/>
                    <a:pt x="3821" y="1270"/>
                    <a:pt x="4004" y="1335"/>
                  </a:cubicBezTo>
                  <a:lnTo>
                    <a:pt x="5004" y="334"/>
                  </a:lnTo>
                  <a:cubicBezTo>
                    <a:pt x="4580" y="193"/>
                    <a:pt x="4144" y="123"/>
                    <a:pt x="3710" y="123"/>
                  </a:cubicBezTo>
                  <a:cubicBezTo>
                    <a:pt x="3122" y="123"/>
                    <a:pt x="2540" y="251"/>
                    <a:pt x="2002" y="501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4400;p75">
              <a:extLst>
                <a:ext uri="{FF2B5EF4-FFF2-40B4-BE49-F238E27FC236}">
                  <a16:creationId xmlns:a16="http://schemas.microsoft.com/office/drawing/2014/main" id="{460C3B84-64A7-468C-5D1E-71CAE74D7839}"/>
                </a:ext>
              </a:extLst>
            </p:cNvPr>
            <p:cNvSpPr/>
            <p:nvPr/>
          </p:nvSpPr>
          <p:spPr>
            <a:xfrm>
              <a:off x="3150750" y="4032500"/>
              <a:ext cx="20875" cy="34200"/>
            </a:xfrm>
            <a:custGeom>
              <a:avLst/>
              <a:gdLst/>
              <a:ahLst/>
              <a:cxnLst/>
              <a:rect l="l" t="t" r="r" b="b"/>
              <a:pathLst>
                <a:path w="835" h="1368" extrusionOk="0">
                  <a:moveTo>
                    <a:pt x="1" y="0"/>
                  </a:moveTo>
                  <a:lnTo>
                    <a:pt x="1" y="901"/>
                  </a:lnTo>
                  <a:lnTo>
                    <a:pt x="835" y="1368"/>
                  </a:lnTo>
                  <a:lnTo>
                    <a:pt x="835" y="5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4401;p75">
              <a:extLst>
                <a:ext uri="{FF2B5EF4-FFF2-40B4-BE49-F238E27FC236}">
                  <a16:creationId xmlns:a16="http://schemas.microsoft.com/office/drawing/2014/main" id="{AB167E0C-C78C-57F8-7F2D-B66BBF93B5F4}"/>
                </a:ext>
              </a:extLst>
            </p:cNvPr>
            <p:cNvSpPr/>
            <p:nvPr/>
          </p:nvSpPr>
          <p:spPr>
            <a:xfrm>
              <a:off x="3150750" y="4032500"/>
              <a:ext cx="20875" cy="34200"/>
            </a:xfrm>
            <a:custGeom>
              <a:avLst/>
              <a:gdLst/>
              <a:ahLst/>
              <a:cxnLst/>
              <a:rect l="l" t="t" r="r" b="b"/>
              <a:pathLst>
                <a:path w="835" h="1368" extrusionOk="0">
                  <a:moveTo>
                    <a:pt x="1" y="0"/>
                  </a:moveTo>
                  <a:lnTo>
                    <a:pt x="1" y="901"/>
                  </a:lnTo>
                  <a:lnTo>
                    <a:pt x="835" y="1368"/>
                  </a:lnTo>
                  <a:lnTo>
                    <a:pt x="835" y="5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4402;p75">
              <a:extLst>
                <a:ext uri="{FF2B5EF4-FFF2-40B4-BE49-F238E27FC236}">
                  <a16:creationId xmlns:a16="http://schemas.microsoft.com/office/drawing/2014/main" id="{54AAA7A1-1CE8-FAA4-A5A3-8E140A839841}"/>
                </a:ext>
              </a:extLst>
            </p:cNvPr>
            <p:cNvSpPr/>
            <p:nvPr/>
          </p:nvSpPr>
          <p:spPr>
            <a:xfrm>
              <a:off x="2983125" y="3922425"/>
              <a:ext cx="49225" cy="16700"/>
            </a:xfrm>
            <a:custGeom>
              <a:avLst/>
              <a:gdLst/>
              <a:ahLst/>
              <a:cxnLst/>
              <a:rect l="l" t="t" r="r" b="b"/>
              <a:pathLst>
                <a:path w="1969" h="668" extrusionOk="0">
                  <a:moveTo>
                    <a:pt x="1135" y="0"/>
                  </a:moveTo>
                  <a:lnTo>
                    <a:pt x="1" y="667"/>
                  </a:lnTo>
                  <a:lnTo>
                    <a:pt x="1" y="667"/>
                  </a:lnTo>
                  <a:lnTo>
                    <a:pt x="1168" y="134"/>
                  </a:lnTo>
                  <a:lnTo>
                    <a:pt x="1969" y="467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4403;p75">
              <a:extLst>
                <a:ext uri="{FF2B5EF4-FFF2-40B4-BE49-F238E27FC236}">
                  <a16:creationId xmlns:a16="http://schemas.microsoft.com/office/drawing/2014/main" id="{DC927CB2-75C3-D753-3AEA-3A97B8D7F22D}"/>
                </a:ext>
              </a:extLst>
            </p:cNvPr>
            <p:cNvSpPr/>
            <p:nvPr/>
          </p:nvSpPr>
          <p:spPr>
            <a:xfrm>
              <a:off x="3046525" y="3930750"/>
              <a:ext cx="61725" cy="29225"/>
            </a:xfrm>
            <a:custGeom>
              <a:avLst/>
              <a:gdLst/>
              <a:ahLst/>
              <a:cxnLst/>
              <a:rect l="l" t="t" r="r" b="b"/>
              <a:pathLst>
                <a:path w="2469" h="1169" extrusionOk="0">
                  <a:moveTo>
                    <a:pt x="2468" y="1"/>
                  </a:moveTo>
                  <a:lnTo>
                    <a:pt x="1468" y="901"/>
                  </a:lnTo>
                  <a:cubicBezTo>
                    <a:pt x="1308" y="848"/>
                    <a:pt x="1145" y="822"/>
                    <a:pt x="983" y="822"/>
                  </a:cubicBezTo>
                  <a:cubicBezTo>
                    <a:pt x="637" y="822"/>
                    <a:pt x="295" y="941"/>
                    <a:pt x="0" y="1168"/>
                  </a:cubicBezTo>
                  <a:cubicBezTo>
                    <a:pt x="264" y="985"/>
                    <a:pt x="565" y="902"/>
                    <a:pt x="873" y="902"/>
                  </a:cubicBezTo>
                  <a:cubicBezTo>
                    <a:pt x="1071" y="902"/>
                    <a:pt x="1272" y="936"/>
                    <a:pt x="1468" y="1001"/>
                  </a:cubicBezTo>
                  <a:lnTo>
                    <a:pt x="246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4404;p75">
              <a:extLst>
                <a:ext uri="{FF2B5EF4-FFF2-40B4-BE49-F238E27FC236}">
                  <a16:creationId xmlns:a16="http://schemas.microsoft.com/office/drawing/2014/main" id="{9A04D6B0-8EE3-7103-F1F8-85CAF3ABBD42}"/>
                </a:ext>
              </a:extLst>
            </p:cNvPr>
            <p:cNvSpPr/>
            <p:nvPr/>
          </p:nvSpPr>
          <p:spPr>
            <a:xfrm>
              <a:off x="3069875" y="4009975"/>
              <a:ext cx="40875" cy="32875"/>
            </a:xfrm>
            <a:custGeom>
              <a:avLst/>
              <a:gdLst/>
              <a:ahLst/>
              <a:cxnLst/>
              <a:rect l="l" t="t" r="r" b="b"/>
              <a:pathLst>
                <a:path w="1635" h="1315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200" y="1135"/>
                    <a:pt x="400" y="1168"/>
                    <a:pt x="600" y="1235"/>
                  </a:cubicBezTo>
                  <a:cubicBezTo>
                    <a:pt x="845" y="1284"/>
                    <a:pt x="1089" y="1315"/>
                    <a:pt x="1346" y="1315"/>
                  </a:cubicBezTo>
                  <a:cubicBezTo>
                    <a:pt x="1440" y="1315"/>
                    <a:pt x="1536" y="1311"/>
                    <a:pt x="1635" y="1302"/>
                  </a:cubicBezTo>
                  <a:cubicBezTo>
                    <a:pt x="1134" y="1302"/>
                    <a:pt x="634" y="1202"/>
                    <a:pt x="167" y="1001"/>
                  </a:cubicBezTo>
                  <a:lnTo>
                    <a:pt x="106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4405;p75">
              <a:extLst>
                <a:ext uri="{FF2B5EF4-FFF2-40B4-BE49-F238E27FC236}">
                  <a16:creationId xmlns:a16="http://schemas.microsoft.com/office/drawing/2014/main" id="{B68D1B26-820F-0C49-559D-5C420BE7A8D6}"/>
                </a:ext>
              </a:extLst>
            </p:cNvPr>
            <p:cNvSpPr/>
            <p:nvPr/>
          </p:nvSpPr>
          <p:spPr>
            <a:xfrm>
              <a:off x="3150750" y="4028325"/>
              <a:ext cx="48400" cy="16700"/>
            </a:xfrm>
            <a:custGeom>
              <a:avLst/>
              <a:gdLst/>
              <a:ahLst/>
              <a:cxnLst/>
              <a:rect l="l" t="t" r="r" b="b"/>
              <a:pathLst>
                <a:path w="1936" h="668" extrusionOk="0">
                  <a:moveTo>
                    <a:pt x="1935" y="1"/>
                  </a:moveTo>
                  <a:lnTo>
                    <a:pt x="835" y="568"/>
                  </a:lnTo>
                  <a:lnTo>
                    <a:pt x="1" y="167"/>
                  </a:lnTo>
                  <a:lnTo>
                    <a:pt x="1" y="167"/>
                  </a:lnTo>
                  <a:lnTo>
                    <a:pt x="835" y="668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4406;p75">
              <a:extLst>
                <a:ext uri="{FF2B5EF4-FFF2-40B4-BE49-F238E27FC236}">
                  <a16:creationId xmlns:a16="http://schemas.microsoft.com/office/drawing/2014/main" id="{EB23EA33-A7B2-C7FD-CAF8-EE395417E86B}"/>
                </a:ext>
              </a:extLst>
            </p:cNvPr>
            <p:cNvSpPr/>
            <p:nvPr/>
          </p:nvSpPr>
          <p:spPr>
            <a:xfrm>
              <a:off x="2824700" y="3844025"/>
              <a:ext cx="266875" cy="148475"/>
            </a:xfrm>
            <a:custGeom>
              <a:avLst/>
              <a:gdLst/>
              <a:ahLst/>
              <a:cxnLst/>
              <a:rect l="l" t="t" r="r" b="b"/>
              <a:pathLst>
                <a:path w="10675" h="5939" extrusionOk="0">
                  <a:moveTo>
                    <a:pt x="10674" y="1"/>
                  </a:moveTo>
                  <a:cubicBezTo>
                    <a:pt x="7772" y="1"/>
                    <a:pt x="5070" y="634"/>
                    <a:pt x="3036" y="1802"/>
                  </a:cubicBezTo>
                  <a:cubicBezTo>
                    <a:pt x="1067" y="2936"/>
                    <a:pt x="0" y="4404"/>
                    <a:pt x="0" y="5938"/>
                  </a:cubicBezTo>
                  <a:cubicBezTo>
                    <a:pt x="0" y="5938"/>
                    <a:pt x="100" y="3803"/>
                    <a:pt x="3102" y="1969"/>
                  </a:cubicBezTo>
                  <a:cubicBezTo>
                    <a:pt x="6071" y="167"/>
                    <a:pt x="10674" y="1"/>
                    <a:pt x="1067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4407;p75">
              <a:extLst>
                <a:ext uri="{FF2B5EF4-FFF2-40B4-BE49-F238E27FC236}">
                  <a16:creationId xmlns:a16="http://schemas.microsoft.com/office/drawing/2014/main" id="{3B39F42A-66BD-003D-9E1D-6DABE260A173}"/>
                </a:ext>
              </a:extLst>
            </p:cNvPr>
            <p:cNvSpPr/>
            <p:nvPr/>
          </p:nvSpPr>
          <p:spPr>
            <a:xfrm>
              <a:off x="3069875" y="3974950"/>
              <a:ext cx="311050" cy="178925"/>
            </a:xfrm>
            <a:custGeom>
              <a:avLst/>
              <a:gdLst/>
              <a:ahLst/>
              <a:cxnLst/>
              <a:rect l="l" t="t" r="r" b="b"/>
              <a:pathLst>
                <a:path w="12442" h="7157" extrusionOk="0">
                  <a:moveTo>
                    <a:pt x="11975" y="1"/>
                  </a:moveTo>
                  <a:cubicBezTo>
                    <a:pt x="11975" y="2"/>
                    <a:pt x="12441" y="3037"/>
                    <a:pt x="8573" y="5138"/>
                  </a:cubicBezTo>
                  <a:cubicBezTo>
                    <a:pt x="5070" y="7056"/>
                    <a:pt x="817" y="7140"/>
                    <a:pt x="104" y="7140"/>
                  </a:cubicBezTo>
                  <a:cubicBezTo>
                    <a:pt x="36" y="7140"/>
                    <a:pt x="0" y="7139"/>
                    <a:pt x="0" y="7139"/>
                  </a:cubicBezTo>
                  <a:lnTo>
                    <a:pt x="0" y="7139"/>
                  </a:lnTo>
                  <a:cubicBezTo>
                    <a:pt x="273" y="7151"/>
                    <a:pt x="547" y="7157"/>
                    <a:pt x="821" y="7157"/>
                  </a:cubicBezTo>
                  <a:cubicBezTo>
                    <a:pt x="3693" y="7157"/>
                    <a:pt x="6580" y="6520"/>
                    <a:pt x="8773" y="5271"/>
                  </a:cubicBezTo>
                  <a:cubicBezTo>
                    <a:pt x="11275" y="3837"/>
                    <a:pt x="12309" y="1869"/>
                    <a:pt x="1197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4408;p75">
              <a:extLst>
                <a:ext uri="{FF2B5EF4-FFF2-40B4-BE49-F238E27FC236}">
                  <a16:creationId xmlns:a16="http://schemas.microsoft.com/office/drawing/2014/main" id="{1A1F9C0C-DF36-5945-1BCF-F296728B835C}"/>
                </a:ext>
              </a:extLst>
            </p:cNvPr>
            <p:cNvSpPr/>
            <p:nvPr/>
          </p:nvSpPr>
          <p:spPr>
            <a:xfrm>
              <a:off x="2852200" y="3806300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71" y="0"/>
                  </a:moveTo>
                  <a:cubicBezTo>
                    <a:pt x="8315" y="0"/>
                    <a:pt x="5455" y="626"/>
                    <a:pt x="3270" y="1877"/>
                  </a:cubicBezTo>
                  <a:cubicBezTo>
                    <a:pt x="2202" y="2444"/>
                    <a:pt x="1268" y="3311"/>
                    <a:pt x="601" y="4345"/>
                  </a:cubicBezTo>
                  <a:lnTo>
                    <a:pt x="1" y="4345"/>
                  </a:lnTo>
                  <a:lnTo>
                    <a:pt x="1" y="6613"/>
                  </a:lnTo>
                  <a:cubicBezTo>
                    <a:pt x="101" y="8181"/>
                    <a:pt x="1168" y="9782"/>
                    <a:pt x="3270" y="10983"/>
                  </a:cubicBezTo>
                  <a:cubicBezTo>
                    <a:pt x="5455" y="12234"/>
                    <a:pt x="8307" y="12859"/>
                    <a:pt x="11159" y="12859"/>
                  </a:cubicBezTo>
                  <a:cubicBezTo>
                    <a:pt x="14011" y="12859"/>
                    <a:pt x="16863" y="12234"/>
                    <a:pt x="19048" y="10983"/>
                  </a:cubicBezTo>
                  <a:cubicBezTo>
                    <a:pt x="21116" y="9782"/>
                    <a:pt x="22250" y="8181"/>
                    <a:pt x="22317" y="6613"/>
                  </a:cubicBezTo>
                  <a:lnTo>
                    <a:pt x="22317" y="4345"/>
                  </a:lnTo>
                  <a:lnTo>
                    <a:pt x="21716" y="4345"/>
                  </a:lnTo>
                  <a:cubicBezTo>
                    <a:pt x="21049" y="3311"/>
                    <a:pt x="20149" y="2444"/>
                    <a:pt x="19048" y="1877"/>
                  </a:cubicBezTo>
                  <a:cubicBezTo>
                    <a:pt x="16880" y="626"/>
                    <a:pt x="14027" y="0"/>
                    <a:pt x="1117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4409;p75">
              <a:extLst>
                <a:ext uri="{FF2B5EF4-FFF2-40B4-BE49-F238E27FC236}">
                  <a16:creationId xmlns:a16="http://schemas.microsoft.com/office/drawing/2014/main" id="{2B78DB9A-E0D1-0735-165B-793DB5ED7B61}"/>
                </a:ext>
              </a:extLst>
            </p:cNvPr>
            <p:cNvSpPr/>
            <p:nvPr/>
          </p:nvSpPr>
          <p:spPr>
            <a:xfrm>
              <a:off x="2852200" y="3806300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71" y="0"/>
                  </a:moveTo>
                  <a:cubicBezTo>
                    <a:pt x="8315" y="0"/>
                    <a:pt x="5455" y="626"/>
                    <a:pt x="3270" y="1877"/>
                  </a:cubicBezTo>
                  <a:cubicBezTo>
                    <a:pt x="2202" y="2444"/>
                    <a:pt x="1268" y="3311"/>
                    <a:pt x="601" y="4345"/>
                  </a:cubicBezTo>
                  <a:lnTo>
                    <a:pt x="1" y="4345"/>
                  </a:lnTo>
                  <a:lnTo>
                    <a:pt x="1" y="6613"/>
                  </a:lnTo>
                  <a:cubicBezTo>
                    <a:pt x="101" y="8181"/>
                    <a:pt x="1168" y="9782"/>
                    <a:pt x="3270" y="10983"/>
                  </a:cubicBezTo>
                  <a:cubicBezTo>
                    <a:pt x="5455" y="12234"/>
                    <a:pt x="8307" y="12859"/>
                    <a:pt x="11159" y="12859"/>
                  </a:cubicBezTo>
                  <a:cubicBezTo>
                    <a:pt x="14011" y="12859"/>
                    <a:pt x="16863" y="12234"/>
                    <a:pt x="19048" y="10983"/>
                  </a:cubicBezTo>
                  <a:cubicBezTo>
                    <a:pt x="21116" y="9782"/>
                    <a:pt x="22250" y="8181"/>
                    <a:pt x="22317" y="6613"/>
                  </a:cubicBezTo>
                  <a:lnTo>
                    <a:pt x="22317" y="4345"/>
                  </a:lnTo>
                  <a:lnTo>
                    <a:pt x="21716" y="4345"/>
                  </a:lnTo>
                  <a:cubicBezTo>
                    <a:pt x="21049" y="3311"/>
                    <a:pt x="20149" y="2444"/>
                    <a:pt x="19048" y="1877"/>
                  </a:cubicBezTo>
                  <a:cubicBezTo>
                    <a:pt x="16880" y="626"/>
                    <a:pt x="14027" y="0"/>
                    <a:pt x="11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4410;p75">
              <a:extLst>
                <a:ext uri="{FF2B5EF4-FFF2-40B4-BE49-F238E27FC236}">
                  <a16:creationId xmlns:a16="http://schemas.microsoft.com/office/drawing/2014/main" id="{9B32781F-8FA6-A30F-9293-F5E79A5944DF}"/>
                </a:ext>
              </a:extLst>
            </p:cNvPr>
            <p:cNvSpPr/>
            <p:nvPr/>
          </p:nvSpPr>
          <p:spPr>
            <a:xfrm>
              <a:off x="2852200" y="3805675"/>
              <a:ext cx="279400" cy="321925"/>
            </a:xfrm>
            <a:custGeom>
              <a:avLst/>
              <a:gdLst/>
              <a:ahLst/>
              <a:cxnLst/>
              <a:rect l="l" t="t" r="r" b="b"/>
              <a:pathLst>
                <a:path w="11176" h="12877" extrusionOk="0">
                  <a:moveTo>
                    <a:pt x="11175" y="0"/>
                  </a:moveTo>
                  <a:cubicBezTo>
                    <a:pt x="8307" y="0"/>
                    <a:pt x="5471" y="634"/>
                    <a:pt x="3270" y="1902"/>
                  </a:cubicBezTo>
                  <a:cubicBezTo>
                    <a:pt x="2202" y="2469"/>
                    <a:pt x="1268" y="3336"/>
                    <a:pt x="601" y="4370"/>
                  </a:cubicBezTo>
                  <a:lnTo>
                    <a:pt x="1" y="4370"/>
                  </a:lnTo>
                  <a:lnTo>
                    <a:pt x="1" y="6638"/>
                  </a:lnTo>
                  <a:cubicBezTo>
                    <a:pt x="101" y="8206"/>
                    <a:pt x="1168" y="9807"/>
                    <a:pt x="3270" y="11008"/>
                  </a:cubicBezTo>
                  <a:cubicBezTo>
                    <a:pt x="5438" y="12242"/>
                    <a:pt x="8307" y="12876"/>
                    <a:pt x="11175" y="12876"/>
                  </a:cubicBezTo>
                  <a:lnTo>
                    <a:pt x="1117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4411;p75">
              <a:extLst>
                <a:ext uri="{FF2B5EF4-FFF2-40B4-BE49-F238E27FC236}">
                  <a16:creationId xmlns:a16="http://schemas.microsoft.com/office/drawing/2014/main" id="{7A1F4490-82A9-9232-B044-107C7DD0352A}"/>
                </a:ext>
              </a:extLst>
            </p:cNvPr>
            <p:cNvSpPr/>
            <p:nvPr/>
          </p:nvSpPr>
          <p:spPr>
            <a:xfrm>
              <a:off x="2852200" y="3832350"/>
              <a:ext cx="126800" cy="269375"/>
            </a:xfrm>
            <a:custGeom>
              <a:avLst/>
              <a:gdLst/>
              <a:ahLst/>
              <a:cxnLst/>
              <a:rect l="l" t="t" r="r" b="b"/>
              <a:pathLst>
                <a:path w="5072" h="10775" extrusionOk="0">
                  <a:moveTo>
                    <a:pt x="5071" y="1"/>
                  </a:moveTo>
                  <a:cubicBezTo>
                    <a:pt x="4437" y="201"/>
                    <a:pt x="3837" y="501"/>
                    <a:pt x="3270" y="835"/>
                  </a:cubicBezTo>
                  <a:cubicBezTo>
                    <a:pt x="2202" y="1402"/>
                    <a:pt x="1268" y="2236"/>
                    <a:pt x="601" y="3270"/>
                  </a:cubicBezTo>
                  <a:lnTo>
                    <a:pt x="1" y="3270"/>
                  </a:lnTo>
                  <a:lnTo>
                    <a:pt x="1" y="5571"/>
                  </a:lnTo>
                  <a:cubicBezTo>
                    <a:pt x="101" y="7139"/>
                    <a:pt x="1168" y="8707"/>
                    <a:pt x="3270" y="9941"/>
                  </a:cubicBezTo>
                  <a:cubicBezTo>
                    <a:pt x="3837" y="10241"/>
                    <a:pt x="4437" y="10541"/>
                    <a:pt x="5071" y="10775"/>
                  </a:cubicBezTo>
                  <a:lnTo>
                    <a:pt x="507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4412;p75">
              <a:extLst>
                <a:ext uri="{FF2B5EF4-FFF2-40B4-BE49-F238E27FC236}">
                  <a16:creationId xmlns:a16="http://schemas.microsoft.com/office/drawing/2014/main" id="{1CE9AD84-BF0A-5FCF-B0A0-ACD29B553F20}"/>
                </a:ext>
              </a:extLst>
            </p:cNvPr>
            <p:cNvSpPr/>
            <p:nvPr/>
          </p:nvSpPr>
          <p:spPr>
            <a:xfrm>
              <a:off x="3283350" y="3832350"/>
              <a:ext cx="127625" cy="269375"/>
            </a:xfrm>
            <a:custGeom>
              <a:avLst/>
              <a:gdLst/>
              <a:ahLst/>
              <a:cxnLst/>
              <a:rect l="l" t="t" r="r" b="b"/>
              <a:pathLst>
                <a:path w="5105" h="10775" extrusionOk="0">
                  <a:moveTo>
                    <a:pt x="0" y="1"/>
                  </a:moveTo>
                  <a:lnTo>
                    <a:pt x="34" y="10775"/>
                  </a:lnTo>
                  <a:cubicBezTo>
                    <a:pt x="634" y="10541"/>
                    <a:pt x="1235" y="10241"/>
                    <a:pt x="1835" y="9941"/>
                  </a:cubicBezTo>
                  <a:cubicBezTo>
                    <a:pt x="3903" y="8707"/>
                    <a:pt x="5004" y="7139"/>
                    <a:pt x="5104" y="5571"/>
                  </a:cubicBezTo>
                  <a:lnTo>
                    <a:pt x="5104" y="3270"/>
                  </a:lnTo>
                  <a:lnTo>
                    <a:pt x="4470" y="3270"/>
                  </a:lnTo>
                  <a:cubicBezTo>
                    <a:pt x="3803" y="2236"/>
                    <a:pt x="2903" y="1402"/>
                    <a:pt x="1802" y="835"/>
                  </a:cubicBezTo>
                  <a:cubicBezTo>
                    <a:pt x="1235" y="501"/>
                    <a:pt x="634" y="201"/>
                    <a:pt x="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4413;p75">
              <a:extLst>
                <a:ext uri="{FF2B5EF4-FFF2-40B4-BE49-F238E27FC236}">
                  <a16:creationId xmlns:a16="http://schemas.microsoft.com/office/drawing/2014/main" id="{A98585E1-D9D6-938B-3942-B9928226BA5C}"/>
                </a:ext>
              </a:extLst>
            </p:cNvPr>
            <p:cNvSpPr/>
            <p:nvPr/>
          </p:nvSpPr>
          <p:spPr>
            <a:xfrm>
              <a:off x="2825525" y="3753750"/>
              <a:ext cx="612125" cy="321500"/>
            </a:xfrm>
            <a:custGeom>
              <a:avLst/>
              <a:gdLst/>
              <a:ahLst/>
              <a:cxnLst/>
              <a:rect l="l" t="t" r="r" b="b"/>
              <a:pathLst>
                <a:path w="24485" h="12860" extrusionOk="0">
                  <a:moveTo>
                    <a:pt x="12238" y="1"/>
                  </a:moveTo>
                  <a:cubicBezTo>
                    <a:pt x="9382" y="1"/>
                    <a:pt x="6522" y="626"/>
                    <a:pt x="4337" y="1877"/>
                  </a:cubicBezTo>
                  <a:cubicBezTo>
                    <a:pt x="0" y="4379"/>
                    <a:pt x="0" y="8482"/>
                    <a:pt x="4337" y="10984"/>
                  </a:cubicBezTo>
                  <a:cubicBezTo>
                    <a:pt x="6522" y="12234"/>
                    <a:pt x="9382" y="12860"/>
                    <a:pt x="12238" y="12860"/>
                  </a:cubicBezTo>
                  <a:cubicBezTo>
                    <a:pt x="15094" y="12860"/>
                    <a:pt x="17947" y="12234"/>
                    <a:pt x="20115" y="10984"/>
                  </a:cubicBezTo>
                  <a:cubicBezTo>
                    <a:pt x="24485" y="8482"/>
                    <a:pt x="24485" y="4412"/>
                    <a:pt x="20115" y="1877"/>
                  </a:cubicBezTo>
                  <a:cubicBezTo>
                    <a:pt x="17947" y="626"/>
                    <a:pt x="15094" y="1"/>
                    <a:pt x="122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4414;p75">
              <a:extLst>
                <a:ext uri="{FF2B5EF4-FFF2-40B4-BE49-F238E27FC236}">
                  <a16:creationId xmlns:a16="http://schemas.microsoft.com/office/drawing/2014/main" id="{0132598B-6AC4-AD98-CE1C-5832D33C2F97}"/>
                </a:ext>
              </a:extLst>
            </p:cNvPr>
            <p:cNvSpPr/>
            <p:nvPr/>
          </p:nvSpPr>
          <p:spPr>
            <a:xfrm>
              <a:off x="2825525" y="3753750"/>
              <a:ext cx="612125" cy="321500"/>
            </a:xfrm>
            <a:custGeom>
              <a:avLst/>
              <a:gdLst/>
              <a:ahLst/>
              <a:cxnLst/>
              <a:rect l="l" t="t" r="r" b="b"/>
              <a:pathLst>
                <a:path w="24485" h="12860" extrusionOk="0">
                  <a:moveTo>
                    <a:pt x="12238" y="1"/>
                  </a:moveTo>
                  <a:cubicBezTo>
                    <a:pt x="9382" y="1"/>
                    <a:pt x="6522" y="626"/>
                    <a:pt x="4337" y="1877"/>
                  </a:cubicBezTo>
                  <a:cubicBezTo>
                    <a:pt x="0" y="4379"/>
                    <a:pt x="0" y="8482"/>
                    <a:pt x="4337" y="10984"/>
                  </a:cubicBezTo>
                  <a:cubicBezTo>
                    <a:pt x="6522" y="12234"/>
                    <a:pt x="9382" y="12860"/>
                    <a:pt x="12238" y="12860"/>
                  </a:cubicBezTo>
                  <a:cubicBezTo>
                    <a:pt x="15094" y="12860"/>
                    <a:pt x="17947" y="12234"/>
                    <a:pt x="20115" y="10984"/>
                  </a:cubicBezTo>
                  <a:cubicBezTo>
                    <a:pt x="24485" y="8482"/>
                    <a:pt x="24485" y="4412"/>
                    <a:pt x="20115" y="1877"/>
                  </a:cubicBezTo>
                  <a:cubicBezTo>
                    <a:pt x="17947" y="626"/>
                    <a:pt x="15094" y="1"/>
                    <a:pt x="122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4415;p75">
              <a:extLst>
                <a:ext uri="{FF2B5EF4-FFF2-40B4-BE49-F238E27FC236}">
                  <a16:creationId xmlns:a16="http://schemas.microsoft.com/office/drawing/2014/main" id="{FA8C6BFC-4396-3305-036F-D6CE5006571B}"/>
                </a:ext>
              </a:extLst>
            </p:cNvPr>
            <p:cNvSpPr/>
            <p:nvPr/>
          </p:nvSpPr>
          <p:spPr>
            <a:xfrm>
              <a:off x="2946450" y="3814850"/>
              <a:ext cx="369450" cy="199325"/>
            </a:xfrm>
            <a:custGeom>
              <a:avLst/>
              <a:gdLst/>
              <a:ahLst/>
              <a:cxnLst/>
              <a:rect l="l" t="t" r="r" b="b"/>
              <a:pathLst>
                <a:path w="14778" h="7973" extrusionOk="0">
                  <a:moveTo>
                    <a:pt x="7405" y="0"/>
                  </a:moveTo>
                  <a:cubicBezTo>
                    <a:pt x="5654" y="0"/>
                    <a:pt x="3903" y="367"/>
                    <a:pt x="2268" y="1101"/>
                  </a:cubicBezTo>
                  <a:cubicBezTo>
                    <a:pt x="801" y="1868"/>
                    <a:pt x="0" y="2869"/>
                    <a:pt x="0" y="4003"/>
                  </a:cubicBezTo>
                  <a:cubicBezTo>
                    <a:pt x="0" y="5104"/>
                    <a:pt x="801" y="6138"/>
                    <a:pt x="2268" y="6872"/>
                  </a:cubicBezTo>
                  <a:cubicBezTo>
                    <a:pt x="3903" y="7606"/>
                    <a:pt x="5654" y="7972"/>
                    <a:pt x="7405" y="7972"/>
                  </a:cubicBezTo>
                  <a:cubicBezTo>
                    <a:pt x="9157" y="7972"/>
                    <a:pt x="10908" y="7606"/>
                    <a:pt x="12542" y="6872"/>
                  </a:cubicBezTo>
                  <a:cubicBezTo>
                    <a:pt x="13977" y="6138"/>
                    <a:pt x="14777" y="5104"/>
                    <a:pt x="14777" y="4003"/>
                  </a:cubicBezTo>
                  <a:cubicBezTo>
                    <a:pt x="14777" y="2869"/>
                    <a:pt x="13977" y="1868"/>
                    <a:pt x="12542" y="1101"/>
                  </a:cubicBezTo>
                  <a:cubicBezTo>
                    <a:pt x="10908" y="367"/>
                    <a:pt x="9157" y="0"/>
                    <a:pt x="740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4416;p75">
              <a:extLst>
                <a:ext uri="{FF2B5EF4-FFF2-40B4-BE49-F238E27FC236}">
                  <a16:creationId xmlns:a16="http://schemas.microsoft.com/office/drawing/2014/main" id="{2AC57F85-7446-2CB7-5265-9FAACCD0669B}"/>
                </a:ext>
              </a:extLst>
            </p:cNvPr>
            <p:cNvSpPr/>
            <p:nvPr/>
          </p:nvSpPr>
          <p:spPr>
            <a:xfrm>
              <a:off x="2946450" y="3814850"/>
              <a:ext cx="369450" cy="199325"/>
            </a:xfrm>
            <a:custGeom>
              <a:avLst/>
              <a:gdLst/>
              <a:ahLst/>
              <a:cxnLst/>
              <a:rect l="l" t="t" r="r" b="b"/>
              <a:pathLst>
                <a:path w="14778" h="7973" extrusionOk="0">
                  <a:moveTo>
                    <a:pt x="7405" y="0"/>
                  </a:moveTo>
                  <a:cubicBezTo>
                    <a:pt x="5654" y="0"/>
                    <a:pt x="3903" y="367"/>
                    <a:pt x="2268" y="1101"/>
                  </a:cubicBezTo>
                  <a:cubicBezTo>
                    <a:pt x="801" y="1868"/>
                    <a:pt x="0" y="2869"/>
                    <a:pt x="0" y="4003"/>
                  </a:cubicBezTo>
                  <a:cubicBezTo>
                    <a:pt x="0" y="5104"/>
                    <a:pt x="801" y="6138"/>
                    <a:pt x="2268" y="6872"/>
                  </a:cubicBezTo>
                  <a:cubicBezTo>
                    <a:pt x="3903" y="7606"/>
                    <a:pt x="5654" y="7972"/>
                    <a:pt x="7405" y="7972"/>
                  </a:cubicBezTo>
                  <a:cubicBezTo>
                    <a:pt x="9157" y="7972"/>
                    <a:pt x="10908" y="7606"/>
                    <a:pt x="12542" y="6872"/>
                  </a:cubicBezTo>
                  <a:cubicBezTo>
                    <a:pt x="13977" y="6138"/>
                    <a:pt x="14777" y="5104"/>
                    <a:pt x="14777" y="4003"/>
                  </a:cubicBezTo>
                  <a:cubicBezTo>
                    <a:pt x="14777" y="2869"/>
                    <a:pt x="13977" y="1868"/>
                    <a:pt x="12542" y="1101"/>
                  </a:cubicBezTo>
                  <a:cubicBezTo>
                    <a:pt x="10908" y="367"/>
                    <a:pt x="9157" y="0"/>
                    <a:pt x="74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4417;p75">
              <a:extLst>
                <a:ext uri="{FF2B5EF4-FFF2-40B4-BE49-F238E27FC236}">
                  <a16:creationId xmlns:a16="http://schemas.microsoft.com/office/drawing/2014/main" id="{82CE408A-B035-2594-AB1B-7F5AA3E284C9}"/>
                </a:ext>
              </a:extLst>
            </p:cNvPr>
            <p:cNvSpPr/>
            <p:nvPr/>
          </p:nvSpPr>
          <p:spPr>
            <a:xfrm>
              <a:off x="2864725" y="3765650"/>
              <a:ext cx="533725" cy="297725"/>
            </a:xfrm>
            <a:custGeom>
              <a:avLst/>
              <a:gdLst/>
              <a:ahLst/>
              <a:cxnLst/>
              <a:rect l="l" t="t" r="r" b="b"/>
              <a:pathLst>
                <a:path w="21349" h="11909" extrusionOk="0">
                  <a:moveTo>
                    <a:pt x="10674" y="1968"/>
                  </a:moveTo>
                  <a:cubicBezTo>
                    <a:pt x="12426" y="1968"/>
                    <a:pt x="14177" y="2335"/>
                    <a:pt x="15811" y="3069"/>
                  </a:cubicBezTo>
                  <a:cubicBezTo>
                    <a:pt x="17279" y="3803"/>
                    <a:pt x="18080" y="4837"/>
                    <a:pt x="18080" y="5971"/>
                  </a:cubicBezTo>
                  <a:cubicBezTo>
                    <a:pt x="18080" y="7072"/>
                    <a:pt x="17246" y="8106"/>
                    <a:pt x="15811" y="8840"/>
                  </a:cubicBezTo>
                  <a:cubicBezTo>
                    <a:pt x="14177" y="9574"/>
                    <a:pt x="12426" y="9940"/>
                    <a:pt x="10674" y="9940"/>
                  </a:cubicBezTo>
                  <a:cubicBezTo>
                    <a:pt x="8923" y="9940"/>
                    <a:pt x="7172" y="9574"/>
                    <a:pt x="5537" y="8840"/>
                  </a:cubicBezTo>
                  <a:cubicBezTo>
                    <a:pt x="4070" y="8106"/>
                    <a:pt x="3269" y="7072"/>
                    <a:pt x="3269" y="5971"/>
                  </a:cubicBezTo>
                  <a:cubicBezTo>
                    <a:pt x="3269" y="4837"/>
                    <a:pt x="4070" y="3803"/>
                    <a:pt x="5537" y="3069"/>
                  </a:cubicBezTo>
                  <a:cubicBezTo>
                    <a:pt x="7172" y="2335"/>
                    <a:pt x="8923" y="1968"/>
                    <a:pt x="10674" y="1968"/>
                  </a:cubicBezTo>
                  <a:close/>
                  <a:moveTo>
                    <a:pt x="10674" y="0"/>
                  </a:moveTo>
                  <a:cubicBezTo>
                    <a:pt x="7772" y="0"/>
                    <a:pt x="5070" y="667"/>
                    <a:pt x="3036" y="1835"/>
                  </a:cubicBezTo>
                  <a:cubicBezTo>
                    <a:pt x="1068" y="2935"/>
                    <a:pt x="0" y="4403"/>
                    <a:pt x="0" y="5971"/>
                  </a:cubicBezTo>
                  <a:cubicBezTo>
                    <a:pt x="0" y="7505"/>
                    <a:pt x="1068" y="8973"/>
                    <a:pt x="3036" y="10107"/>
                  </a:cubicBezTo>
                  <a:cubicBezTo>
                    <a:pt x="5070" y="11275"/>
                    <a:pt x="7772" y="11909"/>
                    <a:pt x="10674" y="11909"/>
                  </a:cubicBezTo>
                  <a:cubicBezTo>
                    <a:pt x="13577" y="11909"/>
                    <a:pt x="16278" y="11275"/>
                    <a:pt x="18313" y="10107"/>
                  </a:cubicBezTo>
                  <a:cubicBezTo>
                    <a:pt x="20248" y="8973"/>
                    <a:pt x="21349" y="7505"/>
                    <a:pt x="21349" y="5971"/>
                  </a:cubicBezTo>
                  <a:cubicBezTo>
                    <a:pt x="21349" y="4437"/>
                    <a:pt x="20248" y="2969"/>
                    <a:pt x="18313" y="1835"/>
                  </a:cubicBezTo>
                  <a:cubicBezTo>
                    <a:pt x="16278" y="667"/>
                    <a:pt x="13577" y="0"/>
                    <a:pt x="106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4418;p75">
              <a:extLst>
                <a:ext uri="{FF2B5EF4-FFF2-40B4-BE49-F238E27FC236}">
                  <a16:creationId xmlns:a16="http://schemas.microsoft.com/office/drawing/2014/main" id="{01409651-496B-B580-1340-DBFF1FD2F77C}"/>
                </a:ext>
              </a:extLst>
            </p:cNvPr>
            <p:cNvSpPr/>
            <p:nvPr/>
          </p:nvSpPr>
          <p:spPr>
            <a:xfrm>
              <a:off x="2955625" y="3824850"/>
              <a:ext cx="351100" cy="180150"/>
            </a:xfrm>
            <a:custGeom>
              <a:avLst/>
              <a:gdLst/>
              <a:ahLst/>
              <a:cxnLst/>
              <a:rect l="l" t="t" r="r" b="b"/>
              <a:pathLst>
                <a:path w="14044" h="7206" extrusionOk="0">
                  <a:moveTo>
                    <a:pt x="7038" y="0"/>
                  </a:moveTo>
                  <a:cubicBezTo>
                    <a:pt x="3169" y="0"/>
                    <a:pt x="0" y="1602"/>
                    <a:pt x="0" y="3603"/>
                  </a:cubicBezTo>
                  <a:cubicBezTo>
                    <a:pt x="0" y="5571"/>
                    <a:pt x="3169" y="7206"/>
                    <a:pt x="7038" y="7206"/>
                  </a:cubicBezTo>
                  <a:cubicBezTo>
                    <a:pt x="10908" y="7206"/>
                    <a:pt x="14043" y="5571"/>
                    <a:pt x="14043" y="3603"/>
                  </a:cubicBezTo>
                  <a:cubicBezTo>
                    <a:pt x="14043" y="1602"/>
                    <a:pt x="10908" y="0"/>
                    <a:pt x="70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4419;p75">
              <a:extLst>
                <a:ext uri="{FF2B5EF4-FFF2-40B4-BE49-F238E27FC236}">
                  <a16:creationId xmlns:a16="http://schemas.microsoft.com/office/drawing/2014/main" id="{089B59AC-C3D3-C1AC-CDAC-2AC29B99D047}"/>
                </a:ext>
              </a:extLst>
            </p:cNvPr>
            <p:cNvSpPr/>
            <p:nvPr/>
          </p:nvSpPr>
          <p:spPr>
            <a:xfrm>
              <a:off x="2955625" y="3824850"/>
              <a:ext cx="351100" cy="180150"/>
            </a:xfrm>
            <a:custGeom>
              <a:avLst/>
              <a:gdLst/>
              <a:ahLst/>
              <a:cxnLst/>
              <a:rect l="l" t="t" r="r" b="b"/>
              <a:pathLst>
                <a:path w="14044" h="7206" extrusionOk="0">
                  <a:moveTo>
                    <a:pt x="7038" y="0"/>
                  </a:moveTo>
                  <a:cubicBezTo>
                    <a:pt x="3169" y="0"/>
                    <a:pt x="0" y="1602"/>
                    <a:pt x="0" y="3603"/>
                  </a:cubicBezTo>
                  <a:cubicBezTo>
                    <a:pt x="0" y="5571"/>
                    <a:pt x="3169" y="7206"/>
                    <a:pt x="7038" y="7206"/>
                  </a:cubicBezTo>
                  <a:cubicBezTo>
                    <a:pt x="10908" y="7206"/>
                    <a:pt x="14043" y="5571"/>
                    <a:pt x="14043" y="3603"/>
                  </a:cubicBezTo>
                  <a:cubicBezTo>
                    <a:pt x="14043" y="1602"/>
                    <a:pt x="10908" y="0"/>
                    <a:pt x="70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4420;p75">
              <a:extLst>
                <a:ext uri="{FF2B5EF4-FFF2-40B4-BE49-F238E27FC236}">
                  <a16:creationId xmlns:a16="http://schemas.microsoft.com/office/drawing/2014/main" id="{1C4CAC68-C9BA-433A-5BDA-5ADDDE239E83}"/>
                </a:ext>
              </a:extLst>
            </p:cNvPr>
            <p:cNvSpPr/>
            <p:nvPr/>
          </p:nvSpPr>
          <p:spPr>
            <a:xfrm>
              <a:off x="2955625" y="3824850"/>
              <a:ext cx="351100" cy="180150"/>
            </a:xfrm>
            <a:custGeom>
              <a:avLst/>
              <a:gdLst/>
              <a:ahLst/>
              <a:cxnLst/>
              <a:rect l="l" t="t" r="r" b="b"/>
              <a:pathLst>
                <a:path w="14044" h="7206" extrusionOk="0">
                  <a:moveTo>
                    <a:pt x="7038" y="0"/>
                  </a:moveTo>
                  <a:cubicBezTo>
                    <a:pt x="3169" y="0"/>
                    <a:pt x="0" y="1602"/>
                    <a:pt x="0" y="3603"/>
                  </a:cubicBezTo>
                  <a:cubicBezTo>
                    <a:pt x="0" y="5571"/>
                    <a:pt x="3169" y="7206"/>
                    <a:pt x="7038" y="7206"/>
                  </a:cubicBezTo>
                  <a:cubicBezTo>
                    <a:pt x="10908" y="7206"/>
                    <a:pt x="14043" y="5571"/>
                    <a:pt x="14043" y="3603"/>
                  </a:cubicBezTo>
                  <a:cubicBezTo>
                    <a:pt x="14043" y="1602"/>
                    <a:pt x="10908" y="0"/>
                    <a:pt x="70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4421;p75">
              <a:extLst>
                <a:ext uri="{FF2B5EF4-FFF2-40B4-BE49-F238E27FC236}">
                  <a16:creationId xmlns:a16="http://schemas.microsoft.com/office/drawing/2014/main" id="{6AB8B120-DBA5-5894-ECA0-BB0FED034F58}"/>
                </a:ext>
              </a:extLst>
            </p:cNvPr>
            <p:cNvSpPr/>
            <p:nvPr/>
          </p:nvSpPr>
          <p:spPr>
            <a:xfrm>
              <a:off x="2957275" y="3848625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60" y="0"/>
                  </a:moveTo>
                  <a:cubicBezTo>
                    <a:pt x="5163" y="0"/>
                    <a:pt x="3370" y="350"/>
                    <a:pt x="2002" y="1051"/>
                  </a:cubicBezTo>
                  <a:cubicBezTo>
                    <a:pt x="868" y="1618"/>
                    <a:pt x="201" y="2352"/>
                    <a:pt x="1" y="3119"/>
                  </a:cubicBezTo>
                  <a:cubicBezTo>
                    <a:pt x="201" y="3886"/>
                    <a:pt x="868" y="4620"/>
                    <a:pt x="2002" y="5220"/>
                  </a:cubicBezTo>
                  <a:cubicBezTo>
                    <a:pt x="3370" y="5921"/>
                    <a:pt x="5163" y="6271"/>
                    <a:pt x="6960" y="6271"/>
                  </a:cubicBezTo>
                  <a:cubicBezTo>
                    <a:pt x="8757" y="6271"/>
                    <a:pt x="10558" y="5921"/>
                    <a:pt x="11943" y="5220"/>
                  </a:cubicBezTo>
                  <a:cubicBezTo>
                    <a:pt x="13043" y="4653"/>
                    <a:pt x="13711" y="3920"/>
                    <a:pt x="13911" y="3119"/>
                  </a:cubicBezTo>
                  <a:cubicBezTo>
                    <a:pt x="13711" y="2352"/>
                    <a:pt x="13043" y="1618"/>
                    <a:pt x="11943" y="1051"/>
                  </a:cubicBezTo>
                  <a:cubicBezTo>
                    <a:pt x="10558" y="350"/>
                    <a:pt x="8757" y="0"/>
                    <a:pt x="696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4422;p75">
              <a:extLst>
                <a:ext uri="{FF2B5EF4-FFF2-40B4-BE49-F238E27FC236}">
                  <a16:creationId xmlns:a16="http://schemas.microsoft.com/office/drawing/2014/main" id="{BF5B87E7-2530-9019-CC62-09EF647B5E8F}"/>
                </a:ext>
              </a:extLst>
            </p:cNvPr>
            <p:cNvSpPr/>
            <p:nvPr/>
          </p:nvSpPr>
          <p:spPr>
            <a:xfrm>
              <a:off x="2957275" y="3848625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60" y="0"/>
                  </a:moveTo>
                  <a:cubicBezTo>
                    <a:pt x="5163" y="0"/>
                    <a:pt x="3370" y="350"/>
                    <a:pt x="2002" y="1051"/>
                  </a:cubicBezTo>
                  <a:cubicBezTo>
                    <a:pt x="868" y="1618"/>
                    <a:pt x="201" y="2352"/>
                    <a:pt x="1" y="3119"/>
                  </a:cubicBezTo>
                  <a:cubicBezTo>
                    <a:pt x="201" y="3886"/>
                    <a:pt x="868" y="4620"/>
                    <a:pt x="2002" y="5220"/>
                  </a:cubicBezTo>
                  <a:cubicBezTo>
                    <a:pt x="3370" y="5921"/>
                    <a:pt x="5163" y="6271"/>
                    <a:pt x="6960" y="6271"/>
                  </a:cubicBezTo>
                  <a:cubicBezTo>
                    <a:pt x="8757" y="6271"/>
                    <a:pt x="10558" y="5921"/>
                    <a:pt x="11943" y="5220"/>
                  </a:cubicBezTo>
                  <a:cubicBezTo>
                    <a:pt x="13043" y="4653"/>
                    <a:pt x="13711" y="3920"/>
                    <a:pt x="13911" y="3119"/>
                  </a:cubicBezTo>
                  <a:cubicBezTo>
                    <a:pt x="13711" y="2352"/>
                    <a:pt x="13043" y="1618"/>
                    <a:pt x="11943" y="1051"/>
                  </a:cubicBezTo>
                  <a:cubicBezTo>
                    <a:pt x="10558" y="350"/>
                    <a:pt x="8757" y="0"/>
                    <a:pt x="69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4423;p75">
              <a:extLst>
                <a:ext uri="{FF2B5EF4-FFF2-40B4-BE49-F238E27FC236}">
                  <a16:creationId xmlns:a16="http://schemas.microsoft.com/office/drawing/2014/main" id="{D8644E0E-FB2A-4096-4054-CEE1DA23EAE2}"/>
                </a:ext>
              </a:extLst>
            </p:cNvPr>
            <p:cNvSpPr/>
            <p:nvPr/>
          </p:nvSpPr>
          <p:spPr>
            <a:xfrm>
              <a:off x="3123225" y="3852375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2" y="0"/>
                  </a:moveTo>
                  <a:lnTo>
                    <a:pt x="1" y="1001"/>
                  </a:lnTo>
                  <a:lnTo>
                    <a:pt x="1" y="2068"/>
                  </a:lnTo>
                  <a:lnTo>
                    <a:pt x="635" y="1401"/>
                  </a:lnTo>
                  <a:lnTo>
                    <a:pt x="1002" y="1034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4424;p75">
              <a:extLst>
                <a:ext uri="{FF2B5EF4-FFF2-40B4-BE49-F238E27FC236}">
                  <a16:creationId xmlns:a16="http://schemas.microsoft.com/office/drawing/2014/main" id="{5B042D0F-8E44-EF0F-A6A2-E8489A76E17C}"/>
                </a:ext>
              </a:extLst>
            </p:cNvPr>
            <p:cNvSpPr/>
            <p:nvPr/>
          </p:nvSpPr>
          <p:spPr>
            <a:xfrm>
              <a:off x="3123225" y="3852375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2" y="0"/>
                  </a:moveTo>
                  <a:lnTo>
                    <a:pt x="1" y="1001"/>
                  </a:lnTo>
                  <a:lnTo>
                    <a:pt x="1" y="2068"/>
                  </a:lnTo>
                  <a:lnTo>
                    <a:pt x="635" y="1401"/>
                  </a:lnTo>
                  <a:lnTo>
                    <a:pt x="1002" y="1034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4425;p75">
              <a:extLst>
                <a:ext uri="{FF2B5EF4-FFF2-40B4-BE49-F238E27FC236}">
                  <a16:creationId xmlns:a16="http://schemas.microsoft.com/office/drawing/2014/main" id="{341C3A5D-B9D2-6CA9-9081-2DB523E34A39}"/>
                </a:ext>
              </a:extLst>
            </p:cNvPr>
            <p:cNvSpPr/>
            <p:nvPr/>
          </p:nvSpPr>
          <p:spPr>
            <a:xfrm>
              <a:off x="3075700" y="3875100"/>
              <a:ext cx="47550" cy="25450"/>
            </a:xfrm>
            <a:custGeom>
              <a:avLst/>
              <a:gdLst/>
              <a:ahLst/>
              <a:cxnLst/>
              <a:rect l="l" t="t" r="r" b="b"/>
              <a:pathLst>
                <a:path w="1902" h="1018" extrusionOk="0">
                  <a:moveTo>
                    <a:pt x="1346" y="1"/>
                  </a:moveTo>
                  <a:cubicBezTo>
                    <a:pt x="1028" y="1"/>
                    <a:pt x="721" y="90"/>
                    <a:pt x="468" y="259"/>
                  </a:cubicBezTo>
                  <a:cubicBezTo>
                    <a:pt x="1" y="526"/>
                    <a:pt x="34" y="759"/>
                    <a:pt x="267" y="892"/>
                  </a:cubicBezTo>
                  <a:cubicBezTo>
                    <a:pt x="334" y="926"/>
                    <a:pt x="401" y="959"/>
                    <a:pt x="468" y="993"/>
                  </a:cubicBezTo>
                  <a:cubicBezTo>
                    <a:pt x="534" y="1009"/>
                    <a:pt x="609" y="1018"/>
                    <a:pt x="684" y="1018"/>
                  </a:cubicBezTo>
                  <a:cubicBezTo>
                    <a:pt x="759" y="1018"/>
                    <a:pt x="834" y="1009"/>
                    <a:pt x="901" y="993"/>
                  </a:cubicBezTo>
                  <a:cubicBezTo>
                    <a:pt x="1235" y="926"/>
                    <a:pt x="1568" y="826"/>
                    <a:pt x="1902" y="692"/>
                  </a:cubicBezTo>
                  <a:lnTo>
                    <a:pt x="1902" y="92"/>
                  </a:lnTo>
                  <a:cubicBezTo>
                    <a:pt x="1718" y="31"/>
                    <a:pt x="1530" y="1"/>
                    <a:pt x="134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4426;p75">
              <a:extLst>
                <a:ext uri="{FF2B5EF4-FFF2-40B4-BE49-F238E27FC236}">
                  <a16:creationId xmlns:a16="http://schemas.microsoft.com/office/drawing/2014/main" id="{3CF52BDA-9661-217A-FAB5-4B2F33699E1C}"/>
                </a:ext>
              </a:extLst>
            </p:cNvPr>
            <p:cNvSpPr/>
            <p:nvPr/>
          </p:nvSpPr>
          <p:spPr>
            <a:xfrm>
              <a:off x="3075700" y="3875100"/>
              <a:ext cx="47550" cy="25450"/>
            </a:xfrm>
            <a:custGeom>
              <a:avLst/>
              <a:gdLst/>
              <a:ahLst/>
              <a:cxnLst/>
              <a:rect l="l" t="t" r="r" b="b"/>
              <a:pathLst>
                <a:path w="1902" h="1018" extrusionOk="0">
                  <a:moveTo>
                    <a:pt x="1346" y="1"/>
                  </a:moveTo>
                  <a:cubicBezTo>
                    <a:pt x="1028" y="1"/>
                    <a:pt x="721" y="90"/>
                    <a:pt x="468" y="259"/>
                  </a:cubicBezTo>
                  <a:cubicBezTo>
                    <a:pt x="1" y="526"/>
                    <a:pt x="34" y="759"/>
                    <a:pt x="267" y="892"/>
                  </a:cubicBezTo>
                  <a:cubicBezTo>
                    <a:pt x="334" y="926"/>
                    <a:pt x="401" y="959"/>
                    <a:pt x="468" y="993"/>
                  </a:cubicBezTo>
                  <a:cubicBezTo>
                    <a:pt x="534" y="1009"/>
                    <a:pt x="609" y="1018"/>
                    <a:pt x="684" y="1018"/>
                  </a:cubicBezTo>
                  <a:cubicBezTo>
                    <a:pt x="759" y="1018"/>
                    <a:pt x="834" y="1009"/>
                    <a:pt x="901" y="993"/>
                  </a:cubicBezTo>
                  <a:cubicBezTo>
                    <a:pt x="1235" y="926"/>
                    <a:pt x="1568" y="826"/>
                    <a:pt x="1902" y="692"/>
                  </a:cubicBezTo>
                  <a:lnTo>
                    <a:pt x="1902" y="92"/>
                  </a:lnTo>
                  <a:cubicBezTo>
                    <a:pt x="1718" y="31"/>
                    <a:pt x="1530" y="1"/>
                    <a:pt x="13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4427;p75">
              <a:extLst>
                <a:ext uri="{FF2B5EF4-FFF2-40B4-BE49-F238E27FC236}">
                  <a16:creationId xmlns:a16="http://schemas.microsoft.com/office/drawing/2014/main" id="{C568051D-F49A-6E93-E0B4-8D7E0B1D6F18}"/>
                </a:ext>
              </a:extLst>
            </p:cNvPr>
            <p:cNvSpPr/>
            <p:nvPr/>
          </p:nvSpPr>
          <p:spPr>
            <a:xfrm>
              <a:off x="3023175" y="3860700"/>
              <a:ext cx="216000" cy="128450"/>
            </a:xfrm>
            <a:custGeom>
              <a:avLst/>
              <a:gdLst/>
              <a:ahLst/>
              <a:cxnLst/>
              <a:rect l="l" t="t" r="r" b="b"/>
              <a:pathLst>
                <a:path w="8640" h="5138" extrusionOk="0">
                  <a:moveTo>
                    <a:pt x="0" y="1"/>
                  </a:moveTo>
                  <a:lnTo>
                    <a:pt x="0" y="901"/>
                  </a:lnTo>
                  <a:lnTo>
                    <a:pt x="327" y="1065"/>
                  </a:lnTo>
                  <a:lnTo>
                    <a:pt x="327" y="1065"/>
                  </a:lnTo>
                  <a:cubicBezTo>
                    <a:pt x="431" y="830"/>
                    <a:pt x="610" y="636"/>
                    <a:pt x="834" y="501"/>
                  </a:cubicBezTo>
                  <a:lnTo>
                    <a:pt x="0" y="1"/>
                  </a:lnTo>
                  <a:close/>
                  <a:moveTo>
                    <a:pt x="327" y="1065"/>
                  </a:moveTo>
                  <a:lnTo>
                    <a:pt x="327" y="1065"/>
                  </a:lnTo>
                  <a:cubicBezTo>
                    <a:pt x="277" y="1180"/>
                    <a:pt x="244" y="1304"/>
                    <a:pt x="234" y="1435"/>
                  </a:cubicBezTo>
                  <a:cubicBezTo>
                    <a:pt x="234" y="1445"/>
                    <a:pt x="234" y="1456"/>
                    <a:pt x="234" y="1466"/>
                  </a:cubicBezTo>
                  <a:lnTo>
                    <a:pt x="234" y="1466"/>
                  </a:lnTo>
                  <a:lnTo>
                    <a:pt x="334" y="1068"/>
                  </a:lnTo>
                  <a:lnTo>
                    <a:pt x="327" y="1065"/>
                  </a:lnTo>
                  <a:close/>
                  <a:moveTo>
                    <a:pt x="234" y="1466"/>
                  </a:moveTo>
                  <a:lnTo>
                    <a:pt x="234" y="1468"/>
                  </a:lnTo>
                  <a:lnTo>
                    <a:pt x="234" y="2302"/>
                  </a:lnTo>
                  <a:cubicBezTo>
                    <a:pt x="234" y="2636"/>
                    <a:pt x="467" y="2970"/>
                    <a:pt x="967" y="3270"/>
                  </a:cubicBezTo>
                  <a:cubicBezTo>
                    <a:pt x="1461" y="3527"/>
                    <a:pt x="2010" y="3661"/>
                    <a:pt x="2561" y="3661"/>
                  </a:cubicBezTo>
                  <a:cubicBezTo>
                    <a:pt x="2866" y="3661"/>
                    <a:pt x="3172" y="3620"/>
                    <a:pt x="3469" y="3537"/>
                  </a:cubicBezTo>
                  <a:lnTo>
                    <a:pt x="3970" y="3403"/>
                  </a:lnTo>
                  <a:lnTo>
                    <a:pt x="4537" y="2836"/>
                  </a:lnTo>
                  <a:cubicBezTo>
                    <a:pt x="4777" y="2941"/>
                    <a:pt x="5024" y="2992"/>
                    <a:pt x="5269" y="2992"/>
                  </a:cubicBezTo>
                  <a:cubicBezTo>
                    <a:pt x="5567" y="2992"/>
                    <a:pt x="5863" y="2916"/>
                    <a:pt x="6138" y="2769"/>
                  </a:cubicBezTo>
                  <a:cubicBezTo>
                    <a:pt x="6505" y="2536"/>
                    <a:pt x="6605" y="2302"/>
                    <a:pt x="6271" y="2102"/>
                  </a:cubicBezTo>
                  <a:cubicBezTo>
                    <a:pt x="6131" y="2023"/>
                    <a:pt x="5981" y="1990"/>
                    <a:pt x="5820" y="1990"/>
                  </a:cubicBezTo>
                  <a:cubicBezTo>
                    <a:pt x="5368" y="1990"/>
                    <a:pt x="4825" y="2248"/>
                    <a:pt x="4136" y="2469"/>
                  </a:cubicBezTo>
                  <a:cubicBezTo>
                    <a:pt x="3601" y="2630"/>
                    <a:pt x="3047" y="2771"/>
                    <a:pt x="2479" y="2771"/>
                  </a:cubicBezTo>
                  <a:cubicBezTo>
                    <a:pt x="1985" y="2771"/>
                    <a:pt x="1480" y="2664"/>
                    <a:pt x="967" y="2369"/>
                  </a:cubicBezTo>
                  <a:cubicBezTo>
                    <a:pt x="482" y="2078"/>
                    <a:pt x="248" y="1787"/>
                    <a:pt x="234" y="1466"/>
                  </a:cubicBezTo>
                  <a:close/>
                  <a:moveTo>
                    <a:pt x="8640" y="3603"/>
                  </a:moveTo>
                  <a:lnTo>
                    <a:pt x="7539" y="4237"/>
                  </a:lnTo>
                  <a:lnTo>
                    <a:pt x="6705" y="3770"/>
                  </a:lnTo>
                  <a:cubicBezTo>
                    <a:pt x="6131" y="4022"/>
                    <a:pt x="5527" y="4148"/>
                    <a:pt x="4912" y="4148"/>
                  </a:cubicBezTo>
                  <a:cubicBezTo>
                    <a:pt x="4633" y="4148"/>
                    <a:pt x="4351" y="4122"/>
                    <a:pt x="4070" y="4070"/>
                  </a:cubicBezTo>
                  <a:cubicBezTo>
                    <a:pt x="3869" y="4037"/>
                    <a:pt x="3669" y="3970"/>
                    <a:pt x="3469" y="3904"/>
                  </a:cubicBezTo>
                  <a:lnTo>
                    <a:pt x="3469" y="4804"/>
                  </a:lnTo>
                  <a:cubicBezTo>
                    <a:pt x="3926" y="4966"/>
                    <a:pt x="4409" y="5050"/>
                    <a:pt x="4896" y="5050"/>
                  </a:cubicBezTo>
                  <a:cubicBezTo>
                    <a:pt x="5509" y="5050"/>
                    <a:pt x="6128" y="4917"/>
                    <a:pt x="6705" y="4637"/>
                  </a:cubicBezTo>
                  <a:lnTo>
                    <a:pt x="7539" y="5138"/>
                  </a:lnTo>
                  <a:lnTo>
                    <a:pt x="8640" y="4471"/>
                  </a:lnTo>
                  <a:lnTo>
                    <a:pt x="8640" y="3603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4428;p75">
              <a:extLst>
                <a:ext uri="{FF2B5EF4-FFF2-40B4-BE49-F238E27FC236}">
                  <a16:creationId xmlns:a16="http://schemas.microsoft.com/office/drawing/2014/main" id="{F9A03C10-0833-B992-BACA-084F998CC0FC}"/>
                </a:ext>
              </a:extLst>
            </p:cNvPr>
            <p:cNvSpPr/>
            <p:nvPr/>
          </p:nvSpPr>
          <p:spPr>
            <a:xfrm>
              <a:off x="3029000" y="3897400"/>
              <a:ext cx="210175" cy="91750"/>
            </a:xfrm>
            <a:custGeom>
              <a:avLst/>
              <a:gdLst/>
              <a:ahLst/>
              <a:cxnLst/>
              <a:rect l="l" t="t" r="r" b="b"/>
              <a:pathLst>
                <a:path w="8407" h="3670" extrusionOk="0">
                  <a:moveTo>
                    <a:pt x="1" y="0"/>
                  </a:moveTo>
                  <a:lnTo>
                    <a:pt x="1" y="834"/>
                  </a:lnTo>
                  <a:cubicBezTo>
                    <a:pt x="1" y="1168"/>
                    <a:pt x="234" y="1502"/>
                    <a:pt x="734" y="1802"/>
                  </a:cubicBezTo>
                  <a:cubicBezTo>
                    <a:pt x="1228" y="2059"/>
                    <a:pt x="1777" y="2193"/>
                    <a:pt x="2328" y="2193"/>
                  </a:cubicBezTo>
                  <a:cubicBezTo>
                    <a:pt x="2633" y="2193"/>
                    <a:pt x="2939" y="2152"/>
                    <a:pt x="3236" y="2069"/>
                  </a:cubicBezTo>
                  <a:lnTo>
                    <a:pt x="3737" y="1935"/>
                  </a:lnTo>
                  <a:lnTo>
                    <a:pt x="3236" y="2436"/>
                  </a:lnTo>
                  <a:lnTo>
                    <a:pt x="3236" y="2436"/>
                  </a:lnTo>
                  <a:lnTo>
                    <a:pt x="4304" y="1401"/>
                  </a:lnTo>
                  <a:cubicBezTo>
                    <a:pt x="4518" y="1487"/>
                    <a:pt x="4751" y="1530"/>
                    <a:pt x="4984" y="1530"/>
                  </a:cubicBezTo>
                  <a:cubicBezTo>
                    <a:pt x="5294" y="1530"/>
                    <a:pt x="5605" y="1454"/>
                    <a:pt x="5871" y="1301"/>
                  </a:cubicBezTo>
                  <a:cubicBezTo>
                    <a:pt x="6272" y="1068"/>
                    <a:pt x="6372" y="834"/>
                    <a:pt x="6038" y="668"/>
                  </a:cubicBezTo>
                  <a:cubicBezTo>
                    <a:pt x="5888" y="574"/>
                    <a:pt x="5727" y="535"/>
                    <a:pt x="5553" y="535"/>
                  </a:cubicBezTo>
                  <a:cubicBezTo>
                    <a:pt x="5108" y="535"/>
                    <a:pt x="4574" y="785"/>
                    <a:pt x="3903" y="1001"/>
                  </a:cubicBezTo>
                  <a:cubicBezTo>
                    <a:pt x="3368" y="1162"/>
                    <a:pt x="2814" y="1303"/>
                    <a:pt x="2246" y="1303"/>
                  </a:cubicBezTo>
                  <a:cubicBezTo>
                    <a:pt x="1752" y="1303"/>
                    <a:pt x="1247" y="1196"/>
                    <a:pt x="734" y="901"/>
                  </a:cubicBezTo>
                  <a:cubicBezTo>
                    <a:pt x="234" y="601"/>
                    <a:pt x="1" y="301"/>
                    <a:pt x="1" y="0"/>
                  </a:cubicBezTo>
                  <a:close/>
                  <a:moveTo>
                    <a:pt x="8407" y="2135"/>
                  </a:moveTo>
                  <a:lnTo>
                    <a:pt x="7306" y="2769"/>
                  </a:lnTo>
                  <a:lnTo>
                    <a:pt x="6472" y="2302"/>
                  </a:lnTo>
                  <a:cubicBezTo>
                    <a:pt x="5898" y="2554"/>
                    <a:pt x="5278" y="2680"/>
                    <a:pt x="4664" y="2680"/>
                  </a:cubicBezTo>
                  <a:cubicBezTo>
                    <a:pt x="4385" y="2680"/>
                    <a:pt x="4108" y="2654"/>
                    <a:pt x="3837" y="2602"/>
                  </a:cubicBezTo>
                  <a:cubicBezTo>
                    <a:pt x="3636" y="2569"/>
                    <a:pt x="3436" y="2502"/>
                    <a:pt x="3236" y="2436"/>
                  </a:cubicBezTo>
                  <a:lnTo>
                    <a:pt x="3236" y="3336"/>
                  </a:lnTo>
                  <a:cubicBezTo>
                    <a:pt x="3693" y="3498"/>
                    <a:pt x="4176" y="3582"/>
                    <a:pt x="4663" y="3582"/>
                  </a:cubicBezTo>
                  <a:cubicBezTo>
                    <a:pt x="5276" y="3582"/>
                    <a:pt x="5895" y="3449"/>
                    <a:pt x="6472" y="3169"/>
                  </a:cubicBezTo>
                  <a:lnTo>
                    <a:pt x="7306" y="3670"/>
                  </a:lnTo>
                  <a:lnTo>
                    <a:pt x="8407" y="3003"/>
                  </a:lnTo>
                  <a:lnTo>
                    <a:pt x="8407" y="21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4429;p75">
              <a:extLst>
                <a:ext uri="{FF2B5EF4-FFF2-40B4-BE49-F238E27FC236}">
                  <a16:creationId xmlns:a16="http://schemas.microsoft.com/office/drawing/2014/main" id="{F3AB9160-23B2-EB2B-FDE9-BFF168473F38}"/>
                </a:ext>
              </a:extLst>
            </p:cNvPr>
            <p:cNvSpPr/>
            <p:nvPr/>
          </p:nvSpPr>
          <p:spPr>
            <a:xfrm>
              <a:off x="3023175" y="3860700"/>
              <a:ext cx="20850" cy="26725"/>
            </a:xfrm>
            <a:custGeom>
              <a:avLst/>
              <a:gdLst/>
              <a:ahLst/>
              <a:cxnLst/>
              <a:rect l="l" t="t" r="r" b="b"/>
              <a:pathLst>
                <a:path w="834" h="1069" extrusionOk="0">
                  <a:moveTo>
                    <a:pt x="0" y="1"/>
                  </a:moveTo>
                  <a:lnTo>
                    <a:pt x="0" y="901"/>
                  </a:lnTo>
                  <a:lnTo>
                    <a:pt x="300" y="1068"/>
                  </a:lnTo>
                  <a:cubicBezTo>
                    <a:pt x="434" y="835"/>
                    <a:pt x="634" y="635"/>
                    <a:pt x="834" y="46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4430;p75">
              <a:extLst>
                <a:ext uri="{FF2B5EF4-FFF2-40B4-BE49-F238E27FC236}">
                  <a16:creationId xmlns:a16="http://schemas.microsoft.com/office/drawing/2014/main" id="{4F487692-B33E-9135-1C67-8A31CC8277D5}"/>
                </a:ext>
              </a:extLst>
            </p:cNvPr>
            <p:cNvSpPr/>
            <p:nvPr/>
          </p:nvSpPr>
          <p:spPr>
            <a:xfrm>
              <a:off x="3218300" y="3917425"/>
              <a:ext cx="16700" cy="29200"/>
            </a:xfrm>
            <a:custGeom>
              <a:avLst/>
              <a:gdLst/>
              <a:ahLst/>
              <a:cxnLst/>
              <a:rect l="l" t="t" r="r" b="b"/>
              <a:pathLst>
                <a:path w="668" h="1168" extrusionOk="0">
                  <a:moveTo>
                    <a:pt x="634" y="0"/>
                  </a:moveTo>
                  <a:cubicBezTo>
                    <a:pt x="601" y="367"/>
                    <a:pt x="368" y="667"/>
                    <a:pt x="1" y="834"/>
                  </a:cubicBezTo>
                  <a:lnTo>
                    <a:pt x="568" y="1168"/>
                  </a:lnTo>
                  <a:cubicBezTo>
                    <a:pt x="634" y="1034"/>
                    <a:pt x="668" y="901"/>
                    <a:pt x="668" y="734"/>
                  </a:cubicBezTo>
                  <a:cubicBezTo>
                    <a:pt x="668" y="734"/>
                    <a:pt x="668" y="234"/>
                    <a:pt x="6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4431;p75">
              <a:extLst>
                <a:ext uri="{FF2B5EF4-FFF2-40B4-BE49-F238E27FC236}">
                  <a16:creationId xmlns:a16="http://schemas.microsoft.com/office/drawing/2014/main" id="{4158F980-F145-4B41-1197-D208690D9A42}"/>
                </a:ext>
              </a:extLst>
            </p:cNvPr>
            <p:cNvSpPr/>
            <p:nvPr/>
          </p:nvSpPr>
          <p:spPr>
            <a:xfrm>
              <a:off x="3218300" y="3917425"/>
              <a:ext cx="16700" cy="29200"/>
            </a:xfrm>
            <a:custGeom>
              <a:avLst/>
              <a:gdLst/>
              <a:ahLst/>
              <a:cxnLst/>
              <a:rect l="l" t="t" r="r" b="b"/>
              <a:pathLst>
                <a:path w="668" h="1168" extrusionOk="0">
                  <a:moveTo>
                    <a:pt x="634" y="0"/>
                  </a:moveTo>
                  <a:cubicBezTo>
                    <a:pt x="601" y="367"/>
                    <a:pt x="368" y="667"/>
                    <a:pt x="1" y="834"/>
                  </a:cubicBezTo>
                  <a:lnTo>
                    <a:pt x="568" y="1168"/>
                  </a:lnTo>
                  <a:cubicBezTo>
                    <a:pt x="634" y="1034"/>
                    <a:pt x="668" y="901"/>
                    <a:pt x="668" y="734"/>
                  </a:cubicBezTo>
                  <a:cubicBezTo>
                    <a:pt x="668" y="734"/>
                    <a:pt x="668" y="234"/>
                    <a:pt x="6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4432;p75">
              <a:extLst>
                <a:ext uri="{FF2B5EF4-FFF2-40B4-BE49-F238E27FC236}">
                  <a16:creationId xmlns:a16="http://schemas.microsoft.com/office/drawing/2014/main" id="{326F8EB9-8062-C01C-961B-DE48D8080DEA}"/>
                </a:ext>
              </a:extLst>
            </p:cNvPr>
            <p:cNvSpPr/>
            <p:nvPr/>
          </p:nvSpPr>
          <p:spPr>
            <a:xfrm>
              <a:off x="3024000" y="3844025"/>
              <a:ext cx="216000" cy="121775"/>
            </a:xfrm>
            <a:custGeom>
              <a:avLst/>
              <a:gdLst/>
              <a:ahLst/>
              <a:cxnLst/>
              <a:rect l="l" t="t" r="r" b="b"/>
              <a:pathLst>
                <a:path w="8640" h="4871" extrusionOk="0">
                  <a:moveTo>
                    <a:pt x="1135" y="1"/>
                  </a:moveTo>
                  <a:lnTo>
                    <a:pt x="0" y="668"/>
                  </a:lnTo>
                  <a:lnTo>
                    <a:pt x="834" y="1135"/>
                  </a:lnTo>
                  <a:cubicBezTo>
                    <a:pt x="467" y="1335"/>
                    <a:pt x="267" y="1702"/>
                    <a:pt x="201" y="2102"/>
                  </a:cubicBezTo>
                  <a:cubicBezTo>
                    <a:pt x="201" y="2402"/>
                    <a:pt x="467" y="2736"/>
                    <a:pt x="934" y="3003"/>
                  </a:cubicBezTo>
                  <a:cubicBezTo>
                    <a:pt x="1457" y="3304"/>
                    <a:pt x="1979" y="3416"/>
                    <a:pt x="2491" y="3416"/>
                  </a:cubicBezTo>
                  <a:cubicBezTo>
                    <a:pt x="3058" y="3416"/>
                    <a:pt x="3611" y="3278"/>
                    <a:pt x="4137" y="3103"/>
                  </a:cubicBezTo>
                  <a:cubicBezTo>
                    <a:pt x="4788" y="2886"/>
                    <a:pt x="5316" y="2651"/>
                    <a:pt x="5761" y="2651"/>
                  </a:cubicBezTo>
                  <a:cubicBezTo>
                    <a:pt x="5932" y="2651"/>
                    <a:pt x="6090" y="2686"/>
                    <a:pt x="6238" y="2769"/>
                  </a:cubicBezTo>
                  <a:cubicBezTo>
                    <a:pt x="6572" y="2936"/>
                    <a:pt x="6472" y="3170"/>
                    <a:pt x="6105" y="3403"/>
                  </a:cubicBezTo>
                  <a:cubicBezTo>
                    <a:pt x="5819" y="3556"/>
                    <a:pt x="5511" y="3632"/>
                    <a:pt x="5207" y="3632"/>
                  </a:cubicBezTo>
                  <a:cubicBezTo>
                    <a:pt x="4978" y="3632"/>
                    <a:pt x="4751" y="3589"/>
                    <a:pt x="4537" y="3503"/>
                  </a:cubicBezTo>
                  <a:lnTo>
                    <a:pt x="3470" y="4537"/>
                  </a:lnTo>
                  <a:cubicBezTo>
                    <a:pt x="3636" y="4604"/>
                    <a:pt x="3836" y="4671"/>
                    <a:pt x="4037" y="4704"/>
                  </a:cubicBezTo>
                  <a:cubicBezTo>
                    <a:pt x="4370" y="4804"/>
                    <a:pt x="4737" y="4804"/>
                    <a:pt x="5071" y="4804"/>
                  </a:cubicBezTo>
                  <a:cubicBezTo>
                    <a:pt x="5638" y="4771"/>
                    <a:pt x="6171" y="4637"/>
                    <a:pt x="6672" y="4404"/>
                  </a:cubicBezTo>
                  <a:lnTo>
                    <a:pt x="7506" y="4871"/>
                  </a:lnTo>
                  <a:lnTo>
                    <a:pt x="8640" y="4237"/>
                  </a:lnTo>
                  <a:lnTo>
                    <a:pt x="8440" y="4170"/>
                  </a:lnTo>
                  <a:lnTo>
                    <a:pt x="7773" y="3770"/>
                  </a:lnTo>
                  <a:cubicBezTo>
                    <a:pt x="8173" y="3603"/>
                    <a:pt x="8406" y="3236"/>
                    <a:pt x="8440" y="2803"/>
                  </a:cubicBezTo>
                  <a:cubicBezTo>
                    <a:pt x="8440" y="2769"/>
                    <a:pt x="8440" y="2736"/>
                    <a:pt x="8440" y="2703"/>
                  </a:cubicBezTo>
                  <a:cubicBezTo>
                    <a:pt x="8406" y="2402"/>
                    <a:pt x="8173" y="2102"/>
                    <a:pt x="7706" y="1835"/>
                  </a:cubicBezTo>
                  <a:cubicBezTo>
                    <a:pt x="7239" y="1568"/>
                    <a:pt x="6739" y="1435"/>
                    <a:pt x="6205" y="1435"/>
                  </a:cubicBezTo>
                  <a:lnTo>
                    <a:pt x="5671" y="1435"/>
                  </a:lnTo>
                  <a:cubicBezTo>
                    <a:pt x="5438" y="1468"/>
                    <a:pt x="5204" y="1535"/>
                    <a:pt x="4971" y="1602"/>
                  </a:cubicBezTo>
                  <a:lnTo>
                    <a:pt x="4604" y="1702"/>
                  </a:lnTo>
                  <a:lnTo>
                    <a:pt x="4137" y="1835"/>
                  </a:lnTo>
                  <a:lnTo>
                    <a:pt x="3970" y="1902"/>
                  </a:lnTo>
                  <a:cubicBezTo>
                    <a:pt x="3636" y="2035"/>
                    <a:pt x="3303" y="2135"/>
                    <a:pt x="2969" y="2202"/>
                  </a:cubicBezTo>
                  <a:cubicBezTo>
                    <a:pt x="2902" y="2219"/>
                    <a:pt x="2836" y="2227"/>
                    <a:pt x="2769" y="2227"/>
                  </a:cubicBezTo>
                  <a:cubicBezTo>
                    <a:pt x="2702" y="2227"/>
                    <a:pt x="2636" y="2219"/>
                    <a:pt x="2569" y="2202"/>
                  </a:cubicBezTo>
                  <a:cubicBezTo>
                    <a:pt x="2469" y="2169"/>
                    <a:pt x="2402" y="2135"/>
                    <a:pt x="2369" y="2102"/>
                  </a:cubicBezTo>
                  <a:cubicBezTo>
                    <a:pt x="2102" y="1969"/>
                    <a:pt x="2069" y="1735"/>
                    <a:pt x="2536" y="1468"/>
                  </a:cubicBezTo>
                  <a:cubicBezTo>
                    <a:pt x="2798" y="1307"/>
                    <a:pt x="3097" y="1219"/>
                    <a:pt x="3396" y="1219"/>
                  </a:cubicBezTo>
                  <a:cubicBezTo>
                    <a:pt x="3591" y="1219"/>
                    <a:pt x="3786" y="1256"/>
                    <a:pt x="3970" y="1335"/>
                  </a:cubicBezTo>
                  <a:lnTo>
                    <a:pt x="4971" y="301"/>
                  </a:lnTo>
                  <a:cubicBezTo>
                    <a:pt x="4553" y="176"/>
                    <a:pt x="4124" y="114"/>
                    <a:pt x="3698" y="114"/>
                  </a:cubicBezTo>
                  <a:cubicBezTo>
                    <a:pt x="3103" y="114"/>
                    <a:pt x="2513" y="234"/>
                    <a:pt x="1968" y="468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4433;p75">
              <a:extLst>
                <a:ext uri="{FF2B5EF4-FFF2-40B4-BE49-F238E27FC236}">
                  <a16:creationId xmlns:a16="http://schemas.microsoft.com/office/drawing/2014/main" id="{B9E2D867-04FF-06BB-AB68-BF289F830AA3}"/>
                </a:ext>
              </a:extLst>
            </p:cNvPr>
            <p:cNvSpPr/>
            <p:nvPr/>
          </p:nvSpPr>
          <p:spPr>
            <a:xfrm>
              <a:off x="3190775" y="3954950"/>
              <a:ext cx="20875" cy="34200"/>
            </a:xfrm>
            <a:custGeom>
              <a:avLst/>
              <a:gdLst/>
              <a:ahLst/>
              <a:cxnLst/>
              <a:rect l="l" t="t" r="r" b="b"/>
              <a:pathLst>
                <a:path w="835" h="1368" extrusionOk="0">
                  <a:moveTo>
                    <a:pt x="1" y="0"/>
                  </a:moveTo>
                  <a:lnTo>
                    <a:pt x="1" y="867"/>
                  </a:lnTo>
                  <a:lnTo>
                    <a:pt x="835" y="1368"/>
                  </a:lnTo>
                  <a:lnTo>
                    <a:pt x="835" y="4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4434;p75">
              <a:extLst>
                <a:ext uri="{FF2B5EF4-FFF2-40B4-BE49-F238E27FC236}">
                  <a16:creationId xmlns:a16="http://schemas.microsoft.com/office/drawing/2014/main" id="{DFE003B2-5BBF-35AB-57C0-E663D4DA2538}"/>
                </a:ext>
              </a:extLst>
            </p:cNvPr>
            <p:cNvSpPr/>
            <p:nvPr/>
          </p:nvSpPr>
          <p:spPr>
            <a:xfrm>
              <a:off x="3190775" y="3954950"/>
              <a:ext cx="20875" cy="34200"/>
            </a:xfrm>
            <a:custGeom>
              <a:avLst/>
              <a:gdLst/>
              <a:ahLst/>
              <a:cxnLst/>
              <a:rect l="l" t="t" r="r" b="b"/>
              <a:pathLst>
                <a:path w="835" h="1368" extrusionOk="0">
                  <a:moveTo>
                    <a:pt x="1" y="0"/>
                  </a:moveTo>
                  <a:lnTo>
                    <a:pt x="1" y="867"/>
                  </a:lnTo>
                  <a:lnTo>
                    <a:pt x="835" y="1368"/>
                  </a:lnTo>
                  <a:lnTo>
                    <a:pt x="835" y="4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4435;p75">
              <a:extLst>
                <a:ext uri="{FF2B5EF4-FFF2-40B4-BE49-F238E27FC236}">
                  <a16:creationId xmlns:a16="http://schemas.microsoft.com/office/drawing/2014/main" id="{885FE6D4-8F02-A147-B874-43E031673422}"/>
                </a:ext>
              </a:extLst>
            </p:cNvPr>
            <p:cNvSpPr/>
            <p:nvPr/>
          </p:nvSpPr>
          <p:spPr>
            <a:xfrm>
              <a:off x="3023175" y="3844850"/>
              <a:ext cx="49225" cy="15875"/>
            </a:xfrm>
            <a:custGeom>
              <a:avLst/>
              <a:gdLst/>
              <a:ahLst/>
              <a:cxnLst/>
              <a:rect l="l" t="t" r="r" b="b"/>
              <a:pathLst>
                <a:path w="1969" h="635" extrusionOk="0">
                  <a:moveTo>
                    <a:pt x="1134" y="1"/>
                  </a:moveTo>
                  <a:lnTo>
                    <a:pt x="0" y="635"/>
                  </a:lnTo>
                  <a:lnTo>
                    <a:pt x="1134" y="134"/>
                  </a:lnTo>
                  <a:lnTo>
                    <a:pt x="1968" y="468"/>
                  </a:lnTo>
                  <a:lnTo>
                    <a:pt x="113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4436;p75">
              <a:extLst>
                <a:ext uri="{FF2B5EF4-FFF2-40B4-BE49-F238E27FC236}">
                  <a16:creationId xmlns:a16="http://schemas.microsoft.com/office/drawing/2014/main" id="{CF5066C9-9FB8-D155-D8A3-8EC3F097B1B8}"/>
                </a:ext>
              </a:extLst>
            </p:cNvPr>
            <p:cNvSpPr/>
            <p:nvPr/>
          </p:nvSpPr>
          <p:spPr>
            <a:xfrm>
              <a:off x="3086550" y="3852375"/>
              <a:ext cx="61725" cy="29200"/>
            </a:xfrm>
            <a:custGeom>
              <a:avLst/>
              <a:gdLst/>
              <a:ahLst/>
              <a:cxnLst/>
              <a:rect l="l" t="t" r="r" b="b"/>
              <a:pathLst>
                <a:path w="2469" h="1168" extrusionOk="0">
                  <a:moveTo>
                    <a:pt x="2469" y="0"/>
                  </a:moveTo>
                  <a:lnTo>
                    <a:pt x="1468" y="901"/>
                  </a:lnTo>
                  <a:cubicBezTo>
                    <a:pt x="1308" y="848"/>
                    <a:pt x="1142" y="822"/>
                    <a:pt x="976" y="822"/>
                  </a:cubicBezTo>
                  <a:cubicBezTo>
                    <a:pt x="623" y="822"/>
                    <a:pt x="273" y="940"/>
                    <a:pt x="0" y="1168"/>
                  </a:cubicBezTo>
                  <a:cubicBezTo>
                    <a:pt x="275" y="999"/>
                    <a:pt x="590" y="910"/>
                    <a:pt x="910" y="910"/>
                  </a:cubicBezTo>
                  <a:cubicBezTo>
                    <a:pt x="1096" y="910"/>
                    <a:pt x="1284" y="940"/>
                    <a:pt x="1468" y="1001"/>
                  </a:cubicBezTo>
                  <a:lnTo>
                    <a:pt x="246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4437;p75">
              <a:extLst>
                <a:ext uri="{FF2B5EF4-FFF2-40B4-BE49-F238E27FC236}">
                  <a16:creationId xmlns:a16="http://schemas.microsoft.com/office/drawing/2014/main" id="{6460C691-7A06-2D84-5309-8E0683438C77}"/>
                </a:ext>
              </a:extLst>
            </p:cNvPr>
            <p:cNvSpPr/>
            <p:nvPr/>
          </p:nvSpPr>
          <p:spPr>
            <a:xfrm>
              <a:off x="3109900" y="3931600"/>
              <a:ext cx="40050" cy="33375"/>
            </a:xfrm>
            <a:custGeom>
              <a:avLst/>
              <a:gdLst/>
              <a:ahLst/>
              <a:cxnLst/>
              <a:rect l="l" t="t" r="r" b="b"/>
              <a:pathLst>
                <a:path w="1602" h="1335" extrusionOk="0">
                  <a:moveTo>
                    <a:pt x="1068" y="0"/>
                  </a:moveTo>
                  <a:lnTo>
                    <a:pt x="0" y="1068"/>
                  </a:lnTo>
                  <a:cubicBezTo>
                    <a:pt x="200" y="1134"/>
                    <a:pt x="400" y="1201"/>
                    <a:pt x="601" y="1234"/>
                  </a:cubicBezTo>
                  <a:cubicBezTo>
                    <a:pt x="934" y="1301"/>
                    <a:pt x="1268" y="1334"/>
                    <a:pt x="1601" y="1334"/>
                  </a:cubicBezTo>
                  <a:cubicBezTo>
                    <a:pt x="1101" y="1334"/>
                    <a:pt x="634" y="1234"/>
                    <a:pt x="167" y="1034"/>
                  </a:cubicBezTo>
                  <a:lnTo>
                    <a:pt x="106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4438;p75">
              <a:extLst>
                <a:ext uri="{FF2B5EF4-FFF2-40B4-BE49-F238E27FC236}">
                  <a16:creationId xmlns:a16="http://schemas.microsoft.com/office/drawing/2014/main" id="{635CE4DC-9D24-41FD-0EF2-2AB1B62EE39D}"/>
                </a:ext>
              </a:extLst>
            </p:cNvPr>
            <p:cNvSpPr/>
            <p:nvPr/>
          </p:nvSpPr>
          <p:spPr>
            <a:xfrm>
              <a:off x="3190775" y="3950775"/>
              <a:ext cx="48400" cy="15875"/>
            </a:xfrm>
            <a:custGeom>
              <a:avLst/>
              <a:gdLst/>
              <a:ahLst/>
              <a:cxnLst/>
              <a:rect l="l" t="t" r="r" b="b"/>
              <a:pathLst>
                <a:path w="1936" h="635" extrusionOk="0">
                  <a:moveTo>
                    <a:pt x="1936" y="0"/>
                  </a:moveTo>
                  <a:lnTo>
                    <a:pt x="835" y="534"/>
                  </a:lnTo>
                  <a:lnTo>
                    <a:pt x="1" y="167"/>
                  </a:lnTo>
                  <a:lnTo>
                    <a:pt x="1" y="167"/>
                  </a:lnTo>
                  <a:lnTo>
                    <a:pt x="835" y="634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4439;p75">
              <a:extLst>
                <a:ext uri="{FF2B5EF4-FFF2-40B4-BE49-F238E27FC236}">
                  <a16:creationId xmlns:a16="http://schemas.microsoft.com/office/drawing/2014/main" id="{CC9CBB38-96AC-5390-5701-763D1414AC2C}"/>
                </a:ext>
              </a:extLst>
            </p:cNvPr>
            <p:cNvSpPr/>
            <p:nvPr/>
          </p:nvSpPr>
          <p:spPr>
            <a:xfrm>
              <a:off x="2864725" y="3765650"/>
              <a:ext cx="266875" cy="149275"/>
            </a:xfrm>
            <a:custGeom>
              <a:avLst/>
              <a:gdLst/>
              <a:ahLst/>
              <a:cxnLst/>
              <a:rect l="l" t="t" r="r" b="b"/>
              <a:pathLst>
                <a:path w="10675" h="5971" extrusionOk="0">
                  <a:moveTo>
                    <a:pt x="10674" y="0"/>
                  </a:moveTo>
                  <a:cubicBezTo>
                    <a:pt x="7772" y="0"/>
                    <a:pt x="5070" y="667"/>
                    <a:pt x="3036" y="1835"/>
                  </a:cubicBezTo>
                  <a:cubicBezTo>
                    <a:pt x="1068" y="2935"/>
                    <a:pt x="0" y="4403"/>
                    <a:pt x="0" y="5971"/>
                  </a:cubicBezTo>
                  <a:cubicBezTo>
                    <a:pt x="0" y="5971"/>
                    <a:pt x="100" y="3803"/>
                    <a:pt x="3102" y="1968"/>
                  </a:cubicBezTo>
                  <a:cubicBezTo>
                    <a:pt x="6071" y="167"/>
                    <a:pt x="10674" y="0"/>
                    <a:pt x="1067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4440;p75">
              <a:extLst>
                <a:ext uri="{FF2B5EF4-FFF2-40B4-BE49-F238E27FC236}">
                  <a16:creationId xmlns:a16="http://schemas.microsoft.com/office/drawing/2014/main" id="{E33A71BE-053D-F023-699A-A588D0FFE56D}"/>
                </a:ext>
              </a:extLst>
            </p:cNvPr>
            <p:cNvSpPr/>
            <p:nvPr/>
          </p:nvSpPr>
          <p:spPr>
            <a:xfrm>
              <a:off x="3109900" y="3896575"/>
              <a:ext cx="310225" cy="178925"/>
            </a:xfrm>
            <a:custGeom>
              <a:avLst/>
              <a:gdLst/>
              <a:ahLst/>
              <a:cxnLst/>
              <a:rect l="l" t="t" r="r" b="b"/>
              <a:pathLst>
                <a:path w="12409" h="7157" extrusionOk="0">
                  <a:moveTo>
                    <a:pt x="11942" y="0"/>
                  </a:moveTo>
                  <a:cubicBezTo>
                    <a:pt x="11942" y="1"/>
                    <a:pt x="12408" y="3069"/>
                    <a:pt x="8573" y="5170"/>
                  </a:cubicBezTo>
                  <a:cubicBezTo>
                    <a:pt x="5045" y="7056"/>
                    <a:pt x="824" y="7139"/>
                    <a:pt x="106" y="7139"/>
                  </a:cubicBezTo>
                  <a:cubicBezTo>
                    <a:pt x="37" y="7139"/>
                    <a:pt x="0" y="7139"/>
                    <a:pt x="0" y="7139"/>
                  </a:cubicBezTo>
                  <a:lnTo>
                    <a:pt x="0" y="7139"/>
                  </a:lnTo>
                  <a:cubicBezTo>
                    <a:pt x="284" y="7151"/>
                    <a:pt x="568" y="7157"/>
                    <a:pt x="853" y="7157"/>
                  </a:cubicBezTo>
                  <a:cubicBezTo>
                    <a:pt x="3709" y="7157"/>
                    <a:pt x="6555" y="6545"/>
                    <a:pt x="8740" y="5271"/>
                  </a:cubicBezTo>
                  <a:cubicBezTo>
                    <a:pt x="11242" y="3836"/>
                    <a:pt x="12309" y="1868"/>
                    <a:pt x="1194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4441;p75">
              <a:extLst>
                <a:ext uri="{FF2B5EF4-FFF2-40B4-BE49-F238E27FC236}">
                  <a16:creationId xmlns:a16="http://schemas.microsoft.com/office/drawing/2014/main" id="{43AE7744-2B58-EEF3-1A8F-07DFB2E19326}"/>
                </a:ext>
              </a:extLst>
            </p:cNvPr>
            <p:cNvSpPr/>
            <p:nvPr/>
          </p:nvSpPr>
          <p:spPr>
            <a:xfrm>
              <a:off x="2825525" y="3727075"/>
              <a:ext cx="557075" cy="321500"/>
            </a:xfrm>
            <a:custGeom>
              <a:avLst/>
              <a:gdLst/>
              <a:ahLst/>
              <a:cxnLst/>
              <a:rect l="l" t="t" r="r" b="b"/>
              <a:pathLst>
                <a:path w="22283" h="12860" extrusionOk="0">
                  <a:moveTo>
                    <a:pt x="11146" y="0"/>
                  </a:moveTo>
                  <a:cubicBezTo>
                    <a:pt x="8290" y="0"/>
                    <a:pt x="5438" y="626"/>
                    <a:pt x="3269" y="1877"/>
                  </a:cubicBezTo>
                  <a:cubicBezTo>
                    <a:pt x="2169" y="2444"/>
                    <a:pt x="1268" y="3311"/>
                    <a:pt x="601" y="4345"/>
                  </a:cubicBezTo>
                  <a:lnTo>
                    <a:pt x="0" y="4345"/>
                  </a:lnTo>
                  <a:lnTo>
                    <a:pt x="0" y="6613"/>
                  </a:lnTo>
                  <a:cubicBezTo>
                    <a:pt x="67" y="8214"/>
                    <a:pt x="1168" y="9782"/>
                    <a:pt x="3236" y="10983"/>
                  </a:cubicBezTo>
                  <a:cubicBezTo>
                    <a:pt x="5421" y="12234"/>
                    <a:pt x="8281" y="12859"/>
                    <a:pt x="11138" y="12859"/>
                  </a:cubicBezTo>
                  <a:cubicBezTo>
                    <a:pt x="13994" y="12859"/>
                    <a:pt x="16846" y="12234"/>
                    <a:pt x="19014" y="10983"/>
                  </a:cubicBezTo>
                  <a:cubicBezTo>
                    <a:pt x="21115" y="9782"/>
                    <a:pt x="22216" y="8214"/>
                    <a:pt x="22283" y="6613"/>
                  </a:cubicBezTo>
                  <a:lnTo>
                    <a:pt x="22283" y="4345"/>
                  </a:lnTo>
                  <a:lnTo>
                    <a:pt x="21683" y="4345"/>
                  </a:lnTo>
                  <a:cubicBezTo>
                    <a:pt x="21049" y="3311"/>
                    <a:pt x="20115" y="2444"/>
                    <a:pt x="19047" y="1877"/>
                  </a:cubicBezTo>
                  <a:cubicBezTo>
                    <a:pt x="16862" y="626"/>
                    <a:pt x="14002" y="0"/>
                    <a:pt x="1114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4442;p75">
              <a:extLst>
                <a:ext uri="{FF2B5EF4-FFF2-40B4-BE49-F238E27FC236}">
                  <a16:creationId xmlns:a16="http://schemas.microsoft.com/office/drawing/2014/main" id="{BEDBFE11-CF46-A9D2-0B7C-AF02791326EC}"/>
                </a:ext>
              </a:extLst>
            </p:cNvPr>
            <p:cNvSpPr/>
            <p:nvPr/>
          </p:nvSpPr>
          <p:spPr>
            <a:xfrm>
              <a:off x="2825525" y="3727075"/>
              <a:ext cx="557075" cy="321500"/>
            </a:xfrm>
            <a:custGeom>
              <a:avLst/>
              <a:gdLst/>
              <a:ahLst/>
              <a:cxnLst/>
              <a:rect l="l" t="t" r="r" b="b"/>
              <a:pathLst>
                <a:path w="22283" h="12860" extrusionOk="0">
                  <a:moveTo>
                    <a:pt x="11146" y="0"/>
                  </a:moveTo>
                  <a:cubicBezTo>
                    <a:pt x="8290" y="0"/>
                    <a:pt x="5438" y="626"/>
                    <a:pt x="3269" y="1877"/>
                  </a:cubicBezTo>
                  <a:cubicBezTo>
                    <a:pt x="2169" y="2444"/>
                    <a:pt x="1268" y="3311"/>
                    <a:pt x="601" y="4345"/>
                  </a:cubicBezTo>
                  <a:lnTo>
                    <a:pt x="0" y="4345"/>
                  </a:lnTo>
                  <a:lnTo>
                    <a:pt x="0" y="6613"/>
                  </a:lnTo>
                  <a:cubicBezTo>
                    <a:pt x="67" y="8214"/>
                    <a:pt x="1168" y="9782"/>
                    <a:pt x="3236" y="10983"/>
                  </a:cubicBezTo>
                  <a:cubicBezTo>
                    <a:pt x="5421" y="12234"/>
                    <a:pt x="8281" y="12859"/>
                    <a:pt x="11138" y="12859"/>
                  </a:cubicBezTo>
                  <a:cubicBezTo>
                    <a:pt x="13994" y="12859"/>
                    <a:pt x="16846" y="12234"/>
                    <a:pt x="19014" y="10983"/>
                  </a:cubicBezTo>
                  <a:cubicBezTo>
                    <a:pt x="21115" y="9782"/>
                    <a:pt x="22216" y="8214"/>
                    <a:pt x="22283" y="6613"/>
                  </a:cubicBezTo>
                  <a:lnTo>
                    <a:pt x="22283" y="4345"/>
                  </a:lnTo>
                  <a:lnTo>
                    <a:pt x="21683" y="4345"/>
                  </a:lnTo>
                  <a:cubicBezTo>
                    <a:pt x="21049" y="3311"/>
                    <a:pt x="20115" y="2444"/>
                    <a:pt x="19047" y="1877"/>
                  </a:cubicBezTo>
                  <a:cubicBezTo>
                    <a:pt x="16862" y="626"/>
                    <a:pt x="14002" y="0"/>
                    <a:pt x="111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4443;p75">
              <a:extLst>
                <a:ext uri="{FF2B5EF4-FFF2-40B4-BE49-F238E27FC236}">
                  <a16:creationId xmlns:a16="http://schemas.microsoft.com/office/drawing/2014/main" id="{1B82F0B9-033F-EB38-8F33-792DD415036A}"/>
                </a:ext>
              </a:extLst>
            </p:cNvPr>
            <p:cNvSpPr/>
            <p:nvPr/>
          </p:nvSpPr>
          <p:spPr>
            <a:xfrm>
              <a:off x="2825525" y="3727275"/>
              <a:ext cx="278550" cy="321925"/>
            </a:xfrm>
            <a:custGeom>
              <a:avLst/>
              <a:gdLst/>
              <a:ahLst/>
              <a:cxnLst/>
              <a:rect l="l" t="t" r="r" b="b"/>
              <a:pathLst>
                <a:path w="11142" h="12877" extrusionOk="0">
                  <a:moveTo>
                    <a:pt x="11142" y="1"/>
                  </a:moveTo>
                  <a:cubicBezTo>
                    <a:pt x="8306" y="1"/>
                    <a:pt x="5438" y="601"/>
                    <a:pt x="3269" y="1869"/>
                  </a:cubicBezTo>
                  <a:cubicBezTo>
                    <a:pt x="2169" y="2436"/>
                    <a:pt x="1268" y="3303"/>
                    <a:pt x="601" y="4337"/>
                  </a:cubicBezTo>
                  <a:lnTo>
                    <a:pt x="0" y="4337"/>
                  </a:lnTo>
                  <a:lnTo>
                    <a:pt x="0" y="6605"/>
                  </a:lnTo>
                  <a:cubicBezTo>
                    <a:pt x="67" y="8206"/>
                    <a:pt x="1168" y="9774"/>
                    <a:pt x="3236" y="10975"/>
                  </a:cubicBezTo>
                  <a:cubicBezTo>
                    <a:pt x="5438" y="12243"/>
                    <a:pt x="8273" y="12876"/>
                    <a:pt x="11142" y="12876"/>
                  </a:cubicBezTo>
                  <a:lnTo>
                    <a:pt x="111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4444;p75">
              <a:extLst>
                <a:ext uri="{FF2B5EF4-FFF2-40B4-BE49-F238E27FC236}">
                  <a16:creationId xmlns:a16="http://schemas.microsoft.com/office/drawing/2014/main" id="{F9F2DA42-7E1D-9697-9DEF-EF874E087A10}"/>
                </a:ext>
              </a:extLst>
            </p:cNvPr>
            <p:cNvSpPr/>
            <p:nvPr/>
          </p:nvSpPr>
          <p:spPr>
            <a:xfrm>
              <a:off x="2825525" y="3753125"/>
              <a:ext cx="126775" cy="269400"/>
            </a:xfrm>
            <a:custGeom>
              <a:avLst/>
              <a:gdLst/>
              <a:ahLst/>
              <a:cxnLst/>
              <a:rect l="l" t="t" r="r" b="b"/>
              <a:pathLst>
                <a:path w="5071" h="10776" extrusionOk="0">
                  <a:moveTo>
                    <a:pt x="5071" y="1"/>
                  </a:moveTo>
                  <a:lnTo>
                    <a:pt x="5071" y="1"/>
                  </a:lnTo>
                  <a:cubicBezTo>
                    <a:pt x="4437" y="234"/>
                    <a:pt x="3836" y="501"/>
                    <a:pt x="3269" y="835"/>
                  </a:cubicBezTo>
                  <a:cubicBezTo>
                    <a:pt x="2169" y="1402"/>
                    <a:pt x="1268" y="2269"/>
                    <a:pt x="601" y="3303"/>
                  </a:cubicBezTo>
                  <a:lnTo>
                    <a:pt x="0" y="3303"/>
                  </a:lnTo>
                  <a:lnTo>
                    <a:pt x="0" y="5571"/>
                  </a:lnTo>
                  <a:cubicBezTo>
                    <a:pt x="67" y="7172"/>
                    <a:pt x="1168" y="8740"/>
                    <a:pt x="3269" y="9941"/>
                  </a:cubicBezTo>
                  <a:cubicBezTo>
                    <a:pt x="3836" y="10275"/>
                    <a:pt x="4437" y="10542"/>
                    <a:pt x="5037" y="10775"/>
                  </a:cubicBezTo>
                  <a:lnTo>
                    <a:pt x="507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4445;p75">
              <a:extLst>
                <a:ext uri="{FF2B5EF4-FFF2-40B4-BE49-F238E27FC236}">
                  <a16:creationId xmlns:a16="http://schemas.microsoft.com/office/drawing/2014/main" id="{BD6031C2-78AD-7AF4-53A2-BA661F0628D7}"/>
                </a:ext>
              </a:extLst>
            </p:cNvPr>
            <p:cNvSpPr/>
            <p:nvPr/>
          </p:nvSpPr>
          <p:spPr>
            <a:xfrm>
              <a:off x="3256675" y="3753125"/>
              <a:ext cx="126775" cy="269400"/>
            </a:xfrm>
            <a:custGeom>
              <a:avLst/>
              <a:gdLst/>
              <a:ahLst/>
              <a:cxnLst/>
              <a:rect l="l" t="t" r="r" b="b"/>
              <a:pathLst>
                <a:path w="5071" h="10776" extrusionOk="0">
                  <a:moveTo>
                    <a:pt x="0" y="1"/>
                  </a:moveTo>
                  <a:lnTo>
                    <a:pt x="0" y="10775"/>
                  </a:lnTo>
                  <a:cubicBezTo>
                    <a:pt x="600" y="10542"/>
                    <a:pt x="1201" y="10275"/>
                    <a:pt x="1801" y="9941"/>
                  </a:cubicBezTo>
                  <a:cubicBezTo>
                    <a:pt x="3869" y="8740"/>
                    <a:pt x="4970" y="7172"/>
                    <a:pt x="5070" y="5571"/>
                  </a:cubicBezTo>
                  <a:lnTo>
                    <a:pt x="5070" y="3303"/>
                  </a:lnTo>
                  <a:lnTo>
                    <a:pt x="4437" y="3303"/>
                  </a:lnTo>
                  <a:cubicBezTo>
                    <a:pt x="3803" y="2269"/>
                    <a:pt x="2869" y="1402"/>
                    <a:pt x="1801" y="835"/>
                  </a:cubicBezTo>
                  <a:cubicBezTo>
                    <a:pt x="1201" y="501"/>
                    <a:pt x="600" y="234"/>
                    <a:pt x="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4446;p75">
              <a:extLst>
                <a:ext uri="{FF2B5EF4-FFF2-40B4-BE49-F238E27FC236}">
                  <a16:creationId xmlns:a16="http://schemas.microsoft.com/office/drawing/2014/main" id="{5F06CDCB-6E7D-C3CE-F01C-9B9333E64366}"/>
                </a:ext>
              </a:extLst>
            </p:cNvPr>
            <p:cNvSpPr/>
            <p:nvPr/>
          </p:nvSpPr>
          <p:spPr>
            <a:xfrm>
              <a:off x="2798000" y="3675375"/>
              <a:ext cx="612975" cy="321500"/>
            </a:xfrm>
            <a:custGeom>
              <a:avLst/>
              <a:gdLst/>
              <a:ahLst/>
              <a:cxnLst/>
              <a:rect l="l" t="t" r="r" b="b"/>
              <a:pathLst>
                <a:path w="24519" h="12860" extrusionOk="0">
                  <a:moveTo>
                    <a:pt x="12247" y="0"/>
                  </a:moveTo>
                  <a:cubicBezTo>
                    <a:pt x="9391" y="0"/>
                    <a:pt x="6539" y="626"/>
                    <a:pt x="4370" y="1876"/>
                  </a:cubicBezTo>
                  <a:cubicBezTo>
                    <a:pt x="1" y="4378"/>
                    <a:pt x="1" y="8448"/>
                    <a:pt x="4370" y="10983"/>
                  </a:cubicBezTo>
                  <a:cubicBezTo>
                    <a:pt x="6539" y="12234"/>
                    <a:pt x="9391" y="12859"/>
                    <a:pt x="12247" y="12859"/>
                  </a:cubicBezTo>
                  <a:cubicBezTo>
                    <a:pt x="15103" y="12859"/>
                    <a:pt x="17963" y="12234"/>
                    <a:pt x="20148" y="10983"/>
                  </a:cubicBezTo>
                  <a:cubicBezTo>
                    <a:pt x="24485" y="8481"/>
                    <a:pt x="24518" y="4378"/>
                    <a:pt x="20148" y="1876"/>
                  </a:cubicBezTo>
                  <a:cubicBezTo>
                    <a:pt x="17963" y="626"/>
                    <a:pt x="15103" y="0"/>
                    <a:pt x="1224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4447;p75">
              <a:extLst>
                <a:ext uri="{FF2B5EF4-FFF2-40B4-BE49-F238E27FC236}">
                  <a16:creationId xmlns:a16="http://schemas.microsoft.com/office/drawing/2014/main" id="{74D4191F-25BA-4DB2-FDEA-B5EECAAF6B8C}"/>
                </a:ext>
              </a:extLst>
            </p:cNvPr>
            <p:cNvSpPr/>
            <p:nvPr/>
          </p:nvSpPr>
          <p:spPr>
            <a:xfrm>
              <a:off x="2798000" y="3675375"/>
              <a:ext cx="612975" cy="321500"/>
            </a:xfrm>
            <a:custGeom>
              <a:avLst/>
              <a:gdLst/>
              <a:ahLst/>
              <a:cxnLst/>
              <a:rect l="l" t="t" r="r" b="b"/>
              <a:pathLst>
                <a:path w="24519" h="12860" extrusionOk="0">
                  <a:moveTo>
                    <a:pt x="12247" y="0"/>
                  </a:moveTo>
                  <a:cubicBezTo>
                    <a:pt x="9391" y="0"/>
                    <a:pt x="6539" y="626"/>
                    <a:pt x="4370" y="1876"/>
                  </a:cubicBezTo>
                  <a:cubicBezTo>
                    <a:pt x="1" y="4378"/>
                    <a:pt x="1" y="8448"/>
                    <a:pt x="4370" y="10983"/>
                  </a:cubicBezTo>
                  <a:cubicBezTo>
                    <a:pt x="6539" y="12234"/>
                    <a:pt x="9391" y="12859"/>
                    <a:pt x="12247" y="12859"/>
                  </a:cubicBezTo>
                  <a:cubicBezTo>
                    <a:pt x="15103" y="12859"/>
                    <a:pt x="17963" y="12234"/>
                    <a:pt x="20148" y="10983"/>
                  </a:cubicBezTo>
                  <a:cubicBezTo>
                    <a:pt x="24485" y="8481"/>
                    <a:pt x="24518" y="4378"/>
                    <a:pt x="20148" y="1876"/>
                  </a:cubicBezTo>
                  <a:cubicBezTo>
                    <a:pt x="17963" y="626"/>
                    <a:pt x="15103" y="0"/>
                    <a:pt x="122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4448;p75">
              <a:extLst>
                <a:ext uri="{FF2B5EF4-FFF2-40B4-BE49-F238E27FC236}">
                  <a16:creationId xmlns:a16="http://schemas.microsoft.com/office/drawing/2014/main" id="{4336E4B1-9A61-2638-FE16-0B7EA6A04915}"/>
                </a:ext>
              </a:extLst>
            </p:cNvPr>
            <p:cNvSpPr/>
            <p:nvPr/>
          </p:nvSpPr>
          <p:spPr>
            <a:xfrm>
              <a:off x="2918925" y="3736450"/>
              <a:ext cx="370275" cy="198700"/>
            </a:xfrm>
            <a:custGeom>
              <a:avLst/>
              <a:gdLst/>
              <a:ahLst/>
              <a:cxnLst/>
              <a:rect l="l" t="t" r="r" b="b"/>
              <a:pathLst>
                <a:path w="14811" h="7948" extrusionOk="0">
                  <a:moveTo>
                    <a:pt x="7406" y="1"/>
                  </a:moveTo>
                  <a:cubicBezTo>
                    <a:pt x="5654" y="1"/>
                    <a:pt x="3903" y="367"/>
                    <a:pt x="2269" y="1101"/>
                  </a:cubicBezTo>
                  <a:cubicBezTo>
                    <a:pt x="801" y="1835"/>
                    <a:pt x="0" y="2869"/>
                    <a:pt x="0" y="3970"/>
                  </a:cubicBezTo>
                  <a:cubicBezTo>
                    <a:pt x="0" y="5071"/>
                    <a:pt x="801" y="6105"/>
                    <a:pt x="2269" y="6872"/>
                  </a:cubicBezTo>
                  <a:cubicBezTo>
                    <a:pt x="3903" y="7589"/>
                    <a:pt x="5654" y="7948"/>
                    <a:pt x="7406" y="7948"/>
                  </a:cubicBezTo>
                  <a:cubicBezTo>
                    <a:pt x="9157" y="7948"/>
                    <a:pt x="10908" y="7589"/>
                    <a:pt x="12543" y="6872"/>
                  </a:cubicBezTo>
                  <a:cubicBezTo>
                    <a:pt x="14010" y="6105"/>
                    <a:pt x="14811" y="5071"/>
                    <a:pt x="14811" y="3970"/>
                  </a:cubicBezTo>
                  <a:cubicBezTo>
                    <a:pt x="14811" y="2869"/>
                    <a:pt x="14010" y="1835"/>
                    <a:pt x="12543" y="1101"/>
                  </a:cubicBezTo>
                  <a:cubicBezTo>
                    <a:pt x="10908" y="367"/>
                    <a:pt x="9157" y="1"/>
                    <a:pt x="74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4449;p75">
              <a:extLst>
                <a:ext uri="{FF2B5EF4-FFF2-40B4-BE49-F238E27FC236}">
                  <a16:creationId xmlns:a16="http://schemas.microsoft.com/office/drawing/2014/main" id="{F156076A-232E-5E70-E327-368C7ED1C12F}"/>
                </a:ext>
              </a:extLst>
            </p:cNvPr>
            <p:cNvSpPr/>
            <p:nvPr/>
          </p:nvSpPr>
          <p:spPr>
            <a:xfrm>
              <a:off x="2918925" y="3736450"/>
              <a:ext cx="370275" cy="198700"/>
            </a:xfrm>
            <a:custGeom>
              <a:avLst/>
              <a:gdLst/>
              <a:ahLst/>
              <a:cxnLst/>
              <a:rect l="l" t="t" r="r" b="b"/>
              <a:pathLst>
                <a:path w="14811" h="7948" extrusionOk="0">
                  <a:moveTo>
                    <a:pt x="7406" y="1"/>
                  </a:moveTo>
                  <a:cubicBezTo>
                    <a:pt x="5654" y="1"/>
                    <a:pt x="3903" y="367"/>
                    <a:pt x="2269" y="1101"/>
                  </a:cubicBezTo>
                  <a:cubicBezTo>
                    <a:pt x="801" y="1835"/>
                    <a:pt x="0" y="2869"/>
                    <a:pt x="0" y="3970"/>
                  </a:cubicBezTo>
                  <a:cubicBezTo>
                    <a:pt x="0" y="5071"/>
                    <a:pt x="801" y="6105"/>
                    <a:pt x="2269" y="6872"/>
                  </a:cubicBezTo>
                  <a:cubicBezTo>
                    <a:pt x="3903" y="7589"/>
                    <a:pt x="5654" y="7948"/>
                    <a:pt x="7406" y="7948"/>
                  </a:cubicBezTo>
                  <a:cubicBezTo>
                    <a:pt x="9157" y="7948"/>
                    <a:pt x="10908" y="7589"/>
                    <a:pt x="12543" y="6872"/>
                  </a:cubicBezTo>
                  <a:cubicBezTo>
                    <a:pt x="14010" y="6105"/>
                    <a:pt x="14811" y="5071"/>
                    <a:pt x="14811" y="3970"/>
                  </a:cubicBezTo>
                  <a:cubicBezTo>
                    <a:pt x="14811" y="2869"/>
                    <a:pt x="14010" y="1835"/>
                    <a:pt x="12543" y="1101"/>
                  </a:cubicBezTo>
                  <a:cubicBezTo>
                    <a:pt x="10908" y="367"/>
                    <a:pt x="9157" y="1"/>
                    <a:pt x="74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4450;p75">
              <a:extLst>
                <a:ext uri="{FF2B5EF4-FFF2-40B4-BE49-F238E27FC236}">
                  <a16:creationId xmlns:a16="http://schemas.microsoft.com/office/drawing/2014/main" id="{149D702E-6BF7-0F1B-D9A7-9550A3EF99E9}"/>
                </a:ext>
              </a:extLst>
            </p:cNvPr>
            <p:cNvSpPr/>
            <p:nvPr/>
          </p:nvSpPr>
          <p:spPr>
            <a:xfrm>
              <a:off x="2837200" y="3687250"/>
              <a:ext cx="533725" cy="297725"/>
            </a:xfrm>
            <a:custGeom>
              <a:avLst/>
              <a:gdLst/>
              <a:ahLst/>
              <a:cxnLst/>
              <a:rect l="l" t="t" r="r" b="b"/>
              <a:pathLst>
                <a:path w="21349" h="11909" extrusionOk="0">
                  <a:moveTo>
                    <a:pt x="10675" y="1960"/>
                  </a:moveTo>
                  <a:cubicBezTo>
                    <a:pt x="12426" y="1960"/>
                    <a:pt x="14177" y="2319"/>
                    <a:pt x="15812" y="3036"/>
                  </a:cubicBezTo>
                  <a:cubicBezTo>
                    <a:pt x="17279" y="3803"/>
                    <a:pt x="18080" y="4837"/>
                    <a:pt x="18080" y="5938"/>
                  </a:cubicBezTo>
                  <a:cubicBezTo>
                    <a:pt x="18080" y="7039"/>
                    <a:pt x="17279" y="8073"/>
                    <a:pt x="15812" y="8840"/>
                  </a:cubicBezTo>
                  <a:cubicBezTo>
                    <a:pt x="14177" y="9557"/>
                    <a:pt x="12426" y="9916"/>
                    <a:pt x="10675" y="9916"/>
                  </a:cubicBezTo>
                  <a:cubicBezTo>
                    <a:pt x="8923" y="9916"/>
                    <a:pt x="7172" y="9557"/>
                    <a:pt x="5538" y="8840"/>
                  </a:cubicBezTo>
                  <a:cubicBezTo>
                    <a:pt x="4103" y="8073"/>
                    <a:pt x="3303" y="7039"/>
                    <a:pt x="3303" y="5938"/>
                  </a:cubicBezTo>
                  <a:cubicBezTo>
                    <a:pt x="3303" y="4837"/>
                    <a:pt x="4103" y="3803"/>
                    <a:pt x="5538" y="3036"/>
                  </a:cubicBezTo>
                  <a:cubicBezTo>
                    <a:pt x="7172" y="2319"/>
                    <a:pt x="8923" y="1960"/>
                    <a:pt x="10675" y="1960"/>
                  </a:cubicBezTo>
                  <a:close/>
                  <a:moveTo>
                    <a:pt x="10675" y="0"/>
                  </a:moveTo>
                  <a:cubicBezTo>
                    <a:pt x="7773" y="0"/>
                    <a:pt x="5071" y="634"/>
                    <a:pt x="3036" y="1802"/>
                  </a:cubicBezTo>
                  <a:cubicBezTo>
                    <a:pt x="1068" y="2936"/>
                    <a:pt x="0" y="4404"/>
                    <a:pt x="0" y="5938"/>
                  </a:cubicBezTo>
                  <a:cubicBezTo>
                    <a:pt x="0" y="7472"/>
                    <a:pt x="1068" y="8940"/>
                    <a:pt x="3036" y="10074"/>
                  </a:cubicBezTo>
                  <a:cubicBezTo>
                    <a:pt x="5071" y="11242"/>
                    <a:pt x="7773" y="11909"/>
                    <a:pt x="10675" y="11909"/>
                  </a:cubicBezTo>
                  <a:cubicBezTo>
                    <a:pt x="13577" y="11909"/>
                    <a:pt x="16279" y="11242"/>
                    <a:pt x="18313" y="10074"/>
                  </a:cubicBezTo>
                  <a:cubicBezTo>
                    <a:pt x="20282" y="8940"/>
                    <a:pt x="21349" y="7472"/>
                    <a:pt x="21349" y="5938"/>
                  </a:cubicBezTo>
                  <a:cubicBezTo>
                    <a:pt x="21349" y="4404"/>
                    <a:pt x="20282" y="2936"/>
                    <a:pt x="18313" y="1802"/>
                  </a:cubicBezTo>
                  <a:cubicBezTo>
                    <a:pt x="16279" y="634"/>
                    <a:pt x="13577" y="0"/>
                    <a:pt x="1067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4451;p75">
              <a:extLst>
                <a:ext uri="{FF2B5EF4-FFF2-40B4-BE49-F238E27FC236}">
                  <a16:creationId xmlns:a16="http://schemas.microsoft.com/office/drawing/2014/main" id="{1AA27274-E1F4-EB73-2822-804BD1A069DB}"/>
                </a:ext>
              </a:extLst>
            </p:cNvPr>
            <p:cNvSpPr/>
            <p:nvPr/>
          </p:nvSpPr>
          <p:spPr>
            <a:xfrm>
              <a:off x="2928925" y="3745625"/>
              <a:ext cx="351125" cy="180150"/>
            </a:xfrm>
            <a:custGeom>
              <a:avLst/>
              <a:gdLst/>
              <a:ahLst/>
              <a:cxnLst/>
              <a:rect l="l" t="t" r="r" b="b"/>
              <a:pathLst>
                <a:path w="14045" h="7206" extrusionOk="0">
                  <a:moveTo>
                    <a:pt x="7006" y="0"/>
                  </a:moveTo>
                  <a:cubicBezTo>
                    <a:pt x="3136" y="0"/>
                    <a:pt x="1" y="1602"/>
                    <a:pt x="1" y="3603"/>
                  </a:cubicBezTo>
                  <a:cubicBezTo>
                    <a:pt x="1" y="5604"/>
                    <a:pt x="3136" y="7206"/>
                    <a:pt x="7006" y="7206"/>
                  </a:cubicBezTo>
                  <a:cubicBezTo>
                    <a:pt x="10875" y="7206"/>
                    <a:pt x="14044" y="5604"/>
                    <a:pt x="14044" y="3603"/>
                  </a:cubicBezTo>
                  <a:cubicBezTo>
                    <a:pt x="14044" y="1602"/>
                    <a:pt x="10875" y="0"/>
                    <a:pt x="70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4452;p75">
              <a:extLst>
                <a:ext uri="{FF2B5EF4-FFF2-40B4-BE49-F238E27FC236}">
                  <a16:creationId xmlns:a16="http://schemas.microsoft.com/office/drawing/2014/main" id="{D209B22D-C7E8-DD9A-7A29-91785CA71D72}"/>
                </a:ext>
              </a:extLst>
            </p:cNvPr>
            <p:cNvSpPr/>
            <p:nvPr/>
          </p:nvSpPr>
          <p:spPr>
            <a:xfrm>
              <a:off x="2928925" y="3745625"/>
              <a:ext cx="351125" cy="180150"/>
            </a:xfrm>
            <a:custGeom>
              <a:avLst/>
              <a:gdLst/>
              <a:ahLst/>
              <a:cxnLst/>
              <a:rect l="l" t="t" r="r" b="b"/>
              <a:pathLst>
                <a:path w="14045" h="7206" extrusionOk="0">
                  <a:moveTo>
                    <a:pt x="7006" y="0"/>
                  </a:moveTo>
                  <a:cubicBezTo>
                    <a:pt x="3136" y="0"/>
                    <a:pt x="1" y="1602"/>
                    <a:pt x="1" y="3603"/>
                  </a:cubicBezTo>
                  <a:cubicBezTo>
                    <a:pt x="1" y="5604"/>
                    <a:pt x="3136" y="7206"/>
                    <a:pt x="7006" y="7206"/>
                  </a:cubicBezTo>
                  <a:cubicBezTo>
                    <a:pt x="10875" y="7206"/>
                    <a:pt x="14044" y="5604"/>
                    <a:pt x="14044" y="3603"/>
                  </a:cubicBezTo>
                  <a:cubicBezTo>
                    <a:pt x="14044" y="1602"/>
                    <a:pt x="10875" y="0"/>
                    <a:pt x="70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4453;p75">
              <a:extLst>
                <a:ext uri="{FF2B5EF4-FFF2-40B4-BE49-F238E27FC236}">
                  <a16:creationId xmlns:a16="http://schemas.microsoft.com/office/drawing/2014/main" id="{7E5334DD-544A-F302-BE15-2F77BB1C6155}"/>
                </a:ext>
              </a:extLst>
            </p:cNvPr>
            <p:cNvSpPr/>
            <p:nvPr/>
          </p:nvSpPr>
          <p:spPr>
            <a:xfrm>
              <a:off x="2928925" y="3745625"/>
              <a:ext cx="351125" cy="180150"/>
            </a:xfrm>
            <a:custGeom>
              <a:avLst/>
              <a:gdLst/>
              <a:ahLst/>
              <a:cxnLst/>
              <a:rect l="l" t="t" r="r" b="b"/>
              <a:pathLst>
                <a:path w="14045" h="7206" extrusionOk="0">
                  <a:moveTo>
                    <a:pt x="7006" y="0"/>
                  </a:moveTo>
                  <a:cubicBezTo>
                    <a:pt x="3136" y="0"/>
                    <a:pt x="1" y="1602"/>
                    <a:pt x="1" y="3603"/>
                  </a:cubicBezTo>
                  <a:cubicBezTo>
                    <a:pt x="1" y="5604"/>
                    <a:pt x="3136" y="7206"/>
                    <a:pt x="7006" y="7206"/>
                  </a:cubicBezTo>
                  <a:cubicBezTo>
                    <a:pt x="10875" y="7206"/>
                    <a:pt x="14044" y="5604"/>
                    <a:pt x="14044" y="3603"/>
                  </a:cubicBezTo>
                  <a:cubicBezTo>
                    <a:pt x="14044" y="1602"/>
                    <a:pt x="10875" y="0"/>
                    <a:pt x="70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4454;p75">
              <a:extLst>
                <a:ext uri="{FF2B5EF4-FFF2-40B4-BE49-F238E27FC236}">
                  <a16:creationId xmlns:a16="http://schemas.microsoft.com/office/drawing/2014/main" id="{0F4CE80E-35D9-62A6-5CBA-50B0288A6320}"/>
                </a:ext>
              </a:extLst>
            </p:cNvPr>
            <p:cNvSpPr/>
            <p:nvPr/>
          </p:nvSpPr>
          <p:spPr>
            <a:xfrm>
              <a:off x="2930600" y="3769400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1" y="0"/>
                  </a:moveTo>
                  <a:cubicBezTo>
                    <a:pt x="5154" y="0"/>
                    <a:pt x="3353" y="350"/>
                    <a:pt x="1968" y="1051"/>
                  </a:cubicBezTo>
                  <a:cubicBezTo>
                    <a:pt x="834" y="1651"/>
                    <a:pt x="201" y="2385"/>
                    <a:pt x="0" y="3152"/>
                  </a:cubicBezTo>
                  <a:cubicBezTo>
                    <a:pt x="201" y="3920"/>
                    <a:pt x="834" y="4620"/>
                    <a:pt x="1968" y="5221"/>
                  </a:cubicBezTo>
                  <a:cubicBezTo>
                    <a:pt x="3353" y="5921"/>
                    <a:pt x="5154" y="6271"/>
                    <a:pt x="6951" y="6271"/>
                  </a:cubicBezTo>
                  <a:cubicBezTo>
                    <a:pt x="8748" y="6271"/>
                    <a:pt x="10541" y="5921"/>
                    <a:pt x="11909" y="5221"/>
                  </a:cubicBezTo>
                  <a:cubicBezTo>
                    <a:pt x="13043" y="4653"/>
                    <a:pt x="13710" y="3920"/>
                    <a:pt x="13910" y="3152"/>
                  </a:cubicBezTo>
                  <a:cubicBezTo>
                    <a:pt x="13710" y="2385"/>
                    <a:pt x="13043" y="1651"/>
                    <a:pt x="11909" y="1051"/>
                  </a:cubicBezTo>
                  <a:cubicBezTo>
                    <a:pt x="10541" y="350"/>
                    <a:pt x="8748" y="0"/>
                    <a:pt x="69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4455;p75">
              <a:extLst>
                <a:ext uri="{FF2B5EF4-FFF2-40B4-BE49-F238E27FC236}">
                  <a16:creationId xmlns:a16="http://schemas.microsoft.com/office/drawing/2014/main" id="{5A5D9444-3A21-C6F3-D5A1-018926972DE9}"/>
                </a:ext>
              </a:extLst>
            </p:cNvPr>
            <p:cNvSpPr/>
            <p:nvPr/>
          </p:nvSpPr>
          <p:spPr>
            <a:xfrm>
              <a:off x="2930600" y="3769400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1" y="0"/>
                  </a:moveTo>
                  <a:cubicBezTo>
                    <a:pt x="5154" y="0"/>
                    <a:pt x="3353" y="350"/>
                    <a:pt x="1968" y="1051"/>
                  </a:cubicBezTo>
                  <a:cubicBezTo>
                    <a:pt x="834" y="1651"/>
                    <a:pt x="201" y="2385"/>
                    <a:pt x="0" y="3152"/>
                  </a:cubicBezTo>
                  <a:cubicBezTo>
                    <a:pt x="201" y="3920"/>
                    <a:pt x="834" y="4620"/>
                    <a:pt x="1968" y="5221"/>
                  </a:cubicBezTo>
                  <a:cubicBezTo>
                    <a:pt x="3353" y="5921"/>
                    <a:pt x="5154" y="6271"/>
                    <a:pt x="6951" y="6271"/>
                  </a:cubicBezTo>
                  <a:cubicBezTo>
                    <a:pt x="8748" y="6271"/>
                    <a:pt x="10541" y="5921"/>
                    <a:pt x="11909" y="5221"/>
                  </a:cubicBezTo>
                  <a:cubicBezTo>
                    <a:pt x="13043" y="4653"/>
                    <a:pt x="13710" y="3920"/>
                    <a:pt x="13910" y="3152"/>
                  </a:cubicBezTo>
                  <a:cubicBezTo>
                    <a:pt x="13710" y="2385"/>
                    <a:pt x="13043" y="1651"/>
                    <a:pt x="11909" y="1051"/>
                  </a:cubicBezTo>
                  <a:cubicBezTo>
                    <a:pt x="10541" y="350"/>
                    <a:pt x="8748" y="0"/>
                    <a:pt x="69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4456;p75">
              <a:extLst>
                <a:ext uri="{FF2B5EF4-FFF2-40B4-BE49-F238E27FC236}">
                  <a16:creationId xmlns:a16="http://schemas.microsoft.com/office/drawing/2014/main" id="{78D54F45-4171-BE8F-D815-CC8E1BB5AF65}"/>
                </a:ext>
              </a:extLst>
            </p:cNvPr>
            <p:cNvSpPr/>
            <p:nvPr/>
          </p:nvSpPr>
          <p:spPr>
            <a:xfrm>
              <a:off x="3095725" y="3773150"/>
              <a:ext cx="25025" cy="52550"/>
            </a:xfrm>
            <a:custGeom>
              <a:avLst/>
              <a:gdLst/>
              <a:ahLst/>
              <a:cxnLst/>
              <a:rect l="l" t="t" r="r" b="b"/>
              <a:pathLst>
                <a:path w="1001" h="2102" extrusionOk="0">
                  <a:moveTo>
                    <a:pt x="1001" y="0"/>
                  </a:moveTo>
                  <a:lnTo>
                    <a:pt x="0" y="1034"/>
                  </a:lnTo>
                  <a:lnTo>
                    <a:pt x="0" y="2102"/>
                  </a:lnTo>
                  <a:lnTo>
                    <a:pt x="667" y="1401"/>
                  </a:lnTo>
                  <a:lnTo>
                    <a:pt x="1001" y="1034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4457;p75">
              <a:extLst>
                <a:ext uri="{FF2B5EF4-FFF2-40B4-BE49-F238E27FC236}">
                  <a16:creationId xmlns:a16="http://schemas.microsoft.com/office/drawing/2014/main" id="{BE22866E-A50F-5FB7-1940-3C0F0F875391}"/>
                </a:ext>
              </a:extLst>
            </p:cNvPr>
            <p:cNvSpPr/>
            <p:nvPr/>
          </p:nvSpPr>
          <p:spPr>
            <a:xfrm>
              <a:off x="3095725" y="3773150"/>
              <a:ext cx="25025" cy="52550"/>
            </a:xfrm>
            <a:custGeom>
              <a:avLst/>
              <a:gdLst/>
              <a:ahLst/>
              <a:cxnLst/>
              <a:rect l="l" t="t" r="r" b="b"/>
              <a:pathLst>
                <a:path w="1001" h="2102" extrusionOk="0">
                  <a:moveTo>
                    <a:pt x="1001" y="0"/>
                  </a:moveTo>
                  <a:lnTo>
                    <a:pt x="0" y="1034"/>
                  </a:lnTo>
                  <a:lnTo>
                    <a:pt x="0" y="2102"/>
                  </a:lnTo>
                  <a:lnTo>
                    <a:pt x="667" y="1401"/>
                  </a:lnTo>
                  <a:lnTo>
                    <a:pt x="1001" y="1034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4458;p75">
              <a:extLst>
                <a:ext uri="{FF2B5EF4-FFF2-40B4-BE49-F238E27FC236}">
                  <a16:creationId xmlns:a16="http://schemas.microsoft.com/office/drawing/2014/main" id="{773427C7-7F29-8164-ED93-9564D38AA20F}"/>
                </a:ext>
              </a:extLst>
            </p:cNvPr>
            <p:cNvSpPr/>
            <p:nvPr/>
          </p:nvSpPr>
          <p:spPr>
            <a:xfrm>
              <a:off x="3048175" y="3796075"/>
              <a:ext cx="47575" cy="25250"/>
            </a:xfrm>
            <a:custGeom>
              <a:avLst/>
              <a:gdLst/>
              <a:ahLst/>
              <a:cxnLst/>
              <a:rect l="l" t="t" r="r" b="b"/>
              <a:pathLst>
                <a:path w="1903" h="1010" extrusionOk="0">
                  <a:moveTo>
                    <a:pt x="1329" y="1"/>
                  </a:moveTo>
                  <a:cubicBezTo>
                    <a:pt x="1030" y="1"/>
                    <a:pt x="730" y="89"/>
                    <a:pt x="468" y="251"/>
                  </a:cubicBezTo>
                  <a:cubicBezTo>
                    <a:pt x="1" y="551"/>
                    <a:pt x="34" y="751"/>
                    <a:pt x="268" y="918"/>
                  </a:cubicBezTo>
                  <a:cubicBezTo>
                    <a:pt x="334" y="951"/>
                    <a:pt x="401" y="951"/>
                    <a:pt x="501" y="985"/>
                  </a:cubicBezTo>
                  <a:cubicBezTo>
                    <a:pt x="568" y="1001"/>
                    <a:pt x="635" y="1010"/>
                    <a:pt x="701" y="1010"/>
                  </a:cubicBezTo>
                  <a:cubicBezTo>
                    <a:pt x="768" y="1010"/>
                    <a:pt x="835" y="1001"/>
                    <a:pt x="901" y="985"/>
                  </a:cubicBezTo>
                  <a:cubicBezTo>
                    <a:pt x="1235" y="918"/>
                    <a:pt x="1569" y="818"/>
                    <a:pt x="1902" y="718"/>
                  </a:cubicBezTo>
                  <a:lnTo>
                    <a:pt x="1902" y="117"/>
                  </a:lnTo>
                  <a:cubicBezTo>
                    <a:pt x="1718" y="38"/>
                    <a:pt x="1523" y="1"/>
                    <a:pt x="13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4459;p75">
              <a:extLst>
                <a:ext uri="{FF2B5EF4-FFF2-40B4-BE49-F238E27FC236}">
                  <a16:creationId xmlns:a16="http://schemas.microsoft.com/office/drawing/2014/main" id="{D75133B1-0966-31D1-E9C6-F3F24E48C3DA}"/>
                </a:ext>
              </a:extLst>
            </p:cNvPr>
            <p:cNvSpPr/>
            <p:nvPr/>
          </p:nvSpPr>
          <p:spPr>
            <a:xfrm>
              <a:off x="3048175" y="3796075"/>
              <a:ext cx="47575" cy="25250"/>
            </a:xfrm>
            <a:custGeom>
              <a:avLst/>
              <a:gdLst/>
              <a:ahLst/>
              <a:cxnLst/>
              <a:rect l="l" t="t" r="r" b="b"/>
              <a:pathLst>
                <a:path w="1903" h="1010" extrusionOk="0">
                  <a:moveTo>
                    <a:pt x="1329" y="1"/>
                  </a:moveTo>
                  <a:cubicBezTo>
                    <a:pt x="1030" y="1"/>
                    <a:pt x="730" y="89"/>
                    <a:pt x="468" y="251"/>
                  </a:cubicBezTo>
                  <a:cubicBezTo>
                    <a:pt x="1" y="551"/>
                    <a:pt x="34" y="751"/>
                    <a:pt x="268" y="918"/>
                  </a:cubicBezTo>
                  <a:cubicBezTo>
                    <a:pt x="334" y="951"/>
                    <a:pt x="401" y="951"/>
                    <a:pt x="501" y="985"/>
                  </a:cubicBezTo>
                  <a:cubicBezTo>
                    <a:pt x="568" y="1001"/>
                    <a:pt x="635" y="1010"/>
                    <a:pt x="701" y="1010"/>
                  </a:cubicBezTo>
                  <a:cubicBezTo>
                    <a:pt x="768" y="1010"/>
                    <a:pt x="835" y="1001"/>
                    <a:pt x="901" y="985"/>
                  </a:cubicBezTo>
                  <a:cubicBezTo>
                    <a:pt x="1235" y="918"/>
                    <a:pt x="1569" y="818"/>
                    <a:pt x="1902" y="718"/>
                  </a:cubicBezTo>
                  <a:lnTo>
                    <a:pt x="1902" y="117"/>
                  </a:lnTo>
                  <a:cubicBezTo>
                    <a:pt x="1718" y="38"/>
                    <a:pt x="1523" y="1"/>
                    <a:pt x="13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4460;p75">
              <a:extLst>
                <a:ext uri="{FF2B5EF4-FFF2-40B4-BE49-F238E27FC236}">
                  <a16:creationId xmlns:a16="http://schemas.microsoft.com/office/drawing/2014/main" id="{7318DD0E-8954-16B5-47C5-8212CC094881}"/>
                </a:ext>
              </a:extLst>
            </p:cNvPr>
            <p:cNvSpPr/>
            <p:nvPr/>
          </p:nvSpPr>
          <p:spPr>
            <a:xfrm>
              <a:off x="2996475" y="3782325"/>
              <a:ext cx="216025" cy="127600"/>
            </a:xfrm>
            <a:custGeom>
              <a:avLst/>
              <a:gdLst/>
              <a:ahLst/>
              <a:cxnLst/>
              <a:rect l="l" t="t" r="r" b="b"/>
              <a:pathLst>
                <a:path w="8641" h="5104" extrusionOk="0">
                  <a:moveTo>
                    <a:pt x="1" y="0"/>
                  </a:moveTo>
                  <a:lnTo>
                    <a:pt x="1" y="867"/>
                  </a:lnTo>
                  <a:lnTo>
                    <a:pt x="301" y="1068"/>
                  </a:lnTo>
                  <a:lnTo>
                    <a:pt x="274" y="1213"/>
                  </a:lnTo>
                  <a:lnTo>
                    <a:pt x="274" y="1213"/>
                  </a:lnTo>
                  <a:cubicBezTo>
                    <a:pt x="360" y="910"/>
                    <a:pt x="565" y="656"/>
                    <a:pt x="835" y="467"/>
                  </a:cubicBezTo>
                  <a:lnTo>
                    <a:pt x="1" y="0"/>
                  </a:lnTo>
                  <a:close/>
                  <a:moveTo>
                    <a:pt x="274" y="1213"/>
                  </a:moveTo>
                  <a:cubicBezTo>
                    <a:pt x="254" y="1284"/>
                    <a:pt x="240" y="1358"/>
                    <a:pt x="234" y="1435"/>
                  </a:cubicBezTo>
                  <a:lnTo>
                    <a:pt x="274" y="1213"/>
                  </a:lnTo>
                  <a:close/>
                  <a:moveTo>
                    <a:pt x="234" y="1435"/>
                  </a:moveTo>
                  <a:lnTo>
                    <a:pt x="234" y="2302"/>
                  </a:lnTo>
                  <a:cubicBezTo>
                    <a:pt x="234" y="2635"/>
                    <a:pt x="468" y="2936"/>
                    <a:pt x="968" y="3236"/>
                  </a:cubicBezTo>
                  <a:cubicBezTo>
                    <a:pt x="1430" y="3509"/>
                    <a:pt x="1959" y="3650"/>
                    <a:pt x="2504" y="3650"/>
                  </a:cubicBezTo>
                  <a:cubicBezTo>
                    <a:pt x="2824" y="3650"/>
                    <a:pt x="3149" y="3601"/>
                    <a:pt x="3470" y="3503"/>
                  </a:cubicBezTo>
                  <a:lnTo>
                    <a:pt x="3970" y="3369"/>
                  </a:lnTo>
                  <a:lnTo>
                    <a:pt x="3470" y="3903"/>
                  </a:lnTo>
                  <a:lnTo>
                    <a:pt x="4537" y="2836"/>
                  </a:lnTo>
                  <a:cubicBezTo>
                    <a:pt x="4752" y="2921"/>
                    <a:pt x="4984" y="2964"/>
                    <a:pt x="5220" y="2964"/>
                  </a:cubicBezTo>
                  <a:cubicBezTo>
                    <a:pt x="5534" y="2964"/>
                    <a:pt x="5852" y="2888"/>
                    <a:pt x="6138" y="2735"/>
                  </a:cubicBezTo>
                  <a:cubicBezTo>
                    <a:pt x="6505" y="2535"/>
                    <a:pt x="6605" y="2302"/>
                    <a:pt x="6272" y="2102"/>
                  </a:cubicBezTo>
                  <a:cubicBezTo>
                    <a:pt x="6131" y="2023"/>
                    <a:pt x="5982" y="1990"/>
                    <a:pt x="5820" y="1990"/>
                  </a:cubicBezTo>
                  <a:cubicBezTo>
                    <a:pt x="5369" y="1990"/>
                    <a:pt x="4825" y="2247"/>
                    <a:pt x="4137" y="2469"/>
                  </a:cubicBezTo>
                  <a:cubicBezTo>
                    <a:pt x="3619" y="2624"/>
                    <a:pt x="3083" y="2753"/>
                    <a:pt x="2534" y="2753"/>
                  </a:cubicBezTo>
                  <a:cubicBezTo>
                    <a:pt x="2022" y="2753"/>
                    <a:pt x="1499" y="2641"/>
                    <a:pt x="968" y="2335"/>
                  </a:cubicBezTo>
                  <a:cubicBezTo>
                    <a:pt x="468" y="2068"/>
                    <a:pt x="234" y="1768"/>
                    <a:pt x="234" y="1435"/>
                  </a:cubicBezTo>
                  <a:close/>
                  <a:moveTo>
                    <a:pt x="8640" y="3569"/>
                  </a:moveTo>
                  <a:lnTo>
                    <a:pt x="7539" y="4237"/>
                  </a:lnTo>
                  <a:lnTo>
                    <a:pt x="6705" y="3736"/>
                  </a:lnTo>
                  <a:cubicBezTo>
                    <a:pt x="6127" y="4014"/>
                    <a:pt x="5501" y="4147"/>
                    <a:pt x="4882" y="4147"/>
                  </a:cubicBezTo>
                  <a:cubicBezTo>
                    <a:pt x="4608" y="4147"/>
                    <a:pt x="4336" y="4121"/>
                    <a:pt x="4070" y="4070"/>
                  </a:cubicBezTo>
                  <a:cubicBezTo>
                    <a:pt x="3870" y="4036"/>
                    <a:pt x="3670" y="3970"/>
                    <a:pt x="3470" y="3903"/>
                  </a:cubicBezTo>
                  <a:lnTo>
                    <a:pt x="3470" y="4770"/>
                  </a:lnTo>
                  <a:cubicBezTo>
                    <a:pt x="3927" y="4947"/>
                    <a:pt x="4411" y="5033"/>
                    <a:pt x="4895" y="5033"/>
                  </a:cubicBezTo>
                  <a:cubicBezTo>
                    <a:pt x="5505" y="5033"/>
                    <a:pt x="6114" y="4897"/>
                    <a:pt x="6672" y="4637"/>
                  </a:cubicBezTo>
                  <a:lnTo>
                    <a:pt x="7506" y="5104"/>
                  </a:lnTo>
                  <a:lnTo>
                    <a:pt x="8640" y="4470"/>
                  </a:lnTo>
                  <a:lnTo>
                    <a:pt x="8640" y="3569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4461;p75">
              <a:extLst>
                <a:ext uri="{FF2B5EF4-FFF2-40B4-BE49-F238E27FC236}">
                  <a16:creationId xmlns:a16="http://schemas.microsoft.com/office/drawing/2014/main" id="{2D17D9E7-18E0-42A4-BE8E-5C82E1C7E077}"/>
                </a:ext>
              </a:extLst>
            </p:cNvPr>
            <p:cNvSpPr/>
            <p:nvPr/>
          </p:nvSpPr>
          <p:spPr>
            <a:xfrm>
              <a:off x="3001475" y="3818175"/>
              <a:ext cx="211025" cy="91750"/>
            </a:xfrm>
            <a:custGeom>
              <a:avLst/>
              <a:gdLst/>
              <a:ahLst/>
              <a:cxnLst/>
              <a:rect l="l" t="t" r="r" b="b"/>
              <a:pathLst>
                <a:path w="8441" h="3670" extrusionOk="0">
                  <a:moveTo>
                    <a:pt x="1" y="1"/>
                  </a:moveTo>
                  <a:lnTo>
                    <a:pt x="1" y="868"/>
                  </a:lnTo>
                  <a:cubicBezTo>
                    <a:pt x="1" y="1168"/>
                    <a:pt x="234" y="1502"/>
                    <a:pt x="735" y="1802"/>
                  </a:cubicBezTo>
                  <a:cubicBezTo>
                    <a:pt x="1228" y="2059"/>
                    <a:pt x="1778" y="2193"/>
                    <a:pt x="2329" y="2193"/>
                  </a:cubicBezTo>
                  <a:cubicBezTo>
                    <a:pt x="2634" y="2193"/>
                    <a:pt x="2939" y="2152"/>
                    <a:pt x="3236" y="2069"/>
                  </a:cubicBezTo>
                  <a:lnTo>
                    <a:pt x="3747" y="1941"/>
                  </a:lnTo>
                  <a:lnTo>
                    <a:pt x="3747" y="1941"/>
                  </a:lnTo>
                  <a:lnTo>
                    <a:pt x="4304" y="1402"/>
                  </a:lnTo>
                  <a:cubicBezTo>
                    <a:pt x="4533" y="1487"/>
                    <a:pt x="4767" y="1530"/>
                    <a:pt x="5001" y="1530"/>
                  </a:cubicBezTo>
                  <a:cubicBezTo>
                    <a:pt x="5311" y="1530"/>
                    <a:pt x="5619" y="1454"/>
                    <a:pt x="5905" y="1301"/>
                  </a:cubicBezTo>
                  <a:cubicBezTo>
                    <a:pt x="6272" y="1068"/>
                    <a:pt x="6372" y="868"/>
                    <a:pt x="6038" y="668"/>
                  </a:cubicBezTo>
                  <a:cubicBezTo>
                    <a:pt x="5890" y="584"/>
                    <a:pt x="5732" y="550"/>
                    <a:pt x="5561" y="550"/>
                  </a:cubicBezTo>
                  <a:cubicBezTo>
                    <a:pt x="5114" y="550"/>
                    <a:pt x="4579" y="784"/>
                    <a:pt x="3904" y="1001"/>
                  </a:cubicBezTo>
                  <a:cubicBezTo>
                    <a:pt x="3378" y="1176"/>
                    <a:pt x="2834" y="1315"/>
                    <a:pt x="2276" y="1315"/>
                  </a:cubicBezTo>
                  <a:cubicBezTo>
                    <a:pt x="1772" y="1315"/>
                    <a:pt x="1257" y="1202"/>
                    <a:pt x="735" y="901"/>
                  </a:cubicBezTo>
                  <a:cubicBezTo>
                    <a:pt x="234" y="634"/>
                    <a:pt x="1" y="301"/>
                    <a:pt x="1" y="1"/>
                  </a:cubicBezTo>
                  <a:close/>
                  <a:moveTo>
                    <a:pt x="3770" y="1935"/>
                  </a:moveTo>
                  <a:lnTo>
                    <a:pt x="3747" y="1941"/>
                  </a:lnTo>
                  <a:lnTo>
                    <a:pt x="3747" y="1941"/>
                  </a:lnTo>
                  <a:lnTo>
                    <a:pt x="3236" y="2436"/>
                  </a:lnTo>
                  <a:lnTo>
                    <a:pt x="3770" y="1935"/>
                  </a:lnTo>
                  <a:close/>
                  <a:moveTo>
                    <a:pt x="8440" y="2135"/>
                  </a:moveTo>
                  <a:lnTo>
                    <a:pt x="7306" y="2769"/>
                  </a:lnTo>
                  <a:lnTo>
                    <a:pt x="6472" y="2302"/>
                  </a:lnTo>
                  <a:cubicBezTo>
                    <a:pt x="5901" y="2554"/>
                    <a:pt x="5298" y="2695"/>
                    <a:pt x="4685" y="2695"/>
                  </a:cubicBezTo>
                  <a:cubicBezTo>
                    <a:pt x="4404" y="2695"/>
                    <a:pt x="4120" y="2665"/>
                    <a:pt x="3837" y="2602"/>
                  </a:cubicBezTo>
                  <a:cubicBezTo>
                    <a:pt x="3637" y="2569"/>
                    <a:pt x="3437" y="2502"/>
                    <a:pt x="3236" y="2436"/>
                  </a:cubicBezTo>
                  <a:lnTo>
                    <a:pt x="3236" y="3336"/>
                  </a:lnTo>
                  <a:cubicBezTo>
                    <a:pt x="3717" y="3501"/>
                    <a:pt x="4217" y="3585"/>
                    <a:pt x="4714" y="3585"/>
                  </a:cubicBezTo>
                  <a:cubicBezTo>
                    <a:pt x="5321" y="3585"/>
                    <a:pt x="5922" y="3460"/>
                    <a:pt x="6472" y="3203"/>
                  </a:cubicBezTo>
                  <a:lnTo>
                    <a:pt x="7306" y="3670"/>
                  </a:lnTo>
                  <a:lnTo>
                    <a:pt x="8440" y="3036"/>
                  </a:lnTo>
                  <a:lnTo>
                    <a:pt x="8440" y="21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4462;p75">
              <a:extLst>
                <a:ext uri="{FF2B5EF4-FFF2-40B4-BE49-F238E27FC236}">
                  <a16:creationId xmlns:a16="http://schemas.microsoft.com/office/drawing/2014/main" id="{420B9E2C-64A9-889A-E295-6E107689D2B8}"/>
                </a:ext>
              </a:extLst>
            </p:cNvPr>
            <p:cNvSpPr/>
            <p:nvPr/>
          </p:nvSpPr>
          <p:spPr>
            <a:xfrm>
              <a:off x="2996475" y="3782325"/>
              <a:ext cx="20050" cy="26700"/>
            </a:xfrm>
            <a:custGeom>
              <a:avLst/>
              <a:gdLst/>
              <a:ahLst/>
              <a:cxnLst/>
              <a:rect l="l" t="t" r="r" b="b"/>
              <a:pathLst>
                <a:path w="802" h="1068" extrusionOk="0">
                  <a:moveTo>
                    <a:pt x="1" y="0"/>
                  </a:moveTo>
                  <a:lnTo>
                    <a:pt x="1" y="901"/>
                  </a:lnTo>
                  <a:lnTo>
                    <a:pt x="301" y="1068"/>
                  </a:lnTo>
                  <a:cubicBezTo>
                    <a:pt x="434" y="834"/>
                    <a:pt x="601" y="634"/>
                    <a:pt x="801" y="46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4463;p75">
              <a:extLst>
                <a:ext uri="{FF2B5EF4-FFF2-40B4-BE49-F238E27FC236}">
                  <a16:creationId xmlns:a16="http://schemas.microsoft.com/office/drawing/2014/main" id="{0B2223F6-66AF-DDEE-7F9D-E6E26D4C6A6A}"/>
                </a:ext>
              </a:extLst>
            </p:cNvPr>
            <p:cNvSpPr/>
            <p:nvPr/>
          </p:nvSpPr>
          <p:spPr>
            <a:xfrm>
              <a:off x="3191625" y="3838200"/>
              <a:ext cx="15850" cy="29200"/>
            </a:xfrm>
            <a:custGeom>
              <a:avLst/>
              <a:gdLst/>
              <a:ahLst/>
              <a:cxnLst/>
              <a:rect l="l" t="t" r="r" b="b"/>
              <a:pathLst>
                <a:path w="634" h="1168" extrusionOk="0">
                  <a:moveTo>
                    <a:pt x="634" y="0"/>
                  </a:moveTo>
                  <a:cubicBezTo>
                    <a:pt x="567" y="367"/>
                    <a:pt x="334" y="701"/>
                    <a:pt x="0" y="867"/>
                  </a:cubicBezTo>
                  <a:lnTo>
                    <a:pt x="567" y="1168"/>
                  </a:lnTo>
                  <a:cubicBezTo>
                    <a:pt x="601" y="1034"/>
                    <a:pt x="634" y="901"/>
                    <a:pt x="634" y="767"/>
                  </a:cubicBezTo>
                  <a:cubicBezTo>
                    <a:pt x="634" y="734"/>
                    <a:pt x="634" y="267"/>
                    <a:pt x="6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4464;p75">
              <a:extLst>
                <a:ext uri="{FF2B5EF4-FFF2-40B4-BE49-F238E27FC236}">
                  <a16:creationId xmlns:a16="http://schemas.microsoft.com/office/drawing/2014/main" id="{0B3F6347-E1F4-9C8D-75F9-8B08F4A88E61}"/>
                </a:ext>
              </a:extLst>
            </p:cNvPr>
            <p:cNvSpPr/>
            <p:nvPr/>
          </p:nvSpPr>
          <p:spPr>
            <a:xfrm>
              <a:off x="3191625" y="3838200"/>
              <a:ext cx="15850" cy="29200"/>
            </a:xfrm>
            <a:custGeom>
              <a:avLst/>
              <a:gdLst/>
              <a:ahLst/>
              <a:cxnLst/>
              <a:rect l="l" t="t" r="r" b="b"/>
              <a:pathLst>
                <a:path w="634" h="1168" extrusionOk="0">
                  <a:moveTo>
                    <a:pt x="634" y="0"/>
                  </a:moveTo>
                  <a:cubicBezTo>
                    <a:pt x="567" y="367"/>
                    <a:pt x="334" y="701"/>
                    <a:pt x="0" y="867"/>
                  </a:cubicBezTo>
                  <a:lnTo>
                    <a:pt x="567" y="1168"/>
                  </a:lnTo>
                  <a:cubicBezTo>
                    <a:pt x="601" y="1034"/>
                    <a:pt x="634" y="901"/>
                    <a:pt x="634" y="767"/>
                  </a:cubicBezTo>
                  <a:cubicBezTo>
                    <a:pt x="634" y="734"/>
                    <a:pt x="634" y="267"/>
                    <a:pt x="6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4465;p75">
              <a:extLst>
                <a:ext uri="{FF2B5EF4-FFF2-40B4-BE49-F238E27FC236}">
                  <a16:creationId xmlns:a16="http://schemas.microsoft.com/office/drawing/2014/main" id="{DDAEC0B8-7FC4-9F84-2E81-CCC81F7ED0EA}"/>
                </a:ext>
              </a:extLst>
            </p:cNvPr>
            <p:cNvSpPr/>
            <p:nvPr/>
          </p:nvSpPr>
          <p:spPr>
            <a:xfrm>
              <a:off x="2996475" y="3765650"/>
              <a:ext cx="216025" cy="122600"/>
            </a:xfrm>
            <a:custGeom>
              <a:avLst/>
              <a:gdLst/>
              <a:ahLst/>
              <a:cxnLst/>
              <a:rect l="l" t="t" r="r" b="b"/>
              <a:pathLst>
                <a:path w="8641" h="4904" extrusionOk="0">
                  <a:moveTo>
                    <a:pt x="1135" y="0"/>
                  </a:moveTo>
                  <a:lnTo>
                    <a:pt x="1" y="667"/>
                  </a:lnTo>
                  <a:lnTo>
                    <a:pt x="835" y="1134"/>
                  </a:lnTo>
                  <a:cubicBezTo>
                    <a:pt x="468" y="1368"/>
                    <a:pt x="234" y="1701"/>
                    <a:pt x="201" y="2102"/>
                  </a:cubicBezTo>
                  <a:cubicBezTo>
                    <a:pt x="201" y="2435"/>
                    <a:pt x="434" y="2735"/>
                    <a:pt x="935" y="3036"/>
                  </a:cubicBezTo>
                  <a:cubicBezTo>
                    <a:pt x="1455" y="3319"/>
                    <a:pt x="1968" y="3424"/>
                    <a:pt x="2470" y="3424"/>
                  </a:cubicBezTo>
                  <a:cubicBezTo>
                    <a:pt x="3030" y="3424"/>
                    <a:pt x="3576" y="3294"/>
                    <a:pt x="4104" y="3136"/>
                  </a:cubicBezTo>
                  <a:cubicBezTo>
                    <a:pt x="4792" y="2914"/>
                    <a:pt x="5335" y="2657"/>
                    <a:pt x="5787" y="2657"/>
                  </a:cubicBezTo>
                  <a:cubicBezTo>
                    <a:pt x="5948" y="2657"/>
                    <a:pt x="6098" y="2690"/>
                    <a:pt x="6238" y="2769"/>
                  </a:cubicBezTo>
                  <a:cubicBezTo>
                    <a:pt x="6572" y="2969"/>
                    <a:pt x="6472" y="3202"/>
                    <a:pt x="6105" y="3402"/>
                  </a:cubicBezTo>
                  <a:cubicBezTo>
                    <a:pt x="5819" y="3555"/>
                    <a:pt x="5511" y="3631"/>
                    <a:pt x="5201" y="3631"/>
                  </a:cubicBezTo>
                  <a:cubicBezTo>
                    <a:pt x="4967" y="3631"/>
                    <a:pt x="4733" y="3588"/>
                    <a:pt x="4504" y="3503"/>
                  </a:cubicBezTo>
                  <a:lnTo>
                    <a:pt x="3436" y="4570"/>
                  </a:lnTo>
                  <a:cubicBezTo>
                    <a:pt x="3637" y="4637"/>
                    <a:pt x="3837" y="4703"/>
                    <a:pt x="4037" y="4737"/>
                  </a:cubicBezTo>
                  <a:cubicBezTo>
                    <a:pt x="4281" y="4786"/>
                    <a:pt x="4525" y="4817"/>
                    <a:pt x="4782" y="4817"/>
                  </a:cubicBezTo>
                  <a:cubicBezTo>
                    <a:pt x="4877" y="4817"/>
                    <a:pt x="4973" y="4812"/>
                    <a:pt x="5071" y="4803"/>
                  </a:cubicBezTo>
                  <a:cubicBezTo>
                    <a:pt x="5605" y="4770"/>
                    <a:pt x="6172" y="4637"/>
                    <a:pt x="6672" y="4403"/>
                  </a:cubicBezTo>
                  <a:lnTo>
                    <a:pt x="7506" y="4904"/>
                  </a:lnTo>
                  <a:lnTo>
                    <a:pt x="8640" y="4236"/>
                  </a:lnTo>
                  <a:lnTo>
                    <a:pt x="8440" y="4136"/>
                  </a:lnTo>
                  <a:lnTo>
                    <a:pt x="7806" y="3769"/>
                  </a:lnTo>
                  <a:cubicBezTo>
                    <a:pt x="8173" y="3569"/>
                    <a:pt x="8440" y="3202"/>
                    <a:pt x="8440" y="2769"/>
                  </a:cubicBezTo>
                  <a:cubicBezTo>
                    <a:pt x="8440" y="2735"/>
                    <a:pt x="8440" y="2702"/>
                    <a:pt x="8440" y="2702"/>
                  </a:cubicBezTo>
                  <a:cubicBezTo>
                    <a:pt x="8407" y="2368"/>
                    <a:pt x="8173" y="2068"/>
                    <a:pt x="7739" y="1801"/>
                  </a:cubicBezTo>
                  <a:cubicBezTo>
                    <a:pt x="7272" y="1568"/>
                    <a:pt x="6739" y="1434"/>
                    <a:pt x="6238" y="1434"/>
                  </a:cubicBezTo>
                  <a:lnTo>
                    <a:pt x="5705" y="1434"/>
                  </a:lnTo>
                  <a:cubicBezTo>
                    <a:pt x="5438" y="1468"/>
                    <a:pt x="5204" y="1501"/>
                    <a:pt x="4971" y="1568"/>
                  </a:cubicBezTo>
                  <a:lnTo>
                    <a:pt x="4637" y="1668"/>
                  </a:lnTo>
                  <a:lnTo>
                    <a:pt x="4170" y="1835"/>
                  </a:lnTo>
                  <a:lnTo>
                    <a:pt x="3970" y="1901"/>
                  </a:lnTo>
                  <a:cubicBezTo>
                    <a:pt x="3670" y="2035"/>
                    <a:pt x="3303" y="2102"/>
                    <a:pt x="2969" y="2168"/>
                  </a:cubicBezTo>
                  <a:cubicBezTo>
                    <a:pt x="2903" y="2185"/>
                    <a:pt x="2836" y="2193"/>
                    <a:pt x="2769" y="2193"/>
                  </a:cubicBezTo>
                  <a:cubicBezTo>
                    <a:pt x="2703" y="2193"/>
                    <a:pt x="2636" y="2185"/>
                    <a:pt x="2569" y="2168"/>
                  </a:cubicBezTo>
                  <a:cubicBezTo>
                    <a:pt x="2502" y="2168"/>
                    <a:pt x="2436" y="2135"/>
                    <a:pt x="2369" y="2102"/>
                  </a:cubicBezTo>
                  <a:cubicBezTo>
                    <a:pt x="2102" y="1935"/>
                    <a:pt x="2069" y="1735"/>
                    <a:pt x="2536" y="1468"/>
                  </a:cubicBezTo>
                  <a:cubicBezTo>
                    <a:pt x="2800" y="1285"/>
                    <a:pt x="3101" y="1201"/>
                    <a:pt x="3401" y="1201"/>
                  </a:cubicBezTo>
                  <a:cubicBezTo>
                    <a:pt x="3595" y="1201"/>
                    <a:pt x="3787" y="1236"/>
                    <a:pt x="3970" y="1301"/>
                  </a:cubicBezTo>
                  <a:lnTo>
                    <a:pt x="4971" y="300"/>
                  </a:lnTo>
                  <a:cubicBezTo>
                    <a:pt x="4560" y="159"/>
                    <a:pt x="4132" y="89"/>
                    <a:pt x="3701" y="89"/>
                  </a:cubicBezTo>
                  <a:cubicBezTo>
                    <a:pt x="3116" y="89"/>
                    <a:pt x="2526" y="217"/>
                    <a:pt x="1969" y="467"/>
                  </a:cubicBezTo>
                  <a:lnTo>
                    <a:pt x="11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4466;p75">
              <a:extLst>
                <a:ext uri="{FF2B5EF4-FFF2-40B4-BE49-F238E27FC236}">
                  <a16:creationId xmlns:a16="http://schemas.microsoft.com/office/drawing/2014/main" id="{BFF5C9B5-0BF0-3FBF-1F3A-AD8FF5489954}"/>
                </a:ext>
              </a:extLst>
            </p:cNvPr>
            <p:cNvSpPr/>
            <p:nvPr/>
          </p:nvSpPr>
          <p:spPr>
            <a:xfrm>
              <a:off x="3163275" y="3875725"/>
              <a:ext cx="20850" cy="34200"/>
            </a:xfrm>
            <a:custGeom>
              <a:avLst/>
              <a:gdLst/>
              <a:ahLst/>
              <a:cxnLst/>
              <a:rect l="l" t="t" r="r" b="b"/>
              <a:pathLst>
                <a:path w="834" h="1368" extrusionOk="0">
                  <a:moveTo>
                    <a:pt x="0" y="0"/>
                  </a:moveTo>
                  <a:lnTo>
                    <a:pt x="0" y="901"/>
                  </a:lnTo>
                  <a:lnTo>
                    <a:pt x="834" y="1368"/>
                  </a:lnTo>
                  <a:lnTo>
                    <a:pt x="834" y="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4467;p75">
              <a:extLst>
                <a:ext uri="{FF2B5EF4-FFF2-40B4-BE49-F238E27FC236}">
                  <a16:creationId xmlns:a16="http://schemas.microsoft.com/office/drawing/2014/main" id="{029FC8C4-6A1E-76E0-6C90-A05AAC6C9155}"/>
                </a:ext>
              </a:extLst>
            </p:cNvPr>
            <p:cNvSpPr/>
            <p:nvPr/>
          </p:nvSpPr>
          <p:spPr>
            <a:xfrm>
              <a:off x="3163275" y="3875725"/>
              <a:ext cx="20850" cy="34200"/>
            </a:xfrm>
            <a:custGeom>
              <a:avLst/>
              <a:gdLst/>
              <a:ahLst/>
              <a:cxnLst/>
              <a:rect l="l" t="t" r="r" b="b"/>
              <a:pathLst>
                <a:path w="834" h="1368" extrusionOk="0">
                  <a:moveTo>
                    <a:pt x="0" y="0"/>
                  </a:moveTo>
                  <a:lnTo>
                    <a:pt x="0" y="901"/>
                  </a:lnTo>
                  <a:lnTo>
                    <a:pt x="834" y="1368"/>
                  </a:lnTo>
                  <a:lnTo>
                    <a:pt x="834" y="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4468;p75">
              <a:extLst>
                <a:ext uri="{FF2B5EF4-FFF2-40B4-BE49-F238E27FC236}">
                  <a16:creationId xmlns:a16="http://schemas.microsoft.com/office/drawing/2014/main" id="{32D8AB8E-54EB-97B3-D407-148B18940893}"/>
                </a:ext>
              </a:extLst>
            </p:cNvPr>
            <p:cNvSpPr/>
            <p:nvPr/>
          </p:nvSpPr>
          <p:spPr>
            <a:xfrm>
              <a:off x="2996475" y="3765650"/>
              <a:ext cx="49225" cy="16700"/>
            </a:xfrm>
            <a:custGeom>
              <a:avLst/>
              <a:gdLst/>
              <a:ahLst/>
              <a:cxnLst/>
              <a:rect l="l" t="t" r="r" b="b"/>
              <a:pathLst>
                <a:path w="1969" h="668" extrusionOk="0">
                  <a:moveTo>
                    <a:pt x="1135" y="0"/>
                  </a:moveTo>
                  <a:lnTo>
                    <a:pt x="1" y="667"/>
                  </a:lnTo>
                  <a:lnTo>
                    <a:pt x="1" y="667"/>
                  </a:lnTo>
                  <a:lnTo>
                    <a:pt x="1135" y="133"/>
                  </a:lnTo>
                  <a:lnTo>
                    <a:pt x="1969" y="467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4469;p75">
              <a:extLst>
                <a:ext uri="{FF2B5EF4-FFF2-40B4-BE49-F238E27FC236}">
                  <a16:creationId xmlns:a16="http://schemas.microsoft.com/office/drawing/2014/main" id="{CA6B84C7-5EAF-AB8E-5DAA-6E7D9F73EE85}"/>
                </a:ext>
              </a:extLst>
            </p:cNvPr>
            <p:cNvSpPr/>
            <p:nvPr/>
          </p:nvSpPr>
          <p:spPr>
            <a:xfrm>
              <a:off x="3059850" y="3773150"/>
              <a:ext cx="60900" cy="29200"/>
            </a:xfrm>
            <a:custGeom>
              <a:avLst/>
              <a:gdLst/>
              <a:ahLst/>
              <a:cxnLst/>
              <a:rect l="l" t="t" r="r" b="b"/>
              <a:pathLst>
                <a:path w="2436" h="1168" extrusionOk="0">
                  <a:moveTo>
                    <a:pt x="2436" y="0"/>
                  </a:moveTo>
                  <a:lnTo>
                    <a:pt x="1435" y="934"/>
                  </a:lnTo>
                  <a:cubicBezTo>
                    <a:pt x="1262" y="865"/>
                    <a:pt x="1084" y="832"/>
                    <a:pt x="910" y="832"/>
                  </a:cubicBezTo>
                  <a:cubicBezTo>
                    <a:pt x="581" y="832"/>
                    <a:pt x="262" y="950"/>
                    <a:pt x="1" y="1168"/>
                  </a:cubicBezTo>
                  <a:cubicBezTo>
                    <a:pt x="263" y="1006"/>
                    <a:pt x="563" y="918"/>
                    <a:pt x="862" y="918"/>
                  </a:cubicBezTo>
                  <a:cubicBezTo>
                    <a:pt x="1056" y="918"/>
                    <a:pt x="1251" y="955"/>
                    <a:pt x="1435" y="1034"/>
                  </a:cubicBezTo>
                  <a:lnTo>
                    <a:pt x="24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4470;p75">
              <a:extLst>
                <a:ext uri="{FF2B5EF4-FFF2-40B4-BE49-F238E27FC236}">
                  <a16:creationId xmlns:a16="http://schemas.microsoft.com/office/drawing/2014/main" id="{2BC36AEB-31A7-34F8-AA84-AA582087443D}"/>
                </a:ext>
              </a:extLst>
            </p:cNvPr>
            <p:cNvSpPr/>
            <p:nvPr/>
          </p:nvSpPr>
          <p:spPr>
            <a:xfrm>
              <a:off x="3082375" y="3853200"/>
              <a:ext cx="40875" cy="32875"/>
            </a:xfrm>
            <a:custGeom>
              <a:avLst/>
              <a:gdLst/>
              <a:ahLst/>
              <a:cxnLst/>
              <a:rect l="l" t="t" r="r" b="b"/>
              <a:pathLst>
                <a:path w="1635" h="1315" extrusionOk="0">
                  <a:moveTo>
                    <a:pt x="1068" y="1"/>
                  </a:moveTo>
                  <a:lnTo>
                    <a:pt x="0" y="1068"/>
                  </a:lnTo>
                  <a:cubicBezTo>
                    <a:pt x="201" y="1135"/>
                    <a:pt x="401" y="1168"/>
                    <a:pt x="601" y="1235"/>
                  </a:cubicBezTo>
                  <a:cubicBezTo>
                    <a:pt x="845" y="1284"/>
                    <a:pt x="1089" y="1315"/>
                    <a:pt x="1346" y="1315"/>
                  </a:cubicBezTo>
                  <a:cubicBezTo>
                    <a:pt x="1441" y="1315"/>
                    <a:pt x="1537" y="1310"/>
                    <a:pt x="1635" y="1301"/>
                  </a:cubicBezTo>
                  <a:cubicBezTo>
                    <a:pt x="1135" y="1301"/>
                    <a:pt x="634" y="1201"/>
                    <a:pt x="167" y="1001"/>
                  </a:cubicBezTo>
                  <a:lnTo>
                    <a:pt x="106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4471;p75">
              <a:extLst>
                <a:ext uri="{FF2B5EF4-FFF2-40B4-BE49-F238E27FC236}">
                  <a16:creationId xmlns:a16="http://schemas.microsoft.com/office/drawing/2014/main" id="{8CC3CACD-743F-4AAE-94A8-6A848FCC5BF4}"/>
                </a:ext>
              </a:extLst>
            </p:cNvPr>
            <p:cNvSpPr/>
            <p:nvPr/>
          </p:nvSpPr>
          <p:spPr>
            <a:xfrm>
              <a:off x="3163275" y="3871550"/>
              <a:ext cx="49225" cy="16700"/>
            </a:xfrm>
            <a:custGeom>
              <a:avLst/>
              <a:gdLst/>
              <a:ahLst/>
              <a:cxnLst/>
              <a:rect l="l" t="t" r="r" b="b"/>
              <a:pathLst>
                <a:path w="1969" h="668" extrusionOk="0">
                  <a:moveTo>
                    <a:pt x="1968" y="0"/>
                  </a:moveTo>
                  <a:lnTo>
                    <a:pt x="834" y="567"/>
                  </a:lnTo>
                  <a:lnTo>
                    <a:pt x="0" y="167"/>
                  </a:lnTo>
                  <a:lnTo>
                    <a:pt x="834" y="668"/>
                  </a:lnTo>
                  <a:lnTo>
                    <a:pt x="196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4472;p75">
              <a:extLst>
                <a:ext uri="{FF2B5EF4-FFF2-40B4-BE49-F238E27FC236}">
                  <a16:creationId xmlns:a16="http://schemas.microsoft.com/office/drawing/2014/main" id="{5EE26584-363A-F3F1-3DA3-A935D9AF043A}"/>
                </a:ext>
              </a:extLst>
            </p:cNvPr>
            <p:cNvSpPr/>
            <p:nvPr/>
          </p:nvSpPr>
          <p:spPr>
            <a:xfrm>
              <a:off x="2837200" y="3687250"/>
              <a:ext cx="266875" cy="148475"/>
            </a:xfrm>
            <a:custGeom>
              <a:avLst/>
              <a:gdLst/>
              <a:ahLst/>
              <a:cxnLst/>
              <a:rect l="l" t="t" r="r" b="b"/>
              <a:pathLst>
                <a:path w="10675" h="5939" extrusionOk="0">
                  <a:moveTo>
                    <a:pt x="10675" y="0"/>
                  </a:moveTo>
                  <a:cubicBezTo>
                    <a:pt x="7773" y="0"/>
                    <a:pt x="5071" y="634"/>
                    <a:pt x="3036" y="1802"/>
                  </a:cubicBezTo>
                  <a:cubicBezTo>
                    <a:pt x="1068" y="2936"/>
                    <a:pt x="0" y="4404"/>
                    <a:pt x="0" y="5938"/>
                  </a:cubicBezTo>
                  <a:cubicBezTo>
                    <a:pt x="0" y="5938"/>
                    <a:pt x="100" y="3803"/>
                    <a:pt x="3136" y="1969"/>
                  </a:cubicBezTo>
                  <a:cubicBezTo>
                    <a:pt x="6071" y="167"/>
                    <a:pt x="10675" y="0"/>
                    <a:pt x="1067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4473;p75">
              <a:extLst>
                <a:ext uri="{FF2B5EF4-FFF2-40B4-BE49-F238E27FC236}">
                  <a16:creationId xmlns:a16="http://schemas.microsoft.com/office/drawing/2014/main" id="{8F8032E0-4476-123C-2780-CD476C09632E}"/>
                </a:ext>
              </a:extLst>
            </p:cNvPr>
            <p:cNvSpPr/>
            <p:nvPr/>
          </p:nvSpPr>
          <p:spPr>
            <a:xfrm>
              <a:off x="3082375" y="3818175"/>
              <a:ext cx="311050" cy="178925"/>
            </a:xfrm>
            <a:custGeom>
              <a:avLst/>
              <a:gdLst/>
              <a:ahLst/>
              <a:cxnLst/>
              <a:rect l="l" t="t" r="r" b="b"/>
              <a:pathLst>
                <a:path w="12442" h="7157" extrusionOk="0">
                  <a:moveTo>
                    <a:pt x="11976" y="1"/>
                  </a:moveTo>
                  <a:cubicBezTo>
                    <a:pt x="11976" y="2"/>
                    <a:pt x="12442" y="3036"/>
                    <a:pt x="8573" y="5138"/>
                  </a:cubicBezTo>
                  <a:cubicBezTo>
                    <a:pt x="5071" y="7056"/>
                    <a:pt x="817" y="7140"/>
                    <a:pt x="104" y="7140"/>
                  </a:cubicBezTo>
                  <a:cubicBezTo>
                    <a:pt x="36" y="7140"/>
                    <a:pt x="0" y="7139"/>
                    <a:pt x="0" y="7139"/>
                  </a:cubicBezTo>
                  <a:lnTo>
                    <a:pt x="0" y="7139"/>
                  </a:lnTo>
                  <a:cubicBezTo>
                    <a:pt x="274" y="7151"/>
                    <a:pt x="547" y="7156"/>
                    <a:pt x="822" y="7156"/>
                  </a:cubicBezTo>
                  <a:cubicBezTo>
                    <a:pt x="3693" y="7156"/>
                    <a:pt x="6581" y="6519"/>
                    <a:pt x="8773" y="5271"/>
                  </a:cubicBezTo>
                  <a:cubicBezTo>
                    <a:pt x="11275" y="3803"/>
                    <a:pt x="12343" y="1869"/>
                    <a:pt x="1197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4474;p75">
              <a:extLst>
                <a:ext uri="{FF2B5EF4-FFF2-40B4-BE49-F238E27FC236}">
                  <a16:creationId xmlns:a16="http://schemas.microsoft.com/office/drawing/2014/main" id="{C880C8AC-B431-EBA1-93CD-2406768D4AE6}"/>
                </a:ext>
              </a:extLst>
            </p:cNvPr>
            <p:cNvSpPr/>
            <p:nvPr/>
          </p:nvSpPr>
          <p:spPr>
            <a:xfrm>
              <a:off x="3293350" y="4243275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59" y="0"/>
                  </a:moveTo>
                  <a:cubicBezTo>
                    <a:pt x="8307" y="0"/>
                    <a:pt x="5455" y="626"/>
                    <a:pt x="3270" y="1877"/>
                  </a:cubicBezTo>
                  <a:cubicBezTo>
                    <a:pt x="2169" y="2444"/>
                    <a:pt x="1268" y="3278"/>
                    <a:pt x="601" y="4345"/>
                  </a:cubicBezTo>
                  <a:lnTo>
                    <a:pt x="1" y="4345"/>
                  </a:lnTo>
                  <a:lnTo>
                    <a:pt x="1" y="6613"/>
                  </a:lnTo>
                  <a:cubicBezTo>
                    <a:pt x="67" y="8181"/>
                    <a:pt x="1168" y="9749"/>
                    <a:pt x="3270" y="10983"/>
                  </a:cubicBezTo>
                  <a:cubicBezTo>
                    <a:pt x="5438" y="12234"/>
                    <a:pt x="8290" y="12860"/>
                    <a:pt x="11146" y="12860"/>
                  </a:cubicBezTo>
                  <a:cubicBezTo>
                    <a:pt x="14002" y="12860"/>
                    <a:pt x="16863" y="12234"/>
                    <a:pt x="19048" y="10983"/>
                  </a:cubicBezTo>
                  <a:cubicBezTo>
                    <a:pt x="21116" y="9749"/>
                    <a:pt x="22217" y="8181"/>
                    <a:pt x="22317" y="6613"/>
                  </a:cubicBezTo>
                  <a:lnTo>
                    <a:pt x="22317" y="4345"/>
                  </a:lnTo>
                  <a:lnTo>
                    <a:pt x="21716" y="4345"/>
                  </a:lnTo>
                  <a:cubicBezTo>
                    <a:pt x="21049" y="3278"/>
                    <a:pt x="20115" y="2444"/>
                    <a:pt x="19048" y="1877"/>
                  </a:cubicBezTo>
                  <a:cubicBezTo>
                    <a:pt x="16863" y="626"/>
                    <a:pt x="14011" y="0"/>
                    <a:pt x="1115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4475;p75">
              <a:extLst>
                <a:ext uri="{FF2B5EF4-FFF2-40B4-BE49-F238E27FC236}">
                  <a16:creationId xmlns:a16="http://schemas.microsoft.com/office/drawing/2014/main" id="{85A9BB52-67FB-B89A-23C3-284780BD8509}"/>
                </a:ext>
              </a:extLst>
            </p:cNvPr>
            <p:cNvSpPr/>
            <p:nvPr/>
          </p:nvSpPr>
          <p:spPr>
            <a:xfrm>
              <a:off x="3293350" y="4243275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59" y="0"/>
                  </a:moveTo>
                  <a:cubicBezTo>
                    <a:pt x="8307" y="0"/>
                    <a:pt x="5455" y="626"/>
                    <a:pt x="3270" y="1877"/>
                  </a:cubicBezTo>
                  <a:cubicBezTo>
                    <a:pt x="2169" y="2444"/>
                    <a:pt x="1268" y="3278"/>
                    <a:pt x="601" y="4345"/>
                  </a:cubicBezTo>
                  <a:lnTo>
                    <a:pt x="1" y="4345"/>
                  </a:lnTo>
                  <a:lnTo>
                    <a:pt x="1" y="6613"/>
                  </a:lnTo>
                  <a:cubicBezTo>
                    <a:pt x="67" y="8181"/>
                    <a:pt x="1168" y="9749"/>
                    <a:pt x="3270" y="10983"/>
                  </a:cubicBezTo>
                  <a:cubicBezTo>
                    <a:pt x="5438" y="12234"/>
                    <a:pt x="8290" y="12860"/>
                    <a:pt x="11146" y="12860"/>
                  </a:cubicBezTo>
                  <a:cubicBezTo>
                    <a:pt x="14002" y="12860"/>
                    <a:pt x="16863" y="12234"/>
                    <a:pt x="19048" y="10983"/>
                  </a:cubicBezTo>
                  <a:cubicBezTo>
                    <a:pt x="21116" y="9749"/>
                    <a:pt x="22217" y="8181"/>
                    <a:pt x="22317" y="6613"/>
                  </a:cubicBezTo>
                  <a:lnTo>
                    <a:pt x="22317" y="4345"/>
                  </a:lnTo>
                  <a:lnTo>
                    <a:pt x="21716" y="4345"/>
                  </a:lnTo>
                  <a:cubicBezTo>
                    <a:pt x="21049" y="3278"/>
                    <a:pt x="20115" y="2444"/>
                    <a:pt x="19048" y="1877"/>
                  </a:cubicBezTo>
                  <a:cubicBezTo>
                    <a:pt x="16863" y="626"/>
                    <a:pt x="14011" y="0"/>
                    <a:pt x="1115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4476;p75">
              <a:extLst>
                <a:ext uri="{FF2B5EF4-FFF2-40B4-BE49-F238E27FC236}">
                  <a16:creationId xmlns:a16="http://schemas.microsoft.com/office/drawing/2014/main" id="{B8E31115-2D0D-D6A3-7B89-E86CE7A49777}"/>
                </a:ext>
              </a:extLst>
            </p:cNvPr>
            <p:cNvSpPr/>
            <p:nvPr/>
          </p:nvSpPr>
          <p:spPr>
            <a:xfrm>
              <a:off x="3293350" y="4242650"/>
              <a:ext cx="278575" cy="321925"/>
            </a:xfrm>
            <a:custGeom>
              <a:avLst/>
              <a:gdLst/>
              <a:ahLst/>
              <a:cxnLst/>
              <a:rect l="l" t="t" r="r" b="b"/>
              <a:pathLst>
                <a:path w="11143" h="12877" extrusionOk="0">
                  <a:moveTo>
                    <a:pt x="11142" y="0"/>
                  </a:moveTo>
                  <a:cubicBezTo>
                    <a:pt x="8307" y="0"/>
                    <a:pt x="5438" y="634"/>
                    <a:pt x="3270" y="1902"/>
                  </a:cubicBezTo>
                  <a:cubicBezTo>
                    <a:pt x="2169" y="2469"/>
                    <a:pt x="1268" y="3303"/>
                    <a:pt x="601" y="4370"/>
                  </a:cubicBezTo>
                  <a:lnTo>
                    <a:pt x="1" y="4370"/>
                  </a:lnTo>
                  <a:lnTo>
                    <a:pt x="1" y="6638"/>
                  </a:lnTo>
                  <a:cubicBezTo>
                    <a:pt x="67" y="8206"/>
                    <a:pt x="1168" y="9774"/>
                    <a:pt x="3270" y="11008"/>
                  </a:cubicBezTo>
                  <a:cubicBezTo>
                    <a:pt x="5438" y="12242"/>
                    <a:pt x="8307" y="12876"/>
                    <a:pt x="11142" y="12876"/>
                  </a:cubicBezTo>
                  <a:lnTo>
                    <a:pt x="111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4477;p75">
              <a:extLst>
                <a:ext uri="{FF2B5EF4-FFF2-40B4-BE49-F238E27FC236}">
                  <a16:creationId xmlns:a16="http://schemas.microsoft.com/office/drawing/2014/main" id="{22EE39D5-345D-141B-D365-0FA2AAADA9AE}"/>
                </a:ext>
              </a:extLst>
            </p:cNvPr>
            <p:cNvSpPr/>
            <p:nvPr/>
          </p:nvSpPr>
          <p:spPr>
            <a:xfrm>
              <a:off x="3293350" y="4268500"/>
              <a:ext cx="126800" cy="269375"/>
            </a:xfrm>
            <a:custGeom>
              <a:avLst/>
              <a:gdLst/>
              <a:ahLst/>
              <a:cxnLst/>
              <a:rect l="l" t="t" r="r" b="b"/>
              <a:pathLst>
                <a:path w="5072" h="10775" extrusionOk="0">
                  <a:moveTo>
                    <a:pt x="5071" y="0"/>
                  </a:moveTo>
                  <a:cubicBezTo>
                    <a:pt x="4437" y="234"/>
                    <a:pt x="3837" y="534"/>
                    <a:pt x="3270" y="834"/>
                  </a:cubicBezTo>
                  <a:cubicBezTo>
                    <a:pt x="2169" y="1435"/>
                    <a:pt x="1268" y="2269"/>
                    <a:pt x="601" y="3303"/>
                  </a:cubicBezTo>
                  <a:lnTo>
                    <a:pt x="1" y="3303"/>
                  </a:lnTo>
                  <a:lnTo>
                    <a:pt x="1" y="5604"/>
                  </a:lnTo>
                  <a:cubicBezTo>
                    <a:pt x="67" y="7172"/>
                    <a:pt x="1168" y="8740"/>
                    <a:pt x="3270" y="9941"/>
                  </a:cubicBezTo>
                  <a:cubicBezTo>
                    <a:pt x="3837" y="10274"/>
                    <a:pt x="4437" y="10541"/>
                    <a:pt x="5071" y="10775"/>
                  </a:cubicBezTo>
                  <a:lnTo>
                    <a:pt x="50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4478;p75">
              <a:extLst>
                <a:ext uri="{FF2B5EF4-FFF2-40B4-BE49-F238E27FC236}">
                  <a16:creationId xmlns:a16="http://schemas.microsoft.com/office/drawing/2014/main" id="{D17E6B40-EE6B-1632-7D78-E1E258002322}"/>
                </a:ext>
              </a:extLst>
            </p:cNvPr>
            <p:cNvSpPr/>
            <p:nvPr/>
          </p:nvSpPr>
          <p:spPr>
            <a:xfrm>
              <a:off x="3724500" y="4268500"/>
              <a:ext cx="126775" cy="269375"/>
            </a:xfrm>
            <a:custGeom>
              <a:avLst/>
              <a:gdLst/>
              <a:ahLst/>
              <a:cxnLst/>
              <a:rect l="l" t="t" r="r" b="b"/>
              <a:pathLst>
                <a:path w="5071" h="10775" extrusionOk="0">
                  <a:moveTo>
                    <a:pt x="0" y="0"/>
                  </a:moveTo>
                  <a:lnTo>
                    <a:pt x="0" y="10775"/>
                  </a:lnTo>
                  <a:cubicBezTo>
                    <a:pt x="634" y="10541"/>
                    <a:pt x="1235" y="10274"/>
                    <a:pt x="1802" y="9941"/>
                  </a:cubicBezTo>
                  <a:cubicBezTo>
                    <a:pt x="3903" y="8740"/>
                    <a:pt x="4971" y="7172"/>
                    <a:pt x="5071" y="5604"/>
                  </a:cubicBezTo>
                  <a:lnTo>
                    <a:pt x="5071" y="3303"/>
                  </a:lnTo>
                  <a:lnTo>
                    <a:pt x="4470" y="3303"/>
                  </a:lnTo>
                  <a:cubicBezTo>
                    <a:pt x="3803" y="2269"/>
                    <a:pt x="2869" y="1435"/>
                    <a:pt x="1802" y="834"/>
                  </a:cubicBezTo>
                  <a:cubicBezTo>
                    <a:pt x="1235" y="534"/>
                    <a:pt x="634" y="234"/>
                    <a:pt x="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4479;p75">
              <a:extLst>
                <a:ext uri="{FF2B5EF4-FFF2-40B4-BE49-F238E27FC236}">
                  <a16:creationId xmlns:a16="http://schemas.microsoft.com/office/drawing/2014/main" id="{3F776CC8-9A7D-B110-8C26-554B35EEBBBE}"/>
                </a:ext>
              </a:extLst>
            </p:cNvPr>
            <p:cNvSpPr/>
            <p:nvPr/>
          </p:nvSpPr>
          <p:spPr>
            <a:xfrm>
              <a:off x="3265825" y="4190725"/>
              <a:ext cx="612150" cy="321525"/>
            </a:xfrm>
            <a:custGeom>
              <a:avLst/>
              <a:gdLst/>
              <a:ahLst/>
              <a:cxnLst/>
              <a:rect l="l" t="t" r="r" b="b"/>
              <a:pathLst>
                <a:path w="24486" h="12861" extrusionOk="0">
                  <a:moveTo>
                    <a:pt x="12260" y="1"/>
                  </a:moveTo>
                  <a:cubicBezTo>
                    <a:pt x="9408" y="1"/>
                    <a:pt x="6556" y="626"/>
                    <a:pt x="4371" y="1877"/>
                  </a:cubicBezTo>
                  <a:cubicBezTo>
                    <a:pt x="1" y="4379"/>
                    <a:pt x="1" y="8482"/>
                    <a:pt x="4371" y="10984"/>
                  </a:cubicBezTo>
                  <a:cubicBezTo>
                    <a:pt x="6539" y="12235"/>
                    <a:pt x="9391" y="12860"/>
                    <a:pt x="12247" y="12860"/>
                  </a:cubicBezTo>
                  <a:cubicBezTo>
                    <a:pt x="15103" y="12860"/>
                    <a:pt x="17964" y="12235"/>
                    <a:pt x="20149" y="10984"/>
                  </a:cubicBezTo>
                  <a:cubicBezTo>
                    <a:pt x="24485" y="8482"/>
                    <a:pt x="24485" y="4379"/>
                    <a:pt x="20149" y="1877"/>
                  </a:cubicBezTo>
                  <a:cubicBezTo>
                    <a:pt x="17964" y="626"/>
                    <a:pt x="15112" y="1"/>
                    <a:pt x="1226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4480;p75">
              <a:extLst>
                <a:ext uri="{FF2B5EF4-FFF2-40B4-BE49-F238E27FC236}">
                  <a16:creationId xmlns:a16="http://schemas.microsoft.com/office/drawing/2014/main" id="{CF3919FD-4660-7DC7-8A17-077C186DC297}"/>
                </a:ext>
              </a:extLst>
            </p:cNvPr>
            <p:cNvSpPr/>
            <p:nvPr/>
          </p:nvSpPr>
          <p:spPr>
            <a:xfrm>
              <a:off x="3265825" y="4190725"/>
              <a:ext cx="612150" cy="321525"/>
            </a:xfrm>
            <a:custGeom>
              <a:avLst/>
              <a:gdLst/>
              <a:ahLst/>
              <a:cxnLst/>
              <a:rect l="l" t="t" r="r" b="b"/>
              <a:pathLst>
                <a:path w="24486" h="12861" extrusionOk="0">
                  <a:moveTo>
                    <a:pt x="12260" y="1"/>
                  </a:moveTo>
                  <a:cubicBezTo>
                    <a:pt x="9408" y="1"/>
                    <a:pt x="6556" y="626"/>
                    <a:pt x="4371" y="1877"/>
                  </a:cubicBezTo>
                  <a:cubicBezTo>
                    <a:pt x="1" y="4379"/>
                    <a:pt x="1" y="8482"/>
                    <a:pt x="4371" y="10984"/>
                  </a:cubicBezTo>
                  <a:cubicBezTo>
                    <a:pt x="6539" y="12235"/>
                    <a:pt x="9391" y="12860"/>
                    <a:pt x="12247" y="12860"/>
                  </a:cubicBezTo>
                  <a:cubicBezTo>
                    <a:pt x="15103" y="12860"/>
                    <a:pt x="17964" y="12235"/>
                    <a:pt x="20149" y="10984"/>
                  </a:cubicBezTo>
                  <a:cubicBezTo>
                    <a:pt x="24485" y="8482"/>
                    <a:pt x="24485" y="4379"/>
                    <a:pt x="20149" y="1877"/>
                  </a:cubicBezTo>
                  <a:cubicBezTo>
                    <a:pt x="17964" y="626"/>
                    <a:pt x="15112" y="1"/>
                    <a:pt x="122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4481;p75">
              <a:extLst>
                <a:ext uri="{FF2B5EF4-FFF2-40B4-BE49-F238E27FC236}">
                  <a16:creationId xmlns:a16="http://schemas.microsoft.com/office/drawing/2014/main" id="{FFBBE182-ADC7-E146-65A2-0209D93C5E7C}"/>
                </a:ext>
              </a:extLst>
            </p:cNvPr>
            <p:cNvSpPr/>
            <p:nvPr/>
          </p:nvSpPr>
          <p:spPr>
            <a:xfrm>
              <a:off x="3387600" y="4251825"/>
              <a:ext cx="369450" cy="199325"/>
            </a:xfrm>
            <a:custGeom>
              <a:avLst/>
              <a:gdLst/>
              <a:ahLst/>
              <a:cxnLst/>
              <a:rect l="l" t="t" r="r" b="b"/>
              <a:pathLst>
                <a:path w="14778" h="7973" extrusionOk="0">
                  <a:moveTo>
                    <a:pt x="7372" y="0"/>
                  </a:moveTo>
                  <a:cubicBezTo>
                    <a:pt x="5621" y="0"/>
                    <a:pt x="3870" y="367"/>
                    <a:pt x="2235" y="1101"/>
                  </a:cubicBezTo>
                  <a:cubicBezTo>
                    <a:pt x="801" y="1835"/>
                    <a:pt x="0" y="2869"/>
                    <a:pt x="0" y="4003"/>
                  </a:cubicBezTo>
                  <a:cubicBezTo>
                    <a:pt x="0" y="5104"/>
                    <a:pt x="801" y="6138"/>
                    <a:pt x="2235" y="6872"/>
                  </a:cubicBezTo>
                  <a:cubicBezTo>
                    <a:pt x="3870" y="7606"/>
                    <a:pt x="5621" y="7973"/>
                    <a:pt x="7372" y="7973"/>
                  </a:cubicBezTo>
                  <a:cubicBezTo>
                    <a:pt x="9123" y="7973"/>
                    <a:pt x="10875" y="7606"/>
                    <a:pt x="12509" y="6872"/>
                  </a:cubicBezTo>
                  <a:cubicBezTo>
                    <a:pt x="13977" y="6138"/>
                    <a:pt x="14777" y="5104"/>
                    <a:pt x="14777" y="4003"/>
                  </a:cubicBezTo>
                  <a:cubicBezTo>
                    <a:pt x="14777" y="2869"/>
                    <a:pt x="13977" y="1835"/>
                    <a:pt x="12509" y="1101"/>
                  </a:cubicBezTo>
                  <a:cubicBezTo>
                    <a:pt x="10875" y="367"/>
                    <a:pt x="9123" y="0"/>
                    <a:pt x="737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4482;p75">
              <a:extLst>
                <a:ext uri="{FF2B5EF4-FFF2-40B4-BE49-F238E27FC236}">
                  <a16:creationId xmlns:a16="http://schemas.microsoft.com/office/drawing/2014/main" id="{97ED4EDC-D06C-D1C8-0100-CB55002D7ED1}"/>
                </a:ext>
              </a:extLst>
            </p:cNvPr>
            <p:cNvSpPr/>
            <p:nvPr/>
          </p:nvSpPr>
          <p:spPr>
            <a:xfrm>
              <a:off x="3387600" y="4251825"/>
              <a:ext cx="369450" cy="199325"/>
            </a:xfrm>
            <a:custGeom>
              <a:avLst/>
              <a:gdLst/>
              <a:ahLst/>
              <a:cxnLst/>
              <a:rect l="l" t="t" r="r" b="b"/>
              <a:pathLst>
                <a:path w="14778" h="7973" extrusionOk="0">
                  <a:moveTo>
                    <a:pt x="7372" y="0"/>
                  </a:moveTo>
                  <a:cubicBezTo>
                    <a:pt x="5621" y="0"/>
                    <a:pt x="3870" y="367"/>
                    <a:pt x="2235" y="1101"/>
                  </a:cubicBezTo>
                  <a:cubicBezTo>
                    <a:pt x="801" y="1835"/>
                    <a:pt x="0" y="2869"/>
                    <a:pt x="0" y="4003"/>
                  </a:cubicBezTo>
                  <a:cubicBezTo>
                    <a:pt x="0" y="5104"/>
                    <a:pt x="801" y="6138"/>
                    <a:pt x="2235" y="6872"/>
                  </a:cubicBezTo>
                  <a:cubicBezTo>
                    <a:pt x="3870" y="7606"/>
                    <a:pt x="5621" y="7973"/>
                    <a:pt x="7372" y="7973"/>
                  </a:cubicBezTo>
                  <a:cubicBezTo>
                    <a:pt x="9123" y="7973"/>
                    <a:pt x="10875" y="7606"/>
                    <a:pt x="12509" y="6872"/>
                  </a:cubicBezTo>
                  <a:cubicBezTo>
                    <a:pt x="13977" y="6138"/>
                    <a:pt x="14777" y="5104"/>
                    <a:pt x="14777" y="4003"/>
                  </a:cubicBezTo>
                  <a:cubicBezTo>
                    <a:pt x="14777" y="2869"/>
                    <a:pt x="13977" y="1835"/>
                    <a:pt x="12509" y="1101"/>
                  </a:cubicBezTo>
                  <a:cubicBezTo>
                    <a:pt x="10875" y="367"/>
                    <a:pt x="9123" y="0"/>
                    <a:pt x="73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4483;p75">
              <a:extLst>
                <a:ext uri="{FF2B5EF4-FFF2-40B4-BE49-F238E27FC236}">
                  <a16:creationId xmlns:a16="http://schemas.microsoft.com/office/drawing/2014/main" id="{5C59301B-2BB0-1BD8-48A2-DDCDA053F68F}"/>
                </a:ext>
              </a:extLst>
            </p:cNvPr>
            <p:cNvSpPr/>
            <p:nvPr/>
          </p:nvSpPr>
          <p:spPr>
            <a:xfrm>
              <a:off x="3305875" y="4202625"/>
              <a:ext cx="532900" cy="297725"/>
            </a:xfrm>
            <a:custGeom>
              <a:avLst/>
              <a:gdLst/>
              <a:ahLst/>
              <a:cxnLst/>
              <a:rect l="l" t="t" r="r" b="b"/>
              <a:pathLst>
                <a:path w="21316" h="11909" extrusionOk="0">
                  <a:moveTo>
                    <a:pt x="10658" y="1968"/>
                  </a:moveTo>
                  <a:cubicBezTo>
                    <a:pt x="12409" y="1968"/>
                    <a:pt x="14160" y="2335"/>
                    <a:pt x="15778" y="3069"/>
                  </a:cubicBezTo>
                  <a:cubicBezTo>
                    <a:pt x="17246" y="3803"/>
                    <a:pt x="18046" y="4837"/>
                    <a:pt x="18046" y="5971"/>
                  </a:cubicBezTo>
                  <a:cubicBezTo>
                    <a:pt x="18046" y="7072"/>
                    <a:pt x="17246" y="8106"/>
                    <a:pt x="15778" y="8840"/>
                  </a:cubicBezTo>
                  <a:lnTo>
                    <a:pt x="15811" y="8840"/>
                  </a:lnTo>
                  <a:cubicBezTo>
                    <a:pt x="14177" y="9574"/>
                    <a:pt x="12417" y="9941"/>
                    <a:pt x="10662" y="9941"/>
                  </a:cubicBezTo>
                  <a:cubicBezTo>
                    <a:pt x="8906" y="9941"/>
                    <a:pt x="7155" y="9574"/>
                    <a:pt x="5537" y="8840"/>
                  </a:cubicBezTo>
                  <a:cubicBezTo>
                    <a:pt x="4070" y="8106"/>
                    <a:pt x="3269" y="7072"/>
                    <a:pt x="3269" y="5971"/>
                  </a:cubicBezTo>
                  <a:cubicBezTo>
                    <a:pt x="3269" y="4837"/>
                    <a:pt x="4070" y="3803"/>
                    <a:pt x="5537" y="3069"/>
                  </a:cubicBezTo>
                  <a:cubicBezTo>
                    <a:pt x="7155" y="2335"/>
                    <a:pt x="8906" y="1968"/>
                    <a:pt x="10658" y="1968"/>
                  </a:cubicBezTo>
                  <a:close/>
                  <a:moveTo>
                    <a:pt x="10641" y="0"/>
                  </a:moveTo>
                  <a:cubicBezTo>
                    <a:pt x="7772" y="0"/>
                    <a:pt x="5037" y="634"/>
                    <a:pt x="3002" y="1835"/>
                  </a:cubicBezTo>
                  <a:cubicBezTo>
                    <a:pt x="1068" y="2936"/>
                    <a:pt x="0" y="4403"/>
                    <a:pt x="0" y="5971"/>
                  </a:cubicBezTo>
                  <a:cubicBezTo>
                    <a:pt x="0" y="7506"/>
                    <a:pt x="1068" y="8973"/>
                    <a:pt x="3002" y="10107"/>
                  </a:cubicBezTo>
                  <a:cubicBezTo>
                    <a:pt x="5037" y="11275"/>
                    <a:pt x="7772" y="11909"/>
                    <a:pt x="10641" y="11909"/>
                  </a:cubicBezTo>
                  <a:cubicBezTo>
                    <a:pt x="13543" y="11909"/>
                    <a:pt x="16245" y="11275"/>
                    <a:pt x="18280" y="10107"/>
                  </a:cubicBezTo>
                  <a:cubicBezTo>
                    <a:pt x="20248" y="8973"/>
                    <a:pt x="21315" y="7506"/>
                    <a:pt x="21315" y="5971"/>
                  </a:cubicBezTo>
                  <a:cubicBezTo>
                    <a:pt x="21315" y="4403"/>
                    <a:pt x="20248" y="2936"/>
                    <a:pt x="18313" y="1835"/>
                  </a:cubicBezTo>
                  <a:cubicBezTo>
                    <a:pt x="16278" y="634"/>
                    <a:pt x="13543" y="0"/>
                    <a:pt x="106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4484;p75">
              <a:extLst>
                <a:ext uri="{FF2B5EF4-FFF2-40B4-BE49-F238E27FC236}">
                  <a16:creationId xmlns:a16="http://schemas.microsoft.com/office/drawing/2014/main" id="{9B709EA9-93F2-C73F-EE06-53F27B9D0CBD}"/>
                </a:ext>
              </a:extLst>
            </p:cNvPr>
            <p:cNvSpPr/>
            <p:nvPr/>
          </p:nvSpPr>
          <p:spPr>
            <a:xfrm>
              <a:off x="3380075" y="4261400"/>
              <a:ext cx="384475" cy="180175"/>
            </a:xfrm>
            <a:custGeom>
              <a:avLst/>
              <a:gdLst/>
              <a:ahLst/>
              <a:cxnLst/>
              <a:rect l="l" t="t" r="r" b="b"/>
              <a:pathLst>
                <a:path w="15379" h="7207" extrusionOk="0">
                  <a:moveTo>
                    <a:pt x="7690" y="1"/>
                  </a:moveTo>
                  <a:cubicBezTo>
                    <a:pt x="5897" y="1"/>
                    <a:pt x="4104" y="351"/>
                    <a:pt x="2736" y="1052"/>
                  </a:cubicBezTo>
                  <a:cubicBezTo>
                    <a:pt x="1" y="2453"/>
                    <a:pt x="1" y="4754"/>
                    <a:pt x="2736" y="6155"/>
                  </a:cubicBezTo>
                  <a:cubicBezTo>
                    <a:pt x="4104" y="6856"/>
                    <a:pt x="5897" y="7206"/>
                    <a:pt x="7690" y="7206"/>
                  </a:cubicBezTo>
                  <a:cubicBezTo>
                    <a:pt x="9483" y="7206"/>
                    <a:pt x="11276" y="6856"/>
                    <a:pt x="12643" y="6155"/>
                  </a:cubicBezTo>
                  <a:cubicBezTo>
                    <a:pt x="15379" y="4754"/>
                    <a:pt x="15379" y="2453"/>
                    <a:pt x="12643" y="1052"/>
                  </a:cubicBezTo>
                  <a:cubicBezTo>
                    <a:pt x="11276" y="351"/>
                    <a:pt x="9483" y="1"/>
                    <a:pt x="76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4485;p75">
              <a:extLst>
                <a:ext uri="{FF2B5EF4-FFF2-40B4-BE49-F238E27FC236}">
                  <a16:creationId xmlns:a16="http://schemas.microsoft.com/office/drawing/2014/main" id="{29DC0F9D-6316-C7E0-0371-A7804613CC81}"/>
                </a:ext>
              </a:extLst>
            </p:cNvPr>
            <p:cNvSpPr/>
            <p:nvPr/>
          </p:nvSpPr>
          <p:spPr>
            <a:xfrm>
              <a:off x="3380075" y="4261400"/>
              <a:ext cx="384475" cy="180175"/>
            </a:xfrm>
            <a:custGeom>
              <a:avLst/>
              <a:gdLst/>
              <a:ahLst/>
              <a:cxnLst/>
              <a:rect l="l" t="t" r="r" b="b"/>
              <a:pathLst>
                <a:path w="15379" h="7207" extrusionOk="0">
                  <a:moveTo>
                    <a:pt x="7690" y="1"/>
                  </a:moveTo>
                  <a:cubicBezTo>
                    <a:pt x="5897" y="1"/>
                    <a:pt x="4104" y="351"/>
                    <a:pt x="2736" y="1052"/>
                  </a:cubicBezTo>
                  <a:cubicBezTo>
                    <a:pt x="1" y="2453"/>
                    <a:pt x="1" y="4754"/>
                    <a:pt x="2736" y="6155"/>
                  </a:cubicBezTo>
                  <a:cubicBezTo>
                    <a:pt x="4104" y="6856"/>
                    <a:pt x="5897" y="7206"/>
                    <a:pt x="7690" y="7206"/>
                  </a:cubicBezTo>
                  <a:cubicBezTo>
                    <a:pt x="9483" y="7206"/>
                    <a:pt x="11276" y="6856"/>
                    <a:pt x="12643" y="6155"/>
                  </a:cubicBezTo>
                  <a:cubicBezTo>
                    <a:pt x="15379" y="4754"/>
                    <a:pt x="15379" y="2453"/>
                    <a:pt x="12643" y="1052"/>
                  </a:cubicBezTo>
                  <a:cubicBezTo>
                    <a:pt x="11276" y="351"/>
                    <a:pt x="9483" y="1"/>
                    <a:pt x="769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4486;p75">
              <a:extLst>
                <a:ext uri="{FF2B5EF4-FFF2-40B4-BE49-F238E27FC236}">
                  <a16:creationId xmlns:a16="http://schemas.microsoft.com/office/drawing/2014/main" id="{9D7CB5B4-4293-C181-129C-EAAEA697BBD1}"/>
                </a:ext>
              </a:extLst>
            </p:cNvPr>
            <p:cNvSpPr/>
            <p:nvPr/>
          </p:nvSpPr>
          <p:spPr>
            <a:xfrm>
              <a:off x="3380075" y="4261400"/>
              <a:ext cx="384475" cy="180175"/>
            </a:xfrm>
            <a:custGeom>
              <a:avLst/>
              <a:gdLst/>
              <a:ahLst/>
              <a:cxnLst/>
              <a:rect l="l" t="t" r="r" b="b"/>
              <a:pathLst>
                <a:path w="15379" h="7207" extrusionOk="0">
                  <a:moveTo>
                    <a:pt x="7690" y="1"/>
                  </a:moveTo>
                  <a:cubicBezTo>
                    <a:pt x="5897" y="1"/>
                    <a:pt x="4104" y="351"/>
                    <a:pt x="2736" y="1052"/>
                  </a:cubicBezTo>
                  <a:cubicBezTo>
                    <a:pt x="1" y="2453"/>
                    <a:pt x="1" y="4754"/>
                    <a:pt x="2736" y="6155"/>
                  </a:cubicBezTo>
                  <a:cubicBezTo>
                    <a:pt x="4104" y="6856"/>
                    <a:pt x="5897" y="7206"/>
                    <a:pt x="7690" y="7206"/>
                  </a:cubicBezTo>
                  <a:cubicBezTo>
                    <a:pt x="9483" y="7206"/>
                    <a:pt x="11276" y="6856"/>
                    <a:pt x="12643" y="6155"/>
                  </a:cubicBezTo>
                  <a:cubicBezTo>
                    <a:pt x="15379" y="4754"/>
                    <a:pt x="15379" y="2453"/>
                    <a:pt x="12643" y="1052"/>
                  </a:cubicBezTo>
                  <a:cubicBezTo>
                    <a:pt x="11276" y="351"/>
                    <a:pt x="9483" y="1"/>
                    <a:pt x="76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4487;p75">
              <a:extLst>
                <a:ext uri="{FF2B5EF4-FFF2-40B4-BE49-F238E27FC236}">
                  <a16:creationId xmlns:a16="http://schemas.microsoft.com/office/drawing/2014/main" id="{6DDBC82F-5500-DEC7-5EC4-1E282C19E29D}"/>
                </a:ext>
              </a:extLst>
            </p:cNvPr>
            <p:cNvSpPr/>
            <p:nvPr/>
          </p:nvSpPr>
          <p:spPr>
            <a:xfrm>
              <a:off x="3398425" y="4285600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6" y="0"/>
                  </a:moveTo>
                  <a:cubicBezTo>
                    <a:pt x="5163" y="0"/>
                    <a:pt x="3370" y="350"/>
                    <a:pt x="2002" y="1051"/>
                  </a:cubicBezTo>
                  <a:cubicBezTo>
                    <a:pt x="868" y="1618"/>
                    <a:pt x="201" y="2352"/>
                    <a:pt x="1" y="3119"/>
                  </a:cubicBezTo>
                  <a:cubicBezTo>
                    <a:pt x="201" y="3886"/>
                    <a:pt x="868" y="4620"/>
                    <a:pt x="2002" y="5221"/>
                  </a:cubicBezTo>
                  <a:cubicBezTo>
                    <a:pt x="3370" y="5921"/>
                    <a:pt x="5163" y="6271"/>
                    <a:pt x="6956" y="6271"/>
                  </a:cubicBezTo>
                  <a:cubicBezTo>
                    <a:pt x="8749" y="6271"/>
                    <a:pt x="10542" y="5921"/>
                    <a:pt x="11909" y="5221"/>
                  </a:cubicBezTo>
                  <a:cubicBezTo>
                    <a:pt x="13043" y="4620"/>
                    <a:pt x="13711" y="3886"/>
                    <a:pt x="13911" y="3119"/>
                  </a:cubicBezTo>
                  <a:cubicBezTo>
                    <a:pt x="13711" y="2352"/>
                    <a:pt x="13043" y="1618"/>
                    <a:pt x="11909" y="1051"/>
                  </a:cubicBezTo>
                  <a:cubicBezTo>
                    <a:pt x="10542" y="350"/>
                    <a:pt x="8749" y="0"/>
                    <a:pt x="695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4488;p75">
              <a:extLst>
                <a:ext uri="{FF2B5EF4-FFF2-40B4-BE49-F238E27FC236}">
                  <a16:creationId xmlns:a16="http://schemas.microsoft.com/office/drawing/2014/main" id="{DC08EE64-DE18-99B4-7F93-060C26974188}"/>
                </a:ext>
              </a:extLst>
            </p:cNvPr>
            <p:cNvSpPr/>
            <p:nvPr/>
          </p:nvSpPr>
          <p:spPr>
            <a:xfrm>
              <a:off x="3398425" y="4285600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6" y="0"/>
                  </a:moveTo>
                  <a:cubicBezTo>
                    <a:pt x="5163" y="0"/>
                    <a:pt x="3370" y="350"/>
                    <a:pt x="2002" y="1051"/>
                  </a:cubicBezTo>
                  <a:cubicBezTo>
                    <a:pt x="868" y="1618"/>
                    <a:pt x="201" y="2352"/>
                    <a:pt x="1" y="3119"/>
                  </a:cubicBezTo>
                  <a:cubicBezTo>
                    <a:pt x="201" y="3886"/>
                    <a:pt x="868" y="4620"/>
                    <a:pt x="2002" y="5221"/>
                  </a:cubicBezTo>
                  <a:cubicBezTo>
                    <a:pt x="3370" y="5921"/>
                    <a:pt x="5163" y="6271"/>
                    <a:pt x="6956" y="6271"/>
                  </a:cubicBezTo>
                  <a:cubicBezTo>
                    <a:pt x="8749" y="6271"/>
                    <a:pt x="10542" y="5921"/>
                    <a:pt x="11909" y="5221"/>
                  </a:cubicBezTo>
                  <a:cubicBezTo>
                    <a:pt x="13043" y="4620"/>
                    <a:pt x="13711" y="3886"/>
                    <a:pt x="13911" y="3119"/>
                  </a:cubicBezTo>
                  <a:cubicBezTo>
                    <a:pt x="13711" y="2352"/>
                    <a:pt x="13043" y="1618"/>
                    <a:pt x="11909" y="1051"/>
                  </a:cubicBezTo>
                  <a:cubicBezTo>
                    <a:pt x="10542" y="350"/>
                    <a:pt x="8749" y="0"/>
                    <a:pt x="69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4489;p75">
              <a:extLst>
                <a:ext uri="{FF2B5EF4-FFF2-40B4-BE49-F238E27FC236}">
                  <a16:creationId xmlns:a16="http://schemas.microsoft.com/office/drawing/2014/main" id="{0E9E5C97-9978-65E6-400F-AFD1D57EE5BA}"/>
                </a:ext>
              </a:extLst>
            </p:cNvPr>
            <p:cNvSpPr/>
            <p:nvPr/>
          </p:nvSpPr>
          <p:spPr>
            <a:xfrm>
              <a:off x="3563550" y="4289350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1" y="0"/>
                  </a:moveTo>
                  <a:lnTo>
                    <a:pt x="0" y="1001"/>
                  </a:lnTo>
                  <a:lnTo>
                    <a:pt x="0" y="2068"/>
                  </a:lnTo>
                  <a:lnTo>
                    <a:pt x="668" y="1401"/>
                  </a:lnTo>
                  <a:lnTo>
                    <a:pt x="1001" y="1034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4490;p75">
              <a:extLst>
                <a:ext uri="{FF2B5EF4-FFF2-40B4-BE49-F238E27FC236}">
                  <a16:creationId xmlns:a16="http://schemas.microsoft.com/office/drawing/2014/main" id="{29A45C9B-742A-0763-B4A2-5A503779123F}"/>
                </a:ext>
              </a:extLst>
            </p:cNvPr>
            <p:cNvSpPr/>
            <p:nvPr/>
          </p:nvSpPr>
          <p:spPr>
            <a:xfrm>
              <a:off x="3563550" y="4289350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1" y="0"/>
                  </a:moveTo>
                  <a:lnTo>
                    <a:pt x="0" y="1001"/>
                  </a:lnTo>
                  <a:lnTo>
                    <a:pt x="0" y="2068"/>
                  </a:lnTo>
                  <a:lnTo>
                    <a:pt x="668" y="1401"/>
                  </a:lnTo>
                  <a:lnTo>
                    <a:pt x="1001" y="1034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4491;p75">
              <a:extLst>
                <a:ext uri="{FF2B5EF4-FFF2-40B4-BE49-F238E27FC236}">
                  <a16:creationId xmlns:a16="http://schemas.microsoft.com/office/drawing/2014/main" id="{D68068C7-645B-98D9-E9AA-8E7C5BDA4962}"/>
                </a:ext>
              </a:extLst>
            </p:cNvPr>
            <p:cNvSpPr/>
            <p:nvPr/>
          </p:nvSpPr>
          <p:spPr>
            <a:xfrm>
              <a:off x="3516025" y="4311875"/>
              <a:ext cx="47550" cy="24825"/>
            </a:xfrm>
            <a:custGeom>
              <a:avLst/>
              <a:gdLst/>
              <a:ahLst/>
              <a:cxnLst/>
              <a:rect l="l" t="t" r="r" b="b"/>
              <a:pathLst>
                <a:path w="1902" h="993" extrusionOk="0">
                  <a:moveTo>
                    <a:pt x="1333" y="0"/>
                  </a:moveTo>
                  <a:cubicBezTo>
                    <a:pt x="1032" y="0"/>
                    <a:pt x="731" y="84"/>
                    <a:pt x="467" y="267"/>
                  </a:cubicBezTo>
                  <a:cubicBezTo>
                    <a:pt x="0" y="534"/>
                    <a:pt x="33" y="734"/>
                    <a:pt x="300" y="901"/>
                  </a:cubicBezTo>
                  <a:cubicBezTo>
                    <a:pt x="367" y="934"/>
                    <a:pt x="434" y="967"/>
                    <a:pt x="500" y="967"/>
                  </a:cubicBezTo>
                  <a:cubicBezTo>
                    <a:pt x="567" y="984"/>
                    <a:pt x="634" y="992"/>
                    <a:pt x="701" y="992"/>
                  </a:cubicBezTo>
                  <a:cubicBezTo>
                    <a:pt x="767" y="992"/>
                    <a:pt x="834" y="984"/>
                    <a:pt x="901" y="967"/>
                  </a:cubicBezTo>
                  <a:cubicBezTo>
                    <a:pt x="1234" y="901"/>
                    <a:pt x="1601" y="801"/>
                    <a:pt x="1901" y="700"/>
                  </a:cubicBezTo>
                  <a:lnTo>
                    <a:pt x="1901" y="100"/>
                  </a:lnTo>
                  <a:cubicBezTo>
                    <a:pt x="1719" y="35"/>
                    <a:pt x="1526" y="0"/>
                    <a:pt x="133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4492;p75">
              <a:extLst>
                <a:ext uri="{FF2B5EF4-FFF2-40B4-BE49-F238E27FC236}">
                  <a16:creationId xmlns:a16="http://schemas.microsoft.com/office/drawing/2014/main" id="{DD997EE6-0E99-2819-0763-AF80C28F78CE}"/>
                </a:ext>
              </a:extLst>
            </p:cNvPr>
            <p:cNvSpPr/>
            <p:nvPr/>
          </p:nvSpPr>
          <p:spPr>
            <a:xfrm>
              <a:off x="3516025" y="4311875"/>
              <a:ext cx="47550" cy="24825"/>
            </a:xfrm>
            <a:custGeom>
              <a:avLst/>
              <a:gdLst/>
              <a:ahLst/>
              <a:cxnLst/>
              <a:rect l="l" t="t" r="r" b="b"/>
              <a:pathLst>
                <a:path w="1902" h="993" extrusionOk="0">
                  <a:moveTo>
                    <a:pt x="1333" y="0"/>
                  </a:moveTo>
                  <a:cubicBezTo>
                    <a:pt x="1032" y="0"/>
                    <a:pt x="731" y="84"/>
                    <a:pt x="467" y="267"/>
                  </a:cubicBezTo>
                  <a:cubicBezTo>
                    <a:pt x="0" y="534"/>
                    <a:pt x="33" y="734"/>
                    <a:pt x="300" y="901"/>
                  </a:cubicBezTo>
                  <a:cubicBezTo>
                    <a:pt x="367" y="934"/>
                    <a:pt x="434" y="967"/>
                    <a:pt x="500" y="967"/>
                  </a:cubicBezTo>
                  <a:cubicBezTo>
                    <a:pt x="567" y="984"/>
                    <a:pt x="634" y="992"/>
                    <a:pt x="701" y="992"/>
                  </a:cubicBezTo>
                  <a:cubicBezTo>
                    <a:pt x="767" y="992"/>
                    <a:pt x="834" y="984"/>
                    <a:pt x="901" y="967"/>
                  </a:cubicBezTo>
                  <a:cubicBezTo>
                    <a:pt x="1234" y="901"/>
                    <a:pt x="1601" y="801"/>
                    <a:pt x="1901" y="700"/>
                  </a:cubicBezTo>
                  <a:lnTo>
                    <a:pt x="1901" y="100"/>
                  </a:lnTo>
                  <a:cubicBezTo>
                    <a:pt x="1719" y="35"/>
                    <a:pt x="1526" y="0"/>
                    <a:pt x="13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4493;p75">
              <a:extLst>
                <a:ext uri="{FF2B5EF4-FFF2-40B4-BE49-F238E27FC236}">
                  <a16:creationId xmlns:a16="http://schemas.microsoft.com/office/drawing/2014/main" id="{877EA6DC-41C9-7A0A-F7D3-505920A06463}"/>
                </a:ext>
              </a:extLst>
            </p:cNvPr>
            <p:cNvSpPr/>
            <p:nvPr/>
          </p:nvSpPr>
          <p:spPr>
            <a:xfrm>
              <a:off x="3464300" y="4297675"/>
              <a:ext cx="216025" cy="128450"/>
            </a:xfrm>
            <a:custGeom>
              <a:avLst/>
              <a:gdLst/>
              <a:ahLst/>
              <a:cxnLst/>
              <a:rect l="l" t="t" r="r" b="b"/>
              <a:pathLst>
                <a:path w="8641" h="5138" extrusionOk="0">
                  <a:moveTo>
                    <a:pt x="1" y="1"/>
                  </a:moveTo>
                  <a:lnTo>
                    <a:pt x="1" y="902"/>
                  </a:lnTo>
                  <a:lnTo>
                    <a:pt x="301" y="1068"/>
                  </a:lnTo>
                  <a:lnTo>
                    <a:pt x="275" y="1214"/>
                  </a:lnTo>
                  <a:lnTo>
                    <a:pt x="275" y="1214"/>
                  </a:lnTo>
                  <a:cubicBezTo>
                    <a:pt x="361" y="913"/>
                    <a:pt x="565" y="663"/>
                    <a:pt x="835" y="501"/>
                  </a:cubicBezTo>
                  <a:lnTo>
                    <a:pt x="1" y="1"/>
                  </a:lnTo>
                  <a:close/>
                  <a:moveTo>
                    <a:pt x="275" y="1214"/>
                  </a:moveTo>
                  <a:cubicBezTo>
                    <a:pt x="254" y="1285"/>
                    <a:pt x="241" y="1359"/>
                    <a:pt x="234" y="1435"/>
                  </a:cubicBezTo>
                  <a:lnTo>
                    <a:pt x="275" y="1214"/>
                  </a:lnTo>
                  <a:close/>
                  <a:moveTo>
                    <a:pt x="234" y="1435"/>
                  </a:moveTo>
                  <a:lnTo>
                    <a:pt x="234" y="2303"/>
                  </a:lnTo>
                  <a:cubicBezTo>
                    <a:pt x="201" y="2636"/>
                    <a:pt x="468" y="2970"/>
                    <a:pt x="968" y="3237"/>
                  </a:cubicBezTo>
                  <a:cubicBezTo>
                    <a:pt x="1445" y="3518"/>
                    <a:pt x="1993" y="3659"/>
                    <a:pt x="2556" y="3659"/>
                  </a:cubicBezTo>
                  <a:cubicBezTo>
                    <a:pt x="2859" y="3659"/>
                    <a:pt x="3167" y="3619"/>
                    <a:pt x="3470" y="3537"/>
                  </a:cubicBezTo>
                  <a:lnTo>
                    <a:pt x="3970" y="3403"/>
                  </a:lnTo>
                  <a:lnTo>
                    <a:pt x="3970" y="3403"/>
                  </a:lnTo>
                  <a:lnTo>
                    <a:pt x="4538" y="2836"/>
                  </a:lnTo>
                  <a:cubicBezTo>
                    <a:pt x="4752" y="2922"/>
                    <a:pt x="4985" y="2965"/>
                    <a:pt x="5218" y="2965"/>
                  </a:cubicBezTo>
                  <a:cubicBezTo>
                    <a:pt x="5528" y="2965"/>
                    <a:pt x="5838" y="2889"/>
                    <a:pt x="6105" y="2736"/>
                  </a:cubicBezTo>
                  <a:cubicBezTo>
                    <a:pt x="6472" y="2536"/>
                    <a:pt x="6572" y="2303"/>
                    <a:pt x="6272" y="2102"/>
                  </a:cubicBezTo>
                  <a:cubicBezTo>
                    <a:pt x="6132" y="2023"/>
                    <a:pt x="5980" y="1991"/>
                    <a:pt x="5816" y="1991"/>
                  </a:cubicBezTo>
                  <a:cubicBezTo>
                    <a:pt x="5356" y="1991"/>
                    <a:pt x="4801" y="2248"/>
                    <a:pt x="4137" y="2469"/>
                  </a:cubicBezTo>
                  <a:cubicBezTo>
                    <a:pt x="3602" y="2630"/>
                    <a:pt x="3039" y="2771"/>
                    <a:pt x="2467" y="2771"/>
                  </a:cubicBezTo>
                  <a:cubicBezTo>
                    <a:pt x="1969" y="2771"/>
                    <a:pt x="1465" y="2664"/>
                    <a:pt x="968" y="2369"/>
                  </a:cubicBezTo>
                  <a:cubicBezTo>
                    <a:pt x="468" y="2069"/>
                    <a:pt x="234" y="1769"/>
                    <a:pt x="234" y="1435"/>
                  </a:cubicBezTo>
                  <a:close/>
                  <a:moveTo>
                    <a:pt x="8640" y="3603"/>
                  </a:moveTo>
                  <a:lnTo>
                    <a:pt x="7506" y="4237"/>
                  </a:lnTo>
                  <a:lnTo>
                    <a:pt x="6672" y="3737"/>
                  </a:lnTo>
                  <a:cubicBezTo>
                    <a:pt x="6117" y="4014"/>
                    <a:pt x="5498" y="4148"/>
                    <a:pt x="4881" y="4148"/>
                  </a:cubicBezTo>
                  <a:cubicBezTo>
                    <a:pt x="4609" y="4148"/>
                    <a:pt x="4336" y="4122"/>
                    <a:pt x="4071" y="4070"/>
                  </a:cubicBezTo>
                  <a:cubicBezTo>
                    <a:pt x="3837" y="4037"/>
                    <a:pt x="3670" y="3970"/>
                    <a:pt x="3470" y="3904"/>
                  </a:cubicBezTo>
                  <a:lnTo>
                    <a:pt x="3470" y="4804"/>
                  </a:lnTo>
                  <a:cubicBezTo>
                    <a:pt x="3915" y="4962"/>
                    <a:pt x="4385" y="5040"/>
                    <a:pt x="4855" y="5040"/>
                  </a:cubicBezTo>
                  <a:cubicBezTo>
                    <a:pt x="5478" y="5040"/>
                    <a:pt x="6102" y="4904"/>
                    <a:pt x="6672" y="4638"/>
                  </a:cubicBezTo>
                  <a:lnTo>
                    <a:pt x="7506" y="5138"/>
                  </a:lnTo>
                  <a:lnTo>
                    <a:pt x="8640" y="4471"/>
                  </a:lnTo>
                  <a:lnTo>
                    <a:pt x="8640" y="3603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4494;p75">
              <a:extLst>
                <a:ext uri="{FF2B5EF4-FFF2-40B4-BE49-F238E27FC236}">
                  <a16:creationId xmlns:a16="http://schemas.microsoft.com/office/drawing/2014/main" id="{D13EED08-6328-A3AD-5F9E-ED08B1DC32F3}"/>
                </a:ext>
              </a:extLst>
            </p:cNvPr>
            <p:cNvSpPr/>
            <p:nvPr/>
          </p:nvSpPr>
          <p:spPr>
            <a:xfrm>
              <a:off x="3469325" y="4333550"/>
              <a:ext cx="211000" cy="92575"/>
            </a:xfrm>
            <a:custGeom>
              <a:avLst/>
              <a:gdLst/>
              <a:ahLst/>
              <a:cxnLst/>
              <a:rect l="l" t="t" r="r" b="b"/>
              <a:pathLst>
                <a:path w="8440" h="3703" extrusionOk="0">
                  <a:moveTo>
                    <a:pt x="0" y="0"/>
                  </a:moveTo>
                  <a:lnTo>
                    <a:pt x="0" y="868"/>
                  </a:lnTo>
                  <a:cubicBezTo>
                    <a:pt x="0" y="1201"/>
                    <a:pt x="234" y="1535"/>
                    <a:pt x="767" y="1802"/>
                  </a:cubicBezTo>
                  <a:cubicBezTo>
                    <a:pt x="1244" y="2083"/>
                    <a:pt x="1792" y="2224"/>
                    <a:pt x="2355" y="2224"/>
                  </a:cubicBezTo>
                  <a:cubicBezTo>
                    <a:pt x="2658" y="2224"/>
                    <a:pt x="2966" y="2184"/>
                    <a:pt x="3269" y="2102"/>
                  </a:cubicBezTo>
                  <a:lnTo>
                    <a:pt x="3769" y="1968"/>
                  </a:lnTo>
                  <a:lnTo>
                    <a:pt x="3769" y="1968"/>
                  </a:lnTo>
                  <a:lnTo>
                    <a:pt x="4337" y="1401"/>
                  </a:lnTo>
                  <a:cubicBezTo>
                    <a:pt x="4551" y="1487"/>
                    <a:pt x="4778" y="1530"/>
                    <a:pt x="5006" y="1530"/>
                  </a:cubicBezTo>
                  <a:cubicBezTo>
                    <a:pt x="5311" y="1530"/>
                    <a:pt x="5618" y="1454"/>
                    <a:pt x="5904" y="1301"/>
                  </a:cubicBezTo>
                  <a:cubicBezTo>
                    <a:pt x="6271" y="1101"/>
                    <a:pt x="6371" y="868"/>
                    <a:pt x="6038" y="667"/>
                  </a:cubicBezTo>
                  <a:cubicBezTo>
                    <a:pt x="5897" y="588"/>
                    <a:pt x="5748" y="556"/>
                    <a:pt x="5586" y="556"/>
                  </a:cubicBezTo>
                  <a:cubicBezTo>
                    <a:pt x="5135" y="556"/>
                    <a:pt x="4591" y="813"/>
                    <a:pt x="3903" y="1034"/>
                  </a:cubicBezTo>
                  <a:cubicBezTo>
                    <a:pt x="3386" y="1195"/>
                    <a:pt x="2830" y="1336"/>
                    <a:pt x="2257" y="1336"/>
                  </a:cubicBezTo>
                  <a:cubicBezTo>
                    <a:pt x="1758" y="1336"/>
                    <a:pt x="1246" y="1229"/>
                    <a:pt x="734" y="934"/>
                  </a:cubicBezTo>
                  <a:cubicBezTo>
                    <a:pt x="267" y="634"/>
                    <a:pt x="0" y="334"/>
                    <a:pt x="0" y="0"/>
                  </a:cubicBezTo>
                  <a:close/>
                  <a:moveTo>
                    <a:pt x="8439" y="2135"/>
                  </a:moveTo>
                  <a:lnTo>
                    <a:pt x="7305" y="2802"/>
                  </a:lnTo>
                  <a:lnTo>
                    <a:pt x="6471" y="2302"/>
                  </a:lnTo>
                  <a:cubicBezTo>
                    <a:pt x="5893" y="2579"/>
                    <a:pt x="5283" y="2713"/>
                    <a:pt x="4663" y="2713"/>
                  </a:cubicBezTo>
                  <a:cubicBezTo>
                    <a:pt x="4389" y="2713"/>
                    <a:pt x="4112" y="2687"/>
                    <a:pt x="3836" y="2635"/>
                  </a:cubicBezTo>
                  <a:cubicBezTo>
                    <a:pt x="3636" y="2602"/>
                    <a:pt x="3436" y="2535"/>
                    <a:pt x="3269" y="2469"/>
                  </a:cubicBezTo>
                  <a:lnTo>
                    <a:pt x="3269" y="3336"/>
                  </a:lnTo>
                  <a:cubicBezTo>
                    <a:pt x="3727" y="3513"/>
                    <a:pt x="4211" y="3599"/>
                    <a:pt x="4694" y="3599"/>
                  </a:cubicBezTo>
                  <a:cubicBezTo>
                    <a:pt x="5304" y="3599"/>
                    <a:pt x="5914" y="3463"/>
                    <a:pt x="6471" y="3203"/>
                  </a:cubicBezTo>
                  <a:lnTo>
                    <a:pt x="7305" y="3703"/>
                  </a:lnTo>
                  <a:lnTo>
                    <a:pt x="8439" y="3036"/>
                  </a:lnTo>
                  <a:lnTo>
                    <a:pt x="8439" y="21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4495;p75">
              <a:extLst>
                <a:ext uri="{FF2B5EF4-FFF2-40B4-BE49-F238E27FC236}">
                  <a16:creationId xmlns:a16="http://schemas.microsoft.com/office/drawing/2014/main" id="{BF5B0988-9722-4117-12F6-F210FE80878A}"/>
                </a:ext>
              </a:extLst>
            </p:cNvPr>
            <p:cNvSpPr/>
            <p:nvPr/>
          </p:nvSpPr>
          <p:spPr>
            <a:xfrm>
              <a:off x="3464300" y="4297675"/>
              <a:ext cx="20875" cy="26725"/>
            </a:xfrm>
            <a:custGeom>
              <a:avLst/>
              <a:gdLst/>
              <a:ahLst/>
              <a:cxnLst/>
              <a:rect l="l" t="t" r="r" b="b"/>
              <a:pathLst>
                <a:path w="835" h="1069" extrusionOk="0">
                  <a:moveTo>
                    <a:pt x="1" y="1"/>
                  </a:moveTo>
                  <a:lnTo>
                    <a:pt x="1" y="902"/>
                  </a:lnTo>
                  <a:lnTo>
                    <a:pt x="301" y="1068"/>
                  </a:lnTo>
                  <a:cubicBezTo>
                    <a:pt x="435" y="835"/>
                    <a:pt x="601" y="635"/>
                    <a:pt x="835" y="5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4496;p75">
              <a:extLst>
                <a:ext uri="{FF2B5EF4-FFF2-40B4-BE49-F238E27FC236}">
                  <a16:creationId xmlns:a16="http://schemas.microsoft.com/office/drawing/2014/main" id="{A05199BD-AAED-65A7-2CD8-A186AB6D33D9}"/>
                </a:ext>
              </a:extLst>
            </p:cNvPr>
            <p:cNvSpPr/>
            <p:nvPr/>
          </p:nvSpPr>
          <p:spPr>
            <a:xfrm>
              <a:off x="3659450" y="4354400"/>
              <a:ext cx="15875" cy="29200"/>
            </a:xfrm>
            <a:custGeom>
              <a:avLst/>
              <a:gdLst/>
              <a:ahLst/>
              <a:cxnLst/>
              <a:rect l="l" t="t" r="r" b="b"/>
              <a:pathLst>
                <a:path w="635" h="1168" extrusionOk="0">
                  <a:moveTo>
                    <a:pt x="634" y="0"/>
                  </a:moveTo>
                  <a:cubicBezTo>
                    <a:pt x="568" y="367"/>
                    <a:pt x="334" y="701"/>
                    <a:pt x="1" y="834"/>
                  </a:cubicBezTo>
                  <a:lnTo>
                    <a:pt x="568" y="1168"/>
                  </a:lnTo>
                  <a:cubicBezTo>
                    <a:pt x="601" y="1034"/>
                    <a:pt x="634" y="901"/>
                    <a:pt x="634" y="734"/>
                  </a:cubicBezTo>
                  <a:cubicBezTo>
                    <a:pt x="634" y="734"/>
                    <a:pt x="634" y="234"/>
                    <a:pt x="6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4497;p75">
              <a:extLst>
                <a:ext uri="{FF2B5EF4-FFF2-40B4-BE49-F238E27FC236}">
                  <a16:creationId xmlns:a16="http://schemas.microsoft.com/office/drawing/2014/main" id="{DCE9F616-58A4-7DF7-D9F5-A607FE3380DE}"/>
                </a:ext>
              </a:extLst>
            </p:cNvPr>
            <p:cNvSpPr/>
            <p:nvPr/>
          </p:nvSpPr>
          <p:spPr>
            <a:xfrm>
              <a:off x="3659450" y="4354400"/>
              <a:ext cx="15875" cy="29200"/>
            </a:xfrm>
            <a:custGeom>
              <a:avLst/>
              <a:gdLst/>
              <a:ahLst/>
              <a:cxnLst/>
              <a:rect l="l" t="t" r="r" b="b"/>
              <a:pathLst>
                <a:path w="635" h="1168" extrusionOk="0">
                  <a:moveTo>
                    <a:pt x="634" y="0"/>
                  </a:moveTo>
                  <a:cubicBezTo>
                    <a:pt x="568" y="367"/>
                    <a:pt x="334" y="701"/>
                    <a:pt x="1" y="834"/>
                  </a:cubicBezTo>
                  <a:lnTo>
                    <a:pt x="568" y="1168"/>
                  </a:lnTo>
                  <a:cubicBezTo>
                    <a:pt x="601" y="1034"/>
                    <a:pt x="634" y="901"/>
                    <a:pt x="634" y="734"/>
                  </a:cubicBezTo>
                  <a:cubicBezTo>
                    <a:pt x="634" y="734"/>
                    <a:pt x="634" y="234"/>
                    <a:pt x="6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4498;p75">
              <a:extLst>
                <a:ext uri="{FF2B5EF4-FFF2-40B4-BE49-F238E27FC236}">
                  <a16:creationId xmlns:a16="http://schemas.microsoft.com/office/drawing/2014/main" id="{01E329B8-5BBE-FC62-2A5F-BBF2D08CDE9C}"/>
                </a:ext>
              </a:extLst>
            </p:cNvPr>
            <p:cNvSpPr/>
            <p:nvPr/>
          </p:nvSpPr>
          <p:spPr>
            <a:xfrm>
              <a:off x="3464300" y="4281000"/>
              <a:ext cx="216025" cy="121775"/>
            </a:xfrm>
            <a:custGeom>
              <a:avLst/>
              <a:gdLst/>
              <a:ahLst/>
              <a:cxnLst/>
              <a:rect l="l" t="t" r="r" b="b"/>
              <a:pathLst>
                <a:path w="8641" h="4871" extrusionOk="0">
                  <a:moveTo>
                    <a:pt x="1135" y="1"/>
                  </a:moveTo>
                  <a:lnTo>
                    <a:pt x="1" y="668"/>
                  </a:lnTo>
                  <a:lnTo>
                    <a:pt x="835" y="1135"/>
                  </a:lnTo>
                  <a:cubicBezTo>
                    <a:pt x="468" y="1335"/>
                    <a:pt x="268" y="1702"/>
                    <a:pt x="201" y="2102"/>
                  </a:cubicBezTo>
                  <a:cubicBezTo>
                    <a:pt x="201" y="2402"/>
                    <a:pt x="468" y="2736"/>
                    <a:pt x="935" y="3003"/>
                  </a:cubicBezTo>
                  <a:cubicBezTo>
                    <a:pt x="1457" y="3304"/>
                    <a:pt x="1980" y="3417"/>
                    <a:pt x="2488" y="3417"/>
                  </a:cubicBezTo>
                  <a:cubicBezTo>
                    <a:pt x="3051" y="3417"/>
                    <a:pt x="3596" y="3278"/>
                    <a:pt x="4104" y="3103"/>
                  </a:cubicBezTo>
                  <a:cubicBezTo>
                    <a:pt x="4779" y="2886"/>
                    <a:pt x="5314" y="2652"/>
                    <a:pt x="5761" y="2652"/>
                  </a:cubicBezTo>
                  <a:cubicBezTo>
                    <a:pt x="5932" y="2652"/>
                    <a:pt x="6091" y="2686"/>
                    <a:pt x="6239" y="2769"/>
                  </a:cubicBezTo>
                  <a:cubicBezTo>
                    <a:pt x="6572" y="2970"/>
                    <a:pt x="6472" y="3170"/>
                    <a:pt x="6105" y="3403"/>
                  </a:cubicBezTo>
                  <a:cubicBezTo>
                    <a:pt x="5819" y="3556"/>
                    <a:pt x="5512" y="3632"/>
                    <a:pt x="5207" y="3632"/>
                  </a:cubicBezTo>
                  <a:cubicBezTo>
                    <a:pt x="4979" y="3632"/>
                    <a:pt x="4752" y="3589"/>
                    <a:pt x="4538" y="3503"/>
                  </a:cubicBezTo>
                  <a:lnTo>
                    <a:pt x="3470" y="4537"/>
                  </a:lnTo>
                  <a:cubicBezTo>
                    <a:pt x="3637" y="4604"/>
                    <a:pt x="3837" y="4671"/>
                    <a:pt x="4037" y="4737"/>
                  </a:cubicBezTo>
                  <a:cubicBezTo>
                    <a:pt x="4371" y="4804"/>
                    <a:pt x="4738" y="4804"/>
                    <a:pt x="5071" y="4804"/>
                  </a:cubicBezTo>
                  <a:cubicBezTo>
                    <a:pt x="5638" y="4771"/>
                    <a:pt x="6172" y="4637"/>
                    <a:pt x="6672" y="4404"/>
                  </a:cubicBezTo>
                  <a:lnTo>
                    <a:pt x="7506" y="4871"/>
                  </a:lnTo>
                  <a:lnTo>
                    <a:pt x="8640" y="4237"/>
                  </a:lnTo>
                  <a:lnTo>
                    <a:pt x="8440" y="4137"/>
                  </a:lnTo>
                  <a:lnTo>
                    <a:pt x="7807" y="3770"/>
                  </a:lnTo>
                  <a:cubicBezTo>
                    <a:pt x="8207" y="3603"/>
                    <a:pt x="8440" y="3203"/>
                    <a:pt x="8440" y="2803"/>
                  </a:cubicBezTo>
                  <a:cubicBezTo>
                    <a:pt x="8440" y="2769"/>
                    <a:pt x="8440" y="2736"/>
                    <a:pt x="8440" y="2703"/>
                  </a:cubicBezTo>
                  <a:cubicBezTo>
                    <a:pt x="8440" y="2402"/>
                    <a:pt x="8207" y="2102"/>
                    <a:pt x="7740" y="1835"/>
                  </a:cubicBezTo>
                  <a:cubicBezTo>
                    <a:pt x="7273" y="1569"/>
                    <a:pt x="6772" y="1435"/>
                    <a:pt x="6239" y="1435"/>
                  </a:cubicBezTo>
                  <a:lnTo>
                    <a:pt x="5672" y="1435"/>
                  </a:lnTo>
                  <a:cubicBezTo>
                    <a:pt x="5438" y="1468"/>
                    <a:pt x="5205" y="1535"/>
                    <a:pt x="4971" y="1602"/>
                  </a:cubicBezTo>
                  <a:lnTo>
                    <a:pt x="4604" y="1702"/>
                  </a:lnTo>
                  <a:lnTo>
                    <a:pt x="4137" y="1835"/>
                  </a:lnTo>
                  <a:lnTo>
                    <a:pt x="3970" y="1902"/>
                  </a:lnTo>
                  <a:cubicBezTo>
                    <a:pt x="3637" y="2036"/>
                    <a:pt x="3303" y="2136"/>
                    <a:pt x="2970" y="2202"/>
                  </a:cubicBezTo>
                  <a:cubicBezTo>
                    <a:pt x="2903" y="2219"/>
                    <a:pt x="2836" y="2227"/>
                    <a:pt x="2770" y="2227"/>
                  </a:cubicBezTo>
                  <a:cubicBezTo>
                    <a:pt x="2703" y="2227"/>
                    <a:pt x="2636" y="2219"/>
                    <a:pt x="2569" y="2202"/>
                  </a:cubicBezTo>
                  <a:cubicBezTo>
                    <a:pt x="2469" y="2169"/>
                    <a:pt x="2403" y="2136"/>
                    <a:pt x="2369" y="2102"/>
                  </a:cubicBezTo>
                  <a:cubicBezTo>
                    <a:pt x="2102" y="1969"/>
                    <a:pt x="2069" y="1735"/>
                    <a:pt x="2536" y="1468"/>
                  </a:cubicBezTo>
                  <a:cubicBezTo>
                    <a:pt x="2799" y="1307"/>
                    <a:pt x="3098" y="1219"/>
                    <a:pt x="3397" y="1219"/>
                  </a:cubicBezTo>
                  <a:cubicBezTo>
                    <a:pt x="3592" y="1219"/>
                    <a:pt x="3786" y="1256"/>
                    <a:pt x="3970" y="1335"/>
                  </a:cubicBezTo>
                  <a:lnTo>
                    <a:pt x="4971" y="301"/>
                  </a:lnTo>
                  <a:cubicBezTo>
                    <a:pt x="4554" y="176"/>
                    <a:pt x="4125" y="114"/>
                    <a:pt x="3699" y="114"/>
                  </a:cubicBezTo>
                  <a:cubicBezTo>
                    <a:pt x="3103" y="114"/>
                    <a:pt x="2514" y="234"/>
                    <a:pt x="1969" y="468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4499;p75">
              <a:extLst>
                <a:ext uri="{FF2B5EF4-FFF2-40B4-BE49-F238E27FC236}">
                  <a16:creationId xmlns:a16="http://schemas.microsoft.com/office/drawing/2014/main" id="{B41A1348-CDD3-5693-CE75-70656C2630C5}"/>
                </a:ext>
              </a:extLst>
            </p:cNvPr>
            <p:cNvSpPr/>
            <p:nvPr/>
          </p:nvSpPr>
          <p:spPr>
            <a:xfrm>
              <a:off x="3631100" y="4391925"/>
              <a:ext cx="20875" cy="34200"/>
            </a:xfrm>
            <a:custGeom>
              <a:avLst/>
              <a:gdLst/>
              <a:ahLst/>
              <a:cxnLst/>
              <a:rect l="l" t="t" r="r" b="b"/>
              <a:pathLst>
                <a:path w="835" h="1368" extrusionOk="0">
                  <a:moveTo>
                    <a:pt x="0" y="0"/>
                  </a:moveTo>
                  <a:lnTo>
                    <a:pt x="0" y="868"/>
                  </a:lnTo>
                  <a:lnTo>
                    <a:pt x="834" y="1368"/>
                  </a:lnTo>
                  <a:lnTo>
                    <a:pt x="834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4500;p75">
              <a:extLst>
                <a:ext uri="{FF2B5EF4-FFF2-40B4-BE49-F238E27FC236}">
                  <a16:creationId xmlns:a16="http://schemas.microsoft.com/office/drawing/2014/main" id="{71ABD24A-F830-0719-A591-E10A16EAB703}"/>
                </a:ext>
              </a:extLst>
            </p:cNvPr>
            <p:cNvSpPr/>
            <p:nvPr/>
          </p:nvSpPr>
          <p:spPr>
            <a:xfrm>
              <a:off x="3631100" y="4391925"/>
              <a:ext cx="20875" cy="34200"/>
            </a:xfrm>
            <a:custGeom>
              <a:avLst/>
              <a:gdLst/>
              <a:ahLst/>
              <a:cxnLst/>
              <a:rect l="l" t="t" r="r" b="b"/>
              <a:pathLst>
                <a:path w="835" h="1368" extrusionOk="0">
                  <a:moveTo>
                    <a:pt x="0" y="0"/>
                  </a:moveTo>
                  <a:lnTo>
                    <a:pt x="0" y="868"/>
                  </a:lnTo>
                  <a:lnTo>
                    <a:pt x="834" y="1368"/>
                  </a:lnTo>
                  <a:lnTo>
                    <a:pt x="834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4501;p75">
              <a:extLst>
                <a:ext uri="{FF2B5EF4-FFF2-40B4-BE49-F238E27FC236}">
                  <a16:creationId xmlns:a16="http://schemas.microsoft.com/office/drawing/2014/main" id="{ECD8FFE5-C190-6AA6-F34F-52C8BD0E05BF}"/>
                </a:ext>
              </a:extLst>
            </p:cNvPr>
            <p:cNvSpPr/>
            <p:nvPr/>
          </p:nvSpPr>
          <p:spPr>
            <a:xfrm>
              <a:off x="3464300" y="4281850"/>
              <a:ext cx="49250" cy="15850"/>
            </a:xfrm>
            <a:custGeom>
              <a:avLst/>
              <a:gdLst/>
              <a:ahLst/>
              <a:cxnLst/>
              <a:rect l="l" t="t" r="r" b="b"/>
              <a:pathLst>
                <a:path w="1970" h="634" extrusionOk="0">
                  <a:moveTo>
                    <a:pt x="1135" y="0"/>
                  </a:moveTo>
                  <a:lnTo>
                    <a:pt x="1" y="634"/>
                  </a:lnTo>
                  <a:lnTo>
                    <a:pt x="1135" y="134"/>
                  </a:lnTo>
                  <a:lnTo>
                    <a:pt x="1969" y="467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4502;p75">
              <a:extLst>
                <a:ext uri="{FF2B5EF4-FFF2-40B4-BE49-F238E27FC236}">
                  <a16:creationId xmlns:a16="http://schemas.microsoft.com/office/drawing/2014/main" id="{1AE2EC6A-0C96-FDDF-4EAD-E070EA462CA2}"/>
                </a:ext>
              </a:extLst>
            </p:cNvPr>
            <p:cNvSpPr/>
            <p:nvPr/>
          </p:nvSpPr>
          <p:spPr>
            <a:xfrm>
              <a:off x="3527700" y="4289350"/>
              <a:ext cx="60900" cy="29200"/>
            </a:xfrm>
            <a:custGeom>
              <a:avLst/>
              <a:gdLst/>
              <a:ahLst/>
              <a:cxnLst/>
              <a:rect l="l" t="t" r="r" b="b"/>
              <a:pathLst>
                <a:path w="2436" h="1168" extrusionOk="0">
                  <a:moveTo>
                    <a:pt x="2435" y="0"/>
                  </a:moveTo>
                  <a:lnTo>
                    <a:pt x="1434" y="901"/>
                  </a:lnTo>
                  <a:cubicBezTo>
                    <a:pt x="1275" y="848"/>
                    <a:pt x="1112" y="822"/>
                    <a:pt x="951" y="822"/>
                  </a:cubicBezTo>
                  <a:cubicBezTo>
                    <a:pt x="607" y="822"/>
                    <a:pt x="273" y="941"/>
                    <a:pt x="0" y="1168"/>
                  </a:cubicBezTo>
                  <a:cubicBezTo>
                    <a:pt x="264" y="985"/>
                    <a:pt x="565" y="901"/>
                    <a:pt x="866" y="901"/>
                  </a:cubicBezTo>
                  <a:cubicBezTo>
                    <a:pt x="1059" y="901"/>
                    <a:pt x="1252" y="936"/>
                    <a:pt x="1434" y="1001"/>
                  </a:cubicBezTo>
                  <a:lnTo>
                    <a:pt x="243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4503;p75">
              <a:extLst>
                <a:ext uri="{FF2B5EF4-FFF2-40B4-BE49-F238E27FC236}">
                  <a16:creationId xmlns:a16="http://schemas.microsoft.com/office/drawing/2014/main" id="{E615F4BA-257C-C327-98A7-2947364A592F}"/>
                </a:ext>
              </a:extLst>
            </p:cNvPr>
            <p:cNvSpPr/>
            <p:nvPr/>
          </p:nvSpPr>
          <p:spPr>
            <a:xfrm>
              <a:off x="3551050" y="4368575"/>
              <a:ext cx="40050" cy="33375"/>
            </a:xfrm>
            <a:custGeom>
              <a:avLst/>
              <a:gdLst/>
              <a:ahLst/>
              <a:cxnLst/>
              <a:rect l="l" t="t" r="r" b="b"/>
              <a:pathLst>
                <a:path w="1602" h="1335" extrusionOk="0">
                  <a:moveTo>
                    <a:pt x="1068" y="0"/>
                  </a:moveTo>
                  <a:lnTo>
                    <a:pt x="0" y="1068"/>
                  </a:lnTo>
                  <a:cubicBezTo>
                    <a:pt x="167" y="1134"/>
                    <a:pt x="367" y="1201"/>
                    <a:pt x="567" y="1234"/>
                  </a:cubicBezTo>
                  <a:cubicBezTo>
                    <a:pt x="901" y="1301"/>
                    <a:pt x="1268" y="1335"/>
                    <a:pt x="1601" y="1335"/>
                  </a:cubicBezTo>
                  <a:cubicBezTo>
                    <a:pt x="1101" y="1335"/>
                    <a:pt x="601" y="1234"/>
                    <a:pt x="167" y="1034"/>
                  </a:cubicBezTo>
                  <a:lnTo>
                    <a:pt x="106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4504;p75">
              <a:extLst>
                <a:ext uri="{FF2B5EF4-FFF2-40B4-BE49-F238E27FC236}">
                  <a16:creationId xmlns:a16="http://schemas.microsoft.com/office/drawing/2014/main" id="{12B8EEAC-E25F-9DE9-E4C8-BF8F2088E1D7}"/>
                </a:ext>
              </a:extLst>
            </p:cNvPr>
            <p:cNvSpPr/>
            <p:nvPr/>
          </p:nvSpPr>
          <p:spPr>
            <a:xfrm>
              <a:off x="3631100" y="4387750"/>
              <a:ext cx="49225" cy="15875"/>
            </a:xfrm>
            <a:custGeom>
              <a:avLst/>
              <a:gdLst/>
              <a:ahLst/>
              <a:cxnLst/>
              <a:rect l="l" t="t" r="r" b="b"/>
              <a:pathLst>
                <a:path w="1969" h="635" extrusionOk="0">
                  <a:moveTo>
                    <a:pt x="1968" y="0"/>
                  </a:moveTo>
                  <a:lnTo>
                    <a:pt x="834" y="534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834" y="634"/>
                  </a:lnTo>
                  <a:lnTo>
                    <a:pt x="196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4505;p75">
              <a:extLst>
                <a:ext uri="{FF2B5EF4-FFF2-40B4-BE49-F238E27FC236}">
                  <a16:creationId xmlns:a16="http://schemas.microsoft.com/office/drawing/2014/main" id="{5535742B-A81C-EA38-F8EE-26194D86FFF8}"/>
                </a:ext>
              </a:extLst>
            </p:cNvPr>
            <p:cNvSpPr/>
            <p:nvPr/>
          </p:nvSpPr>
          <p:spPr>
            <a:xfrm>
              <a:off x="3305875" y="4202625"/>
              <a:ext cx="266050" cy="149300"/>
            </a:xfrm>
            <a:custGeom>
              <a:avLst/>
              <a:gdLst/>
              <a:ahLst/>
              <a:cxnLst/>
              <a:rect l="l" t="t" r="r" b="b"/>
              <a:pathLst>
                <a:path w="10642" h="5972" extrusionOk="0">
                  <a:moveTo>
                    <a:pt x="10641" y="0"/>
                  </a:moveTo>
                  <a:cubicBezTo>
                    <a:pt x="7772" y="0"/>
                    <a:pt x="5037" y="634"/>
                    <a:pt x="3002" y="1835"/>
                  </a:cubicBezTo>
                  <a:cubicBezTo>
                    <a:pt x="1068" y="2936"/>
                    <a:pt x="0" y="4403"/>
                    <a:pt x="0" y="5971"/>
                  </a:cubicBezTo>
                  <a:cubicBezTo>
                    <a:pt x="0" y="5971"/>
                    <a:pt x="100" y="3803"/>
                    <a:pt x="3102" y="1968"/>
                  </a:cubicBezTo>
                  <a:cubicBezTo>
                    <a:pt x="6038" y="167"/>
                    <a:pt x="10641" y="0"/>
                    <a:pt x="1064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4506;p75">
              <a:extLst>
                <a:ext uri="{FF2B5EF4-FFF2-40B4-BE49-F238E27FC236}">
                  <a16:creationId xmlns:a16="http://schemas.microsoft.com/office/drawing/2014/main" id="{4A10D752-128E-62BA-F226-49241EDD3BD5}"/>
                </a:ext>
              </a:extLst>
            </p:cNvPr>
            <p:cNvSpPr/>
            <p:nvPr/>
          </p:nvSpPr>
          <p:spPr>
            <a:xfrm>
              <a:off x="3551050" y="4333550"/>
              <a:ext cx="310225" cy="178925"/>
            </a:xfrm>
            <a:custGeom>
              <a:avLst/>
              <a:gdLst/>
              <a:ahLst/>
              <a:cxnLst/>
              <a:rect l="l" t="t" r="r" b="b"/>
              <a:pathLst>
                <a:path w="12409" h="7157" extrusionOk="0">
                  <a:moveTo>
                    <a:pt x="11942" y="0"/>
                  </a:moveTo>
                  <a:cubicBezTo>
                    <a:pt x="11942" y="1"/>
                    <a:pt x="12408" y="3070"/>
                    <a:pt x="8540" y="5171"/>
                  </a:cubicBezTo>
                  <a:cubicBezTo>
                    <a:pt x="5042" y="7056"/>
                    <a:pt x="823" y="7139"/>
                    <a:pt x="106" y="7139"/>
                  </a:cubicBezTo>
                  <a:cubicBezTo>
                    <a:pt x="37" y="7139"/>
                    <a:pt x="0" y="7139"/>
                    <a:pt x="0" y="7139"/>
                  </a:cubicBezTo>
                  <a:lnTo>
                    <a:pt x="0" y="7139"/>
                  </a:lnTo>
                  <a:cubicBezTo>
                    <a:pt x="284" y="7151"/>
                    <a:pt x="568" y="7157"/>
                    <a:pt x="853" y="7157"/>
                  </a:cubicBezTo>
                  <a:cubicBezTo>
                    <a:pt x="3709" y="7157"/>
                    <a:pt x="6555" y="6545"/>
                    <a:pt x="8740" y="5271"/>
                  </a:cubicBezTo>
                  <a:cubicBezTo>
                    <a:pt x="11241" y="3836"/>
                    <a:pt x="12309" y="1868"/>
                    <a:pt x="1194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4507;p75">
              <a:extLst>
                <a:ext uri="{FF2B5EF4-FFF2-40B4-BE49-F238E27FC236}">
                  <a16:creationId xmlns:a16="http://schemas.microsoft.com/office/drawing/2014/main" id="{8D93D177-9C33-6822-8F42-159E450F0B55}"/>
                </a:ext>
              </a:extLst>
            </p:cNvPr>
            <p:cNvSpPr/>
            <p:nvPr/>
          </p:nvSpPr>
          <p:spPr>
            <a:xfrm>
              <a:off x="3310025" y="4164875"/>
              <a:ext cx="557100" cy="321500"/>
            </a:xfrm>
            <a:custGeom>
              <a:avLst/>
              <a:gdLst/>
              <a:ahLst/>
              <a:cxnLst/>
              <a:rect l="l" t="t" r="r" b="b"/>
              <a:pathLst>
                <a:path w="22284" h="12860" extrusionOk="0">
                  <a:moveTo>
                    <a:pt x="11159" y="1"/>
                  </a:moveTo>
                  <a:cubicBezTo>
                    <a:pt x="8307" y="1"/>
                    <a:pt x="5455" y="626"/>
                    <a:pt x="3270" y="1877"/>
                  </a:cubicBezTo>
                  <a:cubicBezTo>
                    <a:pt x="2169" y="2444"/>
                    <a:pt x="1268" y="3311"/>
                    <a:pt x="601" y="4346"/>
                  </a:cubicBezTo>
                  <a:lnTo>
                    <a:pt x="1" y="4346"/>
                  </a:lnTo>
                  <a:lnTo>
                    <a:pt x="1" y="6614"/>
                  </a:lnTo>
                  <a:cubicBezTo>
                    <a:pt x="68" y="8182"/>
                    <a:pt x="1168" y="9749"/>
                    <a:pt x="3270" y="10984"/>
                  </a:cubicBezTo>
                  <a:cubicBezTo>
                    <a:pt x="5438" y="12235"/>
                    <a:pt x="8290" y="12860"/>
                    <a:pt x="11146" y="12860"/>
                  </a:cubicBezTo>
                  <a:cubicBezTo>
                    <a:pt x="14003" y="12860"/>
                    <a:pt x="16863" y="12235"/>
                    <a:pt x="19048" y="10984"/>
                  </a:cubicBezTo>
                  <a:cubicBezTo>
                    <a:pt x="21116" y="9783"/>
                    <a:pt x="22217" y="8182"/>
                    <a:pt x="22283" y="6614"/>
                  </a:cubicBezTo>
                  <a:lnTo>
                    <a:pt x="22283" y="4346"/>
                  </a:lnTo>
                  <a:lnTo>
                    <a:pt x="21716" y="4346"/>
                  </a:lnTo>
                  <a:cubicBezTo>
                    <a:pt x="21049" y="3311"/>
                    <a:pt x="20115" y="2444"/>
                    <a:pt x="19048" y="1877"/>
                  </a:cubicBezTo>
                  <a:cubicBezTo>
                    <a:pt x="16863" y="626"/>
                    <a:pt x="14011" y="1"/>
                    <a:pt x="1115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4508;p75">
              <a:extLst>
                <a:ext uri="{FF2B5EF4-FFF2-40B4-BE49-F238E27FC236}">
                  <a16:creationId xmlns:a16="http://schemas.microsoft.com/office/drawing/2014/main" id="{635BAD00-A124-7381-E283-962B0446EBCF}"/>
                </a:ext>
              </a:extLst>
            </p:cNvPr>
            <p:cNvSpPr/>
            <p:nvPr/>
          </p:nvSpPr>
          <p:spPr>
            <a:xfrm>
              <a:off x="3310025" y="4164875"/>
              <a:ext cx="557100" cy="321500"/>
            </a:xfrm>
            <a:custGeom>
              <a:avLst/>
              <a:gdLst/>
              <a:ahLst/>
              <a:cxnLst/>
              <a:rect l="l" t="t" r="r" b="b"/>
              <a:pathLst>
                <a:path w="22284" h="12860" extrusionOk="0">
                  <a:moveTo>
                    <a:pt x="11159" y="1"/>
                  </a:moveTo>
                  <a:cubicBezTo>
                    <a:pt x="8307" y="1"/>
                    <a:pt x="5455" y="626"/>
                    <a:pt x="3270" y="1877"/>
                  </a:cubicBezTo>
                  <a:cubicBezTo>
                    <a:pt x="2169" y="2444"/>
                    <a:pt x="1268" y="3311"/>
                    <a:pt x="601" y="4346"/>
                  </a:cubicBezTo>
                  <a:lnTo>
                    <a:pt x="1" y="4346"/>
                  </a:lnTo>
                  <a:lnTo>
                    <a:pt x="1" y="6614"/>
                  </a:lnTo>
                  <a:cubicBezTo>
                    <a:pt x="68" y="8182"/>
                    <a:pt x="1168" y="9749"/>
                    <a:pt x="3270" y="10984"/>
                  </a:cubicBezTo>
                  <a:cubicBezTo>
                    <a:pt x="5438" y="12235"/>
                    <a:pt x="8290" y="12860"/>
                    <a:pt x="11146" y="12860"/>
                  </a:cubicBezTo>
                  <a:cubicBezTo>
                    <a:pt x="14003" y="12860"/>
                    <a:pt x="16863" y="12235"/>
                    <a:pt x="19048" y="10984"/>
                  </a:cubicBezTo>
                  <a:cubicBezTo>
                    <a:pt x="21116" y="9783"/>
                    <a:pt x="22217" y="8182"/>
                    <a:pt x="22283" y="6614"/>
                  </a:cubicBezTo>
                  <a:lnTo>
                    <a:pt x="22283" y="4346"/>
                  </a:lnTo>
                  <a:lnTo>
                    <a:pt x="21716" y="4346"/>
                  </a:lnTo>
                  <a:cubicBezTo>
                    <a:pt x="21049" y="3311"/>
                    <a:pt x="20115" y="2444"/>
                    <a:pt x="19048" y="1877"/>
                  </a:cubicBezTo>
                  <a:cubicBezTo>
                    <a:pt x="16863" y="626"/>
                    <a:pt x="14011" y="1"/>
                    <a:pt x="111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4509;p75">
              <a:extLst>
                <a:ext uri="{FF2B5EF4-FFF2-40B4-BE49-F238E27FC236}">
                  <a16:creationId xmlns:a16="http://schemas.microsoft.com/office/drawing/2014/main" id="{83B83F81-A81D-8818-42B2-F7DB05D9193B}"/>
                </a:ext>
              </a:extLst>
            </p:cNvPr>
            <p:cNvSpPr/>
            <p:nvPr/>
          </p:nvSpPr>
          <p:spPr>
            <a:xfrm>
              <a:off x="3310025" y="4164250"/>
              <a:ext cx="278575" cy="321925"/>
            </a:xfrm>
            <a:custGeom>
              <a:avLst/>
              <a:gdLst/>
              <a:ahLst/>
              <a:cxnLst/>
              <a:rect l="l" t="t" r="r" b="b"/>
              <a:pathLst>
                <a:path w="11143" h="12877" extrusionOk="0">
                  <a:moveTo>
                    <a:pt x="11142" y="1"/>
                  </a:moveTo>
                  <a:cubicBezTo>
                    <a:pt x="8307" y="1"/>
                    <a:pt x="5438" y="635"/>
                    <a:pt x="3270" y="1902"/>
                  </a:cubicBezTo>
                  <a:cubicBezTo>
                    <a:pt x="2169" y="2469"/>
                    <a:pt x="1268" y="3336"/>
                    <a:pt x="601" y="4371"/>
                  </a:cubicBezTo>
                  <a:lnTo>
                    <a:pt x="1" y="4371"/>
                  </a:lnTo>
                  <a:lnTo>
                    <a:pt x="1" y="6639"/>
                  </a:lnTo>
                  <a:cubicBezTo>
                    <a:pt x="68" y="8207"/>
                    <a:pt x="1168" y="9774"/>
                    <a:pt x="3270" y="11009"/>
                  </a:cubicBezTo>
                  <a:cubicBezTo>
                    <a:pt x="5438" y="12243"/>
                    <a:pt x="8307" y="12877"/>
                    <a:pt x="11142" y="12877"/>
                  </a:cubicBezTo>
                  <a:lnTo>
                    <a:pt x="111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4510;p75">
              <a:extLst>
                <a:ext uri="{FF2B5EF4-FFF2-40B4-BE49-F238E27FC236}">
                  <a16:creationId xmlns:a16="http://schemas.microsoft.com/office/drawing/2014/main" id="{1647BAE8-F59A-A65D-63E2-85367C668A5B}"/>
                </a:ext>
              </a:extLst>
            </p:cNvPr>
            <p:cNvSpPr/>
            <p:nvPr/>
          </p:nvSpPr>
          <p:spPr>
            <a:xfrm>
              <a:off x="3310025" y="4190950"/>
              <a:ext cx="126800" cy="269375"/>
            </a:xfrm>
            <a:custGeom>
              <a:avLst/>
              <a:gdLst/>
              <a:ahLst/>
              <a:cxnLst/>
              <a:rect l="l" t="t" r="r" b="b"/>
              <a:pathLst>
                <a:path w="5072" h="10775" extrusionOk="0">
                  <a:moveTo>
                    <a:pt x="5071" y="0"/>
                  </a:moveTo>
                  <a:lnTo>
                    <a:pt x="5071" y="0"/>
                  </a:lnTo>
                  <a:cubicBezTo>
                    <a:pt x="4437" y="200"/>
                    <a:pt x="3837" y="501"/>
                    <a:pt x="3270" y="834"/>
                  </a:cubicBezTo>
                  <a:cubicBezTo>
                    <a:pt x="2169" y="1401"/>
                    <a:pt x="1268" y="2235"/>
                    <a:pt x="601" y="3269"/>
                  </a:cubicBezTo>
                  <a:lnTo>
                    <a:pt x="1" y="3269"/>
                  </a:lnTo>
                  <a:lnTo>
                    <a:pt x="1" y="5571"/>
                  </a:lnTo>
                  <a:cubicBezTo>
                    <a:pt x="68" y="7139"/>
                    <a:pt x="1168" y="8706"/>
                    <a:pt x="3270" y="9941"/>
                  </a:cubicBezTo>
                  <a:cubicBezTo>
                    <a:pt x="3837" y="10241"/>
                    <a:pt x="4437" y="10541"/>
                    <a:pt x="5038" y="10775"/>
                  </a:cubicBezTo>
                  <a:lnTo>
                    <a:pt x="50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4511;p75">
              <a:extLst>
                <a:ext uri="{FF2B5EF4-FFF2-40B4-BE49-F238E27FC236}">
                  <a16:creationId xmlns:a16="http://schemas.microsoft.com/office/drawing/2014/main" id="{FCB100CE-991C-7268-E769-8F203C48AACC}"/>
                </a:ext>
              </a:extLst>
            </p:cNvPr>
            <p:cNvSpPr/>
            <p:nvPr/>
          </p:nvSpPr>
          <p:spPr>
            <a:xfrm>
              <a:off x="3741175" y="4190950"/>
              <a:ext cx="126775" cy="269375"/>
            </a:xfrm>
            <a:custGeom>
              <a:avLst/>
              <a:gdLst/>
              <a:ahLst/>
              <a:cxnLst/>
              <a:rect l="l" t="t" r="r" b="b"/>
              <a:pathLst>
                <a:path w="5071" h="10775" extrusionOk="0">
                  <a:moveTo>
                    <a:pt x="1" y="0"/>
                  </a:moveTo>
                  <a:lnTo>
                    <a:pt x="1" y="10775"/>
                  </a:lnTo>
                  <a:cubicBezTo>
                    <a:pt x="634" y="10541"/>
                    <a:pt x="1235" y="10241"/>
                    <a:pt x="1802" y="9941"/>
                  </a:cubicBezTo>
                  <a:cubicBezTo>
                    <a:pt x="3903" y="8706"/>
                    <a:pt x="4971" y="7139"/>
                    <a:pt x="5071" y="5571"/>
                  </a:cubicBezTo>
                  <a:lnTo>
                    <a:pt x="5071" y="3269"/>
                  </a:lnTo>
                  <a:lnTo>
                    <a:pt x="4470" y="3269"/>
                  </a:lnTo>
                  <a:cubicBezTo>
                    <a:pt x="3803" y="2235"/>
                    <a:pt x="2869" y="1401"/>
                    <a:pt x="1802" y="834"/>
                  </a:cubicBezTo>
                  <a:cubicBezTo>
                    <a:pt x="1235" y="501"/>
                    <a:pt x="634" y="200"/>
                    <a:pt x="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4512;p75">
              <a:extLst>
                <a:ext uri="{FF2B5EF4-FFF2-40B4-BE49-F238E27FC236}">
                  <a16:creationId xmlns:a16="http://schemas.microsoft.com/office/drawing/2014/main" id="{090A8724-FB51-32EE-FA92-122D4CDD1329}"/>
                </a:ext>
              </a:extLst>
            </p:cNvPr>
            <p:cNvSpPr/>
            <p:nvPr/>
          </p:nvSpPr>
          <p:spPr>
            <a:xfrm>
              <a:off x="3282525" y="4112350"/>
              <a:ext cx="612125" cy="321800"/>
            </a:xfrm>
            <a:custGeom>
              <a:avLst/>
              <a:gdLst/>
              <a:ahLst/>
              <a:cxnLst/>
              <a:rect l="l" t="t" r="r" b="b"/>
              <a:pathLst>
                <a:path w="24485" h="12872" extrusionOk="0">
                  <a:moveTo>
                    <a:pt x="12246" y="0"/>
                  </a:moveTo>
                  <a:cubicBezTo>
                    <a:pt x="9390" y="0"/>
                    <a:pt x="6538" y="626"/>
                    <a:pt x="4370" y="1877"/>
                  </a:cubicBezTo>
                  <a:cubicBezTo>
                    <a:pt x="0" y="4378"/>
                    <a:pt x="0" y="8481"/>
                    <a:pt x="4370" y="10983"/>
                  </a:cubicBezTo>
                  <a:cubicBezTo>
                    <a:pt x="6531" y="12247"/>
                    <a:pt x="9371" y="12872"/>
                    <a:pt x="12218" y="12872"/>
                  </a:cubicBezTo>
                  <a:cubicBezTo>
                    <a:pt x="15084" y="12872"/>
                    <a:pt x="17956" y="12238"/>
                    <a:pt x="20148" y="10983"/>
                  </a:cubicBezTo>
                  <a:cubicBezTo>
                    <a:pt x="24484" y="8481"/>
                    <a:pt x="24484" y="4412"/>
                    <a:pt x="20148" y="1877"/>
                  </a:cubicBezTo>
                  <a:cubicBezTo>
                    <a:pt x="17963" y="626"/>
                    <a:pt x="15103" y="0"/>
                    <a:pt x="1224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4513;p75">
              <a:extLst>
                <a:ext uri="{FF2B5EF4-FFF2-40B4-BE49-F238E27FC236}">
                  <a16:creationId xmlns:a16="http://schemas.microsoft.com/office/drawing/2014/main" id="{D6D11CB9-325D-D2A4-D6A2-85EF06C4ECC7}"/>
                </a:ext>
              </a:extLst>
            </p:cNvPr>
            <p:cNvSpPr/>
            <p:nvPr/>
          </p:nvSpPr>
          <p:spPr>
            <a:xfrm>
              <a:off x="3282525" y="4112350"/>
              <a:ext cx="612125" cy="321800"/>
            </a:xfrm>
            <a:custGeom>
              <a:avLst/>
              <a:gdLst/>
              <a:ahLst/>
              <a:cxnLst/>
              <a:rect l="l" t="t" r="r" b="b"/>
              <a:pathLst>
                <a:path w="24485" h="12872" extrusionOk="0">
                  <a:moveTo>
                    <a:pt x="12246" y="0"/>
                  </a:moveTo>
                  <a:cubicBezTo>
                    <a:pt x="9390" y="0"/>
                    <a:pt x="6538" y="626"/>
                    <a:pt x="4370" y="1877"/>
                  </a:cubicBezTo>
                  <a:cubicBezTo>
                    <a:pt x="0" y="4378"/>
                    <a:pt x="0" y="8481"/>
                    <a:pt x="4370" y="10983"/>
                  </a:cubicBezTo>
                  <a:cubicBezTo>
                    <a:pt x="6531" y="12247"/>
                    <a:pt x="9371" y="12872"/>
                    <a:pt x="12218" y="12872"/>
                  </a:cubicBezTo>
                  <a:cubicBezTo>
                    <a:pt x="15084" y="12872"/>
                    <a:pt x="17956" y="12238"/>
                    <a:pt x="20148" y="10983"/>
                  </a:cubicBezTo>
                  <a:cubicBezTo>
                    <a:pt x="24484" y="8481"/>
                    <a:pt x="24484" y="4412"/>
                    <a:pt x="20148" y="1877"/>
                  </a:cubicBezTo>
                  <a:cubicBezTo>
                    <a:pt x="17963" y="626"/>
                    <a:pt x="15103" y="0"/>
                    <a:pt x="122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4514;p75">
              <a:extLst>
                <a:ext uri="{FF2B5EF4-FFF2-40B4-BE49-F238E27FC236}">
                  <a16:creationId xmlns:a16="http://schemas.microsoft.com/office/drawing/2014/main" id="{B618EDE1-8AEE-E0BB-F0DA-248EB2E05B66}"/>
                </a:ext>
              </a:extLst>
            </p:cNvPr>
            <p:cNvSpPr/>
            <p:nvPr/>
          </p:nvSpPr>
          <p:spPr>
            <a:xfrm>
              <a:off x="3404275" y="4173425"/>
              <a:ext cx="369450" cy="199350"/>
            </a:xfrm>
            <a:custGeom>
              <a:avLst/>
              <a:gdLst/>
              <a:ahLst/>
              <a:cxnLst/>
              <a:rect l="l" t="t" r="r" b="b"/>
              <a:pathLst>
                <a:path w="14778" h="7974" extrusionOk="0">
                  <a:moveTo>
                    <a:pt x="7372" y="1"/>
                  </a:moveTo>
                  <a:cubicBezTo>
                    <a:pt x="5621" y="1"/>
                    <a:pt x="3870" y="368"/>
                    <a:pt x="2235" y="1101"/>
                  </a:cubicBezTo>
                  <a:cubicBezTo>
                    <a:pt x="801" y="1869"/>
                    <a:pt x="0" y="2869"/>
                    <a:pt x="0" y="4004"/>
                  </a:cubicBezTo>
                  <a:cubicBezTo>
                    <a:pt x="0" y="5104"/>
                    <a:pt x="767" y="6138"/>
                    <a:pt x="2235" y="6872"/>
                  </a:cubicBezTo>
                  <a:cubicBezTo>
                    <a:pt x="3870" y="7606"/>
                    <a:pt x="5621" y="7973"/>
                    <a:pt x="7372" y="7973"/>
                  </a:cubicBezTo>
                  <a:cubicBezTo>
                    <a:pt x="9123" y="7973"/>
                    <a:pt x="10875" y="7606"/>
                    <a:pt x="12509" y="6872"/>
                  </a:cubicBezTo>
                  <a:cubicBezTo>
                    <a:pt x="13977" y="6138"/>
                    <a:pt x="14777" y="5104"/>
                    <a:pt x="14777" y="4004"/>
                  </a:cubicBezTo>
                  <a:cubicBezTo>
                    <a:pt x="14777" y="2869"/>
                    <a:pt x="13977" y="1869"/>
                    <a:pt x="12509" y="1101"/>
                  </a:cubicBezTo>
                  <a:cubicBezTo>
                    <a:pt x="10875" y="368"/>
                    <a:pt x="9123" y="1"/>
                    <a:pt x="7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4515;p75">
              <a:extLst>
                <a:ext uri="{FF2B5EF4-FFF2-40B4-BE49-F238E27FC236}">
                  <a16:creationId xmlns:a16="http://schemas.microsoft.com/office/drawing/2014/main" id="{F289FFE9-C4AF-46EE-80C8-87B69341F994}"/>
                </a:ext>
              </a:extLst>
            </p:cNvPr>
            <p:cNvSpPr/>
            <p:nvPr/>
          </p:nvSpPr>
          <p:spPr>
            <a:xfrm>
              <a:off x="3404275" y="4173425"/>
              <a:ext cx="369450" cy="199350"/>
            </a:xfrm>
            <a:custGeom>
              <a:avLst/>
              <a:gdLst/>
              <a:ahLst/>
              <a:cxnLst/>
              <a:rect l="l" t="t" r="r" b="b"/>
              <a:pathLst>
                <a:path w="14778" h="7974" extrusionOk="0">
                  <a:moveTo>
                    <a:pt x="7372" y="1"/>
                  </a:moveTo>
                  <a:cubicBezTo>
                    <a:pt x="5621" y="1"/>
                    <a:pt x="3870" y="368"/>
                    <a:pt x="2235" y="1101"/>
                  </a:cubicBezTo>
                  <a:cubicBezTo>
                    <a:pt x="801" y="1869"/>
                    <a:pt x="0" y="2869"/>
                    <a:pt x="0" y="4004"/>
                  </a:cubicBezTo>
                  <a:cubicBezTo>
                    <a:pt x="0" y="5104"/>
                    <a:pt x="767" y="6138"/>
                    <a:pt x="2235" y="6872"/>
                  </a:cubicBezTo>
                  <a:cubicBezTo>
                    <a:pt x="3870" y="7606"/>
                    <a:pt x="5621" y="7973"/>
                    <a:pt x="7372" y="7973"/>
                  </a:cubicBezTo>
                  <a:cubicBezTo>
                    <a:pt x="9123" y="7973"/>
                    <a:pt x="10875" y="7606"/>
                    <a:pt x="12509" y="6872"/>
                  </a:cubicBezTo>
                  <a:cubicBezTo>
                    <a:pt x="13977" y="6138"/>
                    <a:pt x="14777" y="5104"/>
                    <a:pt x="14777" y="4004"/>
                  </a:cubicBezTo>
                  <a:cubicBezTo>
                    <a:pt x="14777" y="2869"/>
                    <a:pt x="13977" y="1869"/>
                    <a:pt x="12509" y="1101"/>
                  </a:cubicBezTo>
                  <a:cubicBezTo>
                    <a:pt x="10875" y="368"/>
                    <a:pt x="9123" y="1"/>
                    <a:pt x="73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4516;p75">
              <a:extLst>
                <a:ext uri="{FF2B5EF4-FFF2-40B4-BE49-F238E27FC236}">
                  <a16:creationId xmlns:a16="http://schemas.microsoft.com/office/drawing/2014/main" id="{0DF0727C-9D76-3690-369A-D18AAED96CA5}"/>
                </a:ext>
              </a:extLst>
            </p:cNvPr>
            <p:cNvSpPr/>
            <p:nvPr/>
          </p:nvSpPr>
          <p:spPr>
            <a:xfrm>
              <a:off x="3322550" y="4124225"/>
              <a:ext cx="532900" cy="297750"/>
            </a:xfrm>
            <a:custGeom>
              <a:avLst/>
              <a:gdLst/>
              <a:ahLst/>
              <a:cxnLst/>
              <a:rect l="l" t="t" r="r" b="b"/>
              <a:pathLst>
                <a:path w="21316" h="11910" extrusionOk="0">
                  <a:moveTo>
                    <a:pt x="10675" y="1969"/>
                  </a:moveTo>
                  <a:cubicBezTo>
                    <a:pt x="12426" y="1969"/>
                    <a:pt x="14177" y="2336"/>
                    <a:pt x="15812" y="3069"/>
                  </a:cubicBezTo>
                  <a:cubicBezTo>
                    <a:pt x="17246" y="3837"/>
                    <a:pt x="18046" y="4837"/>
                    <a:pt x="18046" y="5972"/>
                  </a:cubicBezTo>
                  <a:cubicBezTo>
                    <a:pt x="18046" y="7072"/>
                    <a:pt x="17246" y="8106"/>
                    <a:pt x="15778" y="8840"/>
                  </a:cubicBezTo>
                  <a:lnTo>
                    <a:pt x="15812" y="8840"/>
                  </a:lnTo>
                  <a:cubicBezTo>
                    <a:pt x="14177" y="9574"/>
                    <a:pt x="12426" y="9941"/>
                    <a:pt x="10675" y="9941"/>
                  </a:cubicBezTo>
                  <a:cubicBezTo>
                    <a:pt x="8923" y="9941"/>
                    <a:pt x="7172" y="9574"/>
                    <a:pt x="5538" y="8840"/>
                  </a:cubicBezTo>
                  <a:cubicBezTo>
                    <a:pt x="4070" y="8106"/>
                    <a:pt x="3269" y="7072"/>
                    <a:pt x="3269" y="5972"/>
                  </a:cubicBezTo>
                  <a:cubicBezTo>
                    <a:pt x="3269" y="4837"/>
                    <a:pt x="4070" y="3837"/>
                    <a:pt x="5538" y="3069"/>
                  </a:cubicBezTo>
                  <a:cubicBezTo>
                    <a:pt x="7172" y="2336"/>
                    <a:pt x="8923" y="1969"/>
                    <a:pt x="10675" y="1969"/>
                  </a:cubicBezTo>
                  <a:close/>
                  <a:moveTo>
                    <a:pt x="10641" y="1"/>
                  </a:moveTo>
                  <a:cubicBezTo>
                    <a:pt x="7739" y="1"/>
                    <a:pt x="5037" y="668"/>
                    <a:pt x="3002" y="1835"/>
                  </a:cubicBezTo>
                  <a:cubicBezTo>
                    <a:pt x="1068" y="2969"/>
                    <a:pt x="0" y="4404"/>
                    <a:pt x="0" y="5972"/>
                  </a:cubicBezTo>
                  <a:cubicBezTo>
                    <a:pt x="0" y="7506"/>
                    <a:pt x="1068" y="8974"/>
                    <a:pt x="3002" y="10108"/>
                  </a:cubicBezTo>
                  <a:cubicBezTo>
                    <a:pt x="5037" y="11275"/>
                    <a:pt x="7739" y="11909"/>
                    <a:pt x="10641" y="11909"/>
                  </a:cubicBezTo>
                  <a:cubicBezTo>
                    <a:pt x="13543" y="11909"/>
                    <a:pt x="16245" y="11275"/>
                    <a:pt x="18280" y="10108"/>
                  </a:cubicBezTo>
                  <a:cubicBezTo>
                    <a:pt x="20248" y="8974"/>
                    <a:pt x="21315" y="7506"/>
                    <a:pt x="21315" y="5972"/>
                  </a:cubicBezTo>
                  <a:cubicBezTo>
                    <a:pt x="21315" y="4437"/>
                    <a:pt x="20248" y="2969"/>
                    <a:pt x="18313" y="1835"/>
                  </a:cubicBezTo>
                  <a:cubicBezTo>
                    <a:pt x="16279" y="668"/>
                    <a:pt x="13543" y="1"/>
                    <a:pt x="106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4517;p75">
              <a:extLst>
                <a:ext uri="{FF2B5EF4-FFF2-40B4-BE49-F238E27FC236}">
                  <a16:creationId xmlns:a16="http://schemas.microsoft.com/office/drawing/2014/main" id="{21C9B896-6A7C-5444-F118-0990617A3FBC}"/>
                </a:ext>
              </a:extLst>
            </p:cNvPr>
            <p:cNvSpPr/>
            <p:nvPr/>
          </p:nvSpPr>
          <p:spPr>
            <a:xfrm>
              <a:off x="3396775" y="4183025"/>
              <a:ext cx="384450" cy="180150"/>
            </a:xfrm>
            <a:custGeom>
              <a:avLst/>
              <a:gdLst/>
              <a:ahLst/>
              <a:cxnLst/>
              <a:rect l="l" t="t" r="r" b="b"/>
              <a:pathLst>
                <a:path w="15378" h="7206" extrusionOk="0">
                  <a:moveTo>
                    <a:pt x="7689" y="0"/>
                  </a:moveTo>
                  <a:cubicBezTo>
                    <a:pt x="5896" y="0"/>
                    <a:pt x="4103" y="351"/>
                    <a:pt x="2735" y="1051"/>
                  </a:cubicBezTo>
                  <a:cubicBezTo>
                    <a:pt x="0" y="2452"/>
                    <a:pt x="0" y="4754"/>
                    <a:pt x="2735" y="6155"/>
                  </a:cubicBezTo>
                  <a:cubicBezTo>
                    <a:pt x="4103" y="6855"/>
                    <a:pt x="5896" y="7205"/>
                    <a:pt x="7689" y="7205"/>
                  </a:cubicBezTo>
                  <a:cubicBezTo>
                    <a:pt x="9482" y="7205"/>
                    <a:pt x="11275" y="6855"/>
                    <a:pt x="12642" y="6155"/>
                  </a:cubicBezTo>
                  <a:cubicBezTo>
                    <a:pt x="15378" y="4754"/>
                    <a:pt x="15378" y="2452"/>
                    <a:pt x="12642" y="1051"/>
                  </a:cubicBezTo>
                  <a:cubicBezTo>
                    <a:pt x="11275" y="351"/>
                    <a:pt x="9482" y="0"/>
                    <a:pt x="76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4518;p75">
              <a:extLst>
                <a:ext uri="{FF2B5EF4-FFF2-40B4-BE49-F238E27FC236}">
                  <a16:creationId xmlns:a16="http://schemas.microsoft.com/office/drawing/2014/main" id="{50B0B4FD-656C-29F7-C46F-B56BC76E56F7}"/>
                </a:ext>
              </a:extLst>
            </p:cNvPr>
            <p:cNvSpPr/>
            <p:nvPr/>
          </p:nvSpPr>
          <p:spPr>
            <a:xfrm>
              <a:off x="3396775" y="4183025"/>
              <a:ext cx="384450" cy="180150"/>
            </a:xfrm>
            <a:custGeom>
              <a:avLst/>
              <a:gdLst/>
              <a:ahLst/>
              <a:cxnLst/>
              <a:rect l="l" t="t" r="r" b="b"/>
              <a:pathLst>
                <a:path w="15378" h="7206" extrusionOk="0">
                  <a:moveTo>
                    <a:pt x="7689" y="0"/>
                  </a:moveTo>
                  <a:cubicBezTo>
                    <a:pt x="5896" y="0"/>
                    <a:pt x="4103" y="351"/>
                    <a:pt x="2735" y="1051"/>
                  </a:cubicBezTo>
                  <a:cubicBezTo>
                    <a:pt x="0" y="2452"/>
                    <a:pt x="0" y="4754"/>
                    <a:pt x="2735" y="6155"/>
                  </a:cubicBezTo>
                  <a:cubicBezTo>
                    <a:pt x="4103" y="6855"/>
                    <a:pt x="5896" y="7205"/>
                    <a:pt x="7689" y="7205"/>
                  </a:cubicBezTo>
                  <a:cubicBezTo>
                    <a:pt x="9482" y="7205"/>
                    <a:pt x="11275" y="6855"/>
                    <a:pt x="12642" y="6155"/>
                  </a:cubicBezTo>
                  <a:cubicBezTo>
                    <a:pt x="15378" y="4754"/>
                    <a:pt x="15378" y="2452"/>
                    <a:pt x="12642" y="1051"/>
                  </a:cubicBezTo>
                  <a:cubicBezTo>
                    <a:pt x="11275" y="351"/>
                    <a:pt x="9482" y="0"/>
                    <a:pt x="768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4519;p75">
              <a:extLst>
                <a:ext uri="{FF2B5EF4-FFF2-40B4-BE49-F238E27FC236}">
                  <a16:creationId xmlns:a16="http://schemas.microsoft.com/office/drawing/2014/main" id="{7AA7DD1D-D1C1-65AC-525A-BA7C520F39FB}"/>
                </a:ext>
              </a:extLst>
            </p:cNvPr>
            <p:cNvSpPr/>
            <p:nvPr/>
          </p:nvSpPr>
          <p:spPr>
            <a:xfrm>
              <a:off x="3396775" y="4183025"/>
              <a:ext cx="384450" cy="180150"/>
            </a:xfrm>
            <a:custGeom>
              <a:avLst/>
              <a:gdLst/>
              <a:ahLst/>
              <a:cxnLst/>
              <a:rect l="l" t="t" r="r" b="b"/>
              <a:pathLst>
                <a:path w="15378" h="7206" extrusionOk="0">
                  <a:moveTo>
                    <a:pt x="7689" y="0"/>
                  </a:moveTo>
                  <a:cubicBezTo>
                    <a:pt x="5896" y="0"/>
                    <a:pt x="4103" y="351"/>
                    <a:pt x="2735" y="1051"/>
                  </a:cubicBezTo>
                  <a:cubicBezTo>
                    <a:pt x="0" y="2452"/>
                    <a:pt x="0" y="4754"/>
                    <a:pt x="2735" y="6155"/>
                  </a:cubicBezTo>
                  <a:cubicBezTo>
                    <a:pt x="4103" y="6855"/>
                    <a:pt x="5896" y="7205"/>
                    <a:pt x="7689" y="7205"/>
                  </a:cubicBezTo>
                  <a:cubicBezTo>
                    <a:pt x="9482" y="7205"/>
                    <a:pt x="11275" y="6855"/>
                    <a:pt x="12642" y="6155"/>
                  </a:cubicBezTo>
                  <a:cubicBezTo>
                    <a:pt x="15378" y="4754"/>
                    <a:pt x="15378" y="2452"/>
                    <a:pt x="12642" y="1051"/>
                  </a:cubicBezTo>
                  <a:cubicBezTo>
                    <a:pt x="11275" y="351"/>
                    <a:pt x="9482" y="0"/>
                    <a:pt x="76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4520;p75">
              <a:extLst>
                <a:ext uri="{FF2B5EF4-FFF2-40B4-BE49-F238E27FC236}">
                  <a16:creationId xmlns:a16="http://schemas.microsoft.com/office/drawing/2014/main" id="{99E13021-D156-6433-E2AF-2645E92DBD66}"/>
                </a:ext>
              </a:extLst>
            </p:cNvPr>
            <p:cNvSpPr/>
            <p:nvPr/>
          </p:nvSpPr>
          <p:spPr>
            <a:xfrm>
              <a:off x="3415100" y="4207200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6" y="1"/>
                  </a:moveTo>
                  <a:cubicBezTo>
                    <a:pt x="5163" y="1"/>
                    <a:pt x="3370" y="351"/>
                    <a:pt x="2002" y="1051"/>
                  </a:cubicBezTo>
                  <a:cubicBezTo>
                    <a:pt x="868" y="1618"/>
                    <a:pt x="201" y="2352"/>
                    <a:pt x="1" y="3120"/>
                  </a:cubicBezTo>
                  <a:cubicBezTo>
                    <a:pt x="201" y="3887"/>
                    <a:pt x="868" y="4621"/>
                    <a:pt x="2002" y="5221"/>
                  </a:cubicBezTo>
                  <a:cubicBezTo>
                    <a:pt x="3370" y="5922"/>
                    <a:pt x="5163" y="6272"/>
                    <a:pt x="6956" y="6272"/>
                  </a:cubicBezTo>
                  <a:cubicBezTo>
                    <a:pt x="8749" y="6272"/>
                    <a:pt x="10542" y="5922"/>
                    <a:pt x="11909" y="5221"/>
                  </a:cubicBezTo>
                  <a:cubicBezTo>
                    <a:pt x="13044" y="4654"/>
                    <a:pt x="13711" y="3920"/>
                    <a:pt x="13911" y="3120"/>
                  </a:cubicBezTo>
                  <a:cubicBezTo>
                    <a:pt x="13711" y="2352"/>
                    <a:pt x="13044" y="1618"/>
                    <a:pt x="11909" y="1051"/>
                  </a:cubicBezTo>
                  <a:cubicBezTo>
                    <a:pt x="10542" y="351"/>
                    <a:pt x="8749" y="1"/>
                    <a:pt x="69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4521;p75">
              <a:extLst>
                <a:ext uri="{FF2B5EF4-FFF2-40B4-BE49-F238E27FC236}">
                  <a16:creationId xmlns:a16="http://schemas.microsoft.com/office/drawing/2014/main" id="{00968E9C-4E83-6F60-2577-1B41F6B0C1C9}"/>
                </a:ext>
              </a:extLst>
            </p:cNvPr>
            <p:cNvSpPr/>
            <p:nvPr/>
          </p:nvSpPr>
          <p:spPr>
            <a:xfrm>
              <a:off x="3415100" y="4207200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6" y="1"/>
                  </a:moveTo>
                  <a:cubicBezTo>
                    <a:pt x="5163" y="1"/>
                    <a:pt x="3370" y="351"/>
                    <a:pt x="2002" y="1051"/>
                  </a:cubicBezTo>
                  <a:cubicBezTo>
                    <a:pt x="868" y="1618"/>
                    <a:pt x="201" y="2352"/>
                    <a:pt x="1" y="3120"/>
                  </a:cubicBezTo>
                  <a:cubicBezTo>
                    <a:pt x="201" y="3887"/>
                    <a:pt x="868" y="4621"/>
                    <a:pt x="2002" y="5221"/>
                  </a:cubicBezTo>
                  <a:cubicBezTo>
                    <a:pt x="3370" y="5922"/>
                    <a:pt x="5163" y="6272"/>
                    <a:pt x="6956" y="6272"/>
                  </a:cubicBezTo>
                  <a:cubicBezTo>
                    <a:pt x="8749" y="6272"/>
                    <a:pt x="10542" y="5922"/>
                    <a:pt x="11909" y="5221"/>
                  </a:cubicBezTo>
                  <a:cubicBezTo>
                    <a:pt x="13044" y="4654"/>
                    <a:pt x="13711" y="3920"/>
                    <a:pt x="13911" y="3120"/>
                  </a:cubicBezTo>
                  <a:cubicBezTo>
                    <a:pt x="13711" y="2352"/>
                    <a:pt x="13044" y="1618"/>
                    <a:pt x="11909" y="1051"/>
                  </a:cubicBezTo>
                  <a:cubicBezTo>
                    <a:pt x="10542" y="351"/>
                    <a:pt x="8749" y="1"/>
                    <a:pt x="69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4522;p75">
              <a:extLst>
                <a:ext uri="{FF2B5EF4-FFF2-40B4-BE49-F238E27FC236}">
                  <a16:creationId xmlns:a16="http://schemas.microsoft.com/office/drawing/2014/main" id="{443FAE67-0DC1-12FD-1841-09D5D714E8CC}"/>
                </a:ext>
              </a:extLst>
            </p:cNvPr>
            <p:cNvSpPr/>
            <p:nvPr/>
          </p:nvSpPr>
          <p:spPr>
            <a:xfrm>
              <a:off x="3580225" y="4210950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1" y="1"/>
                  </a:moveTo>
                  <a:lnTo>
                    <a:pt x="1" y="1001"/>
                  </a:lnTo>
                  <a:lnTo>
                    <a:pt x="1" y="2069"/>
                  </a:lnTo>
                  <a:lnTo>
                    <a:pt x="668" y="1402"/>
                  </a:lnTo>
                  <a:lnTo>
                    <a:pt x="1001" y="103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4523;p75">
              <a:extLst>
                <a:ext uri="{FF2B5EF4-FFF2-40B4-BE49-F238E27FC236}">
                  <a16:creationId xmlns:a16="http://schemas.microsoft.com/office/drawing/2014/main" id="{C0F57835-9A62-BBFC-88A4-382852E3CBA8}"/>
                </a:ext>
              </a:extLst>
            </p:cNvPr>
            <p:cNvSpPr/>
            <p:nvPr/>
          </p:nvSpPr>
          <p:spPr>
            <a:xfrm>
              <a:off x="3580225" y="4210950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1" y="1"/>
                  </a:moveTo>
                  <a:lnTo>
                    <a:pt x="1" y="1001"/>
                  </a:lnTo>
                  <a:lnTo>
                    <a:pt x="1" y="2069"/>
                  </a:lnTo>
                  <a:lnTo>
                    <a:pt x="668" y="1402"/>
                  </a:lnTo>
                  <a:lnTo>
                    <a:pt x="1001" y="103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4524;p75">
              <a:extLst>
                <a:ext uri="{FF2B5EF4-FFF2-40B4-BE49-F238E27FC236}">
                  <a16:creationId xmlns:a16="http://schemas.microsoft.com/office/drawing/2014/main" id="{64A094AA-251C-B36C-0E43-3AF66382F297}"/>
                </a:ext>
              </a:extLst>
            </p:cNvPr>
            <p:cNvSpPr/>
            <p:nvPr/>
          </p:nvSpPr>
          <p:spPr>
            <a:xfrm>
              <a:off x="3532700" y="4233700"/>
              <a:ext cx="47550" cy="25450"/>
            </a:xfrm>
            <a:custGeom>
              <a:avLst/>
              <a:gdLst/>
              <a:ahLst/>
              <a:cxnLst/>
              <a:rect l="l" t="t" r="r" b="b"/>
              <a:pathLst>
                <a:path w="1902" h="1018" extrusionOk="0">
                  <a:moveTo>
                    <a:pt x="1369" y="1"/>
                  </a:moveTo>
                  <a:cubicBezTo>
                    <a:pt x="1057" y="1"/>
                    <a:pt x="742" y="89"/>
                    <a:pt x="467" y="258"/>
                  </a:cubicBezTo>
                  <a:cubicBezTo>
                    <a:pt x="0" y="558"/>
                    <a:pt x="34" y="759"/>
                    <a:pt x="300" y="925"/>
                  </a:cubicBezTo>
                  <a:cubicBezTo>
                    <a:pt x="367" y="959"/>
                    <a:pt x="434" y="959"/>
                    <a:pt x="501" y="992"/>
                  </a:cubicBezTo>
                  <a:cubicBezTo>
                    <a:pt x="567" y="1009"/>
                    <a:pt x="634" y="1017"/>
                    <a:pt x="701" y="1017"/>
                  </a:cubicBezTo>
                  <a:cubicBezTo>
                    <a:pt x="767" y="1017"/>
                    <a:pt x="834" y="1009"/>
                    <a:pt x="901" y="992"/>
                  </a:cubicBezTo>
                  <a:cubicBezTo>
                    <a:pt x="1234" y="925"/>
                    <a:pt x="1601" y="825"/>
                    <a:pt x="1902" y="725"/>
                  </a:cubicBezTo>
                  <a:lnTo>
                    <a:pt x="1902" y="91"/>
                  </a:lnTo>
                  <a:cubicBezTo>
                    <a:pt x="1730" y="30"/>
                    <a:pt x="1550" y="1"/>
                    <a:pt x="13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4525;p75">
              <a:extLst>
                <a:ext uri="{FF2B5EF4-FFF2-40B4-BE49-F238E27FC236}">
                  <a16:creationId xmlns:a16="http://schemas.microsoft.com/office/drawing/2014/main" id="{2C5C5439-CA07-EFFD-C902-011BFD5A5D41}"/>
                </a:ext>
              </a:extLst>
            </p:cNvPr>
            <p:cNvSpPr/>
            <p:nvPr/>
          </p:nvSpPr>
          <p:spPr>
            <a:xfrm>
              <a:off x="3532700" y="4233700"/>
              <a:ext cx="47550" cy="25450"/>
            </a:xfrm>
            <a:custGeom>
              <a:avLst/>
              <a:gdLst/>
              <a:ahLst/>
              <a:cxnLst/>
              <a:rect l="l" t="t" r="r" b="b"/>
              <a:pathLst>
                <a:path w="1902" h="1018" extrusionOk="0">
                  <a:moveTo>
                    <a:pt x="1369" y="1"/>
                  </a:moveTo>
                  <a:cubicBezTo>
                    <a:pt x="1057" y="1"/>
                    <a:pt x="742" y="89"/>
                    <a:pt x="467" y="258"/>
                  </a:cubicBezTo>
                  <a:cubicBezTo>
                    <a:pt x="0" y="558"/>
                    <a:pt x="34" y="759"/>
                    <a:pt x="300" y="925"/>
                  </a:cubicBezTo>
                  <a:cubicBezTo>
                    <a:pt x="367" y="959"/>
                    <a:pt x="434" y="959"/>
                    <a:pt x="501" y="992"/>
                  </a:cubicBezTo>
                  <a:cubicBezTo>
                    <a:pt x="567" y="1009"/>
                    <a:pt x="634" y="1017"/>
                    <a:pt x="701" y="1017"/>
                  </a:cubicBezTo>
                  <a:cubicBezTo>
                    <a:pt x="767" y="1017"/>
                    <a:pt x="834" y="1009"/>
                    <a:pt x="901" y="992"/>
                  </a:cubicBezTo>
                  <a:cubicBezTo>
                    <a:pt x="1234" y="925"/>
                    <a:pt x="1601" y="825"/>
                    <a:pt x="1902" y="725"/>
                  </a:cubicBezTo>
                  <a:lnTo>
                    <a:pt x="1902" y="91"/>
                  </a:lnTo>
                  <a:cubicBezTo>
                    <a:pt x="1730" y="30"/>
                    <a:pt x="1550" y="1"/>
                    <a:pt x="13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4526;p75">
              <a:extLst>
                <a:ext uri="{FF2B5EF4-FFF2-40B4-BE49-F238E27FC236}">
                  <a16:creationId xmlns:a16="http://schemas.microsoft.com/office/drawing/2014/main" id="{18C45E2D-38ED-FEDC-8056-797A0B7D327B}"/>
                </a:ext>
              </a:extLst>
            </p:cNvPr>
            <p:cNvSpPr/>
            <p:nvPr/>
          </p:nvSpPr>
          <p:spPr>
            <a:xfrm>
              <a:off x="3481000" y="4219300"/>
              <a:ext cx="216000" cy="128450"/>
            </a:xfrm>
            <a:custGeom>
              <a:avLst/>
              <a:gdLst/>
              <a:ahLst/>
              <a:cxnLst/>
              <a:rect l="l" t="t" r="r" b="b"/>
              <a:pathLst>
                <a:path w="8640" h="5138" extrusionOk="0">
                  <a:moveTo>
                    <a:pt x="0" y="0"/>
                  </a:moveTo>
                  <a:lnTo>
                    <a:pt x="0" y="901"/>
                  </a:lnTo>
                  <a:lnTo>
                    <a:pt x="300" y="1068"/>
                  </a:lnTo>
                  <a:lnTo>
                    <a:pt x="200" y="1468"/>
                  </a:lnTo>
                  <a:lnTo>
                    <a:pt x="200" y="2302"/>
                  </a:lnTo>
                  <a:cubicBezTo>
                    <a:pt x="200" y="2636"/>
                    <a:pt x="434" y="2969"/>
                    <a:pt x="967" y="3269"/>
                  </a:cubicBezTo>
                  <a:cubicBezTo>
                    <a:pt x="1440" y="3527"/>
                    <a:pt x="1981" y="3660"/>
                    <a:pt x="2538" y="3660"/>
                  </a:cubicBezTo>
                  <a:cubicBezTo>
                    <a:pt x="2847" y="3660"/>
                    <a:pt x="3160" y="3619"/>
                    <a:pt x="3469" y="3536"/>
                  </a:cubicBezTo>
                  <a:lnTo>
                    <a:pt x="3945" y="3409"/>
                  </a:lnTo>
                  <a:lnTo>
                    <a:pt x="4537" y="2836"/>
                  </a:lnTo>
                  <a:cubicBezTo>
                    <a:pt x="4762" y="2941"/>
                    <a:pt x="5007" y="2992"/>
                    <a:pt x="5252" y="2992"/>
                  </a:cubicBezTo>
                  <a:cubicBezTo>
                    <a:pt x="5551" y="2992"/>
                    <a:pt x="5848" y="2916"/>
                    <a:pt x="6104" y="2769"/>
                  </a:cubicBezTo>
                  <a:cubicBezTo>
                    <a:pt x="6505" y="2535"/>
                    <a:pt x="6605" y="2302"/>
                    <a:pt x="6271" y="2102"/>
                  </a:cubicBezTo>
                  <a:cubicBezTo>
                    <a:pt x="6131" y="2023"/>
                    <a:pt x="5981" y="1990"/>
                    <a:pt x="5820" y="1990"/>
                  </a:cubicBezTo>
                  <a:cubicBezTo>
                    <a:pt x="5368" y="1990"/>
                    <a:pt x="4825" y="2248"/>
                    <a:pt x="4136" y="2469"/>
                  </a:cubicBezTo>
                  <a:cubicBezTo>
                    <a:pt x="3601" y="2629"/>
                    <a:pt x="3047" y="2771"/>
                    <a:pt x="2479" y="2771"/>
                  </a:cubicBezTo>
                  <a:cubicBezTo>
                    <a:pt x="1985" y="2771"/>
                    <a:pt x="1480" y="2664"/>
                    <a:pt x="967" y="2369"/>
                  </a:cubicBezTo>
                  <a:cubicBezTo>
                    <a:pt x="467" y="2068"/>
                    <a:pt x="234" y="1768"/>
                    <a:pt x="234" y="1435"/>
                  </a:cubicBezTo>
                  <a:cubicBezTo>
                    <a:pt x="267" y="1034"/>
                    <a:pt x="500" y="701"/>
                    <a:pt x="834" y="501"/>
                  </a:cubicBezTo>
                  <a:lnTo>
                    <a:pt x="0" y="0"/>
                  </a:lnTo>
                  <a:close/>
                  <a:moveTo>
                    <a:pt x="3970" y="3403"/>
                  </a:moveTo>
                  <a:lnTo>
                    <a:pt x="3945" y="3409"/>
                  </a:lnTo>
                  <a:lnTo>
                    <a:pt x="3436" y="3903"/>
                  </a:lnTo>
                  <a:cubicBezTo>
                    <a:pt x="3447" y="3907"/>
                    <a:pt x="3458" y="3911"/>
                    <a:pt x="3469" y="3914"/>
                  </a:cubicBezTo>
                  <a:lnTo>
                    <a:pt x="3469" y="3914"/>
                  </a:lnTo>
                  <a:lnTo>
                    <a:pt x="3469" y="3903"/>
                  </a:lnTo>
                  <a:lnTo>
                    <a:pt x="3970" y="3403"/>
                  </a:lnTo>
                  <a:close/>
                  <a:moveTo>
                    <a:pt x="8640" y="3603"/>
                  </a:moveTo>
                  <a:lnTo>
                    <a:pt x="7505" y="4237"/>
                  </a:lnTo>
                  <a:lnTo>
                    <a:pt x="6672" y="3770"/>
                  </a:lnTo>
                  <a:cubicBezTo>
                    <a:pt x="6098" y="4022"/>
                    <a:pt x="5478" y="4148"/>
                    <a:pt x="4864" y="4148"/>
                  </a:cubicBezTo>
                  <a:cubicBezTo>
                    <a:pt x="4585" y="4148"/>
                    <a:pt x="4307" y="4122"/>
                    <a:pt x="4036" y="4070"/>
                  </a:cubicBezTo>
                  <a:cubicBezTo>
                    <a:pt x="3847" y="4038"/>
                    <a:pt x="3658" y="3977"/>
                    <a:pt x="3469" y="3914"/>
                  </a:cubicBezTo>
                  <a:lnTo>
                    <a:pt x="3469" y="3914"/>
                  </a:lnTo>
                  <a:lnTo>
                    <a:pt x="3469" y="4804"/>
                  </a:lnTo>
                  <a:cubicBezTo>
                    <a:pt x="3914" y="4962"/>
                    <a:pt x="4384" y="5039"/>
                    <a:pt x="4854" y="5039"/>
                  </a:cubicBezTo>
                  <a:cubicBezTo>
                    <a:pt x="5477" y="5039"/>
                    <a:pt x="6101" y="4903"/>
                    <a:pt x="6672" y="4637"/>
                  </a:cubicBezTo>
                  <a:lnTo>
                    <a:pt x="7505" y="5137"/>
                  </a:lnTo>
                  <a:lnTo>
                    <a:pt x="8640" y="4470"/>
                  </a:lnTo>
                  <a:lnTo>
                    <a:pt x="8640" y="3603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4527;p75">
              <a:extLst>
                <a:ext uri="{FF2B5EF4-FFF2-40B4-BE49-F238E27FC236}">
                  <a16:creationId xmlns:a16="http://schemas.microsoft.com/office/drawing/2014/main" id="{147EDDD9-41FF-9769-BCBB-40C9651F4D55}"/>
                </a:ext>
              </a:extLst>
            </p:cNvPr>
            <p:cNvSpPr/>
            <p:nvPr/>
          </p:nvSpPr>
          <p:spPr>
            <a:xfrm>
              <a:off x="3486000" y="4245975"/>
              <a:ext cx="210175" cy="101775"/>
            </a:xfrm>
            <a:custGeom>
              <a:avLst/>
              <a:gdLst/>
              <a:ahLst/>
              <a:cxnLst/>
              <a:rect l="l" t="t" r="r" b="b"/>
              <a:pathLst>
                <a:path w="8407" h="4071" extrusionOk="0">
                  <a:moveTo>
                    <a:pt x="100" y="1"/>
                  </a:moveTo>
                  <a:lnTo>
                    <a:pt x="0" y="368"/>
                  </a:lnTo>
                  <a:cubicBezTo>
                    <a:pt x="0" y="378"/>
                    <a:pt x="1" y="388"/>
                    <a:pt x="1" y="398"/>
                  </a:cubicBezTo>
                  <a:lnTo>
                    <a:pt x="1" y="398"/>
                  </a:lnTo>
                  <a:lnTo>
                    <a:pt x="100" y="1"/>
                  </a:lnTo>
                  <a:close/>
                  <a:moveTo>
                    <a:pt x="1" y="398"/>
                  </a:moveTo>
                  <a:lnTo>
                    <a:pt x="0" y="401"/>
                  </a:lnTo>
                  <a:lnTo>
                    <a:pt x="0" y="1235"/>
                  </a:lnTo>
                  <a:cubicBezTo>
                    <a:pt x="0" y="1569"/>
                    <a:pt x="234" y="1902"/>
                    <a:pt x="734" y="2202"/>
                  </a:cubicBezTo>
                  <a:cubicBezTo>
                    <a:pt x="1228" y="2460"/>
                    <a:pt x="1777" y="2593"/>
                    <a:pt x="2328" y="2593"/>
                  </a:cubicBezTo>
                  <a:cubicBezTo>
                    <a:pt x="2633" y="2593"/>
                    <a:pt x="2939" y="2552"/>
                    <a:pt x="3236" y="2469"/>
                  </a:cubicBezTo>
                  <a:lnTo>
                    <a:pt x="3736" y="2336"/>
                  </a:lnTo>
                  <a:lnTo>
                    <a:pt x="3736" y="2336"/>
                  </a:lnTo>
                  <a:lnTo>
                    <a:pt x="4303" y="1769"/>
                  </a:lnTo>
                  <a:cubicBezTo>
                    <a:pt x="4544" y="1874"/>
                    <a:pt x="4791" y="1925"/>
                    <a:pt x="5035" y="1925"/>
                  </a:cubicBezTo>
                  <a:cubicBezTo>
                    <a:pt x="5334" y="1925"/>
                    <a:pt x="5629" y="1849"/>
                    <a:pt x="5904" y="1702"/>
                  </a:cubicBezTo>
                  <a:cubicBezTo>
                    <a:pt x="6271" y="1468"/>
                    <a:pt x="6371" y="1235"/>
                    <a:pt x="6038" y="1035"/>
                  </a:cubicBezTo>
                  <a:cubicBezTo>
                    <a:pt x="5897" y="956"/>
                    <a:pt x="5748" y="923"/>
                    <a:pt x="5587" y="923"/>
                  </a:cubicBezTo>
                  <a:cubicBezTo>
                    <a:pt x="5135" y="923"/>
                    <a:pt x="4591" y="1181"/>
                    <a:pt x="3903" y="1402"/>
                  </a:cubicBezTo>
                  <a:cubicBezTo>
                    <a:pt x="3386" y="1562"/>
                    <a:pt x="2830" y="1704"/>
                    <a:pt x="2257" y="1704"/>
                  </a:cubicBezTo>
                  <a:cubicBezTo>
                    <a:pt x="1759" y="1704"/>
                    <a:pt x="1246" y="1597"/>
                    <a:pt x="734" y="1302"/>
                  </a:cubicBezTo>
                  <a:cubicBezTo>
                    <a:pt x="281" y="1011"/>
                    <a:pt x="17" y="720"/>
                    <a:pt x="1" y="398"/>
                  </a:cubicBezTo>
                  <a:close/>
                  <a:moveTo>
                    <a:pt x="8406" y="2536"/>
                  </a:moveTo>
                  <a:lnTo>
                    <a:pt x="7305" y="3170"/>
                  </a:lnTo>
                  <a:lnTo>
                    <a:pt x="6472" y="2703"/>
                  </a:lnTo>
                  <a:cubicBezTo>
                    <a:pt x="5898" y="2955"/>
                    <a:pt x="5278" y="3081"/>
                    <a:pt x="4664" y="3081"/>
                  </a:cubicBezTo>
                  <a:cubicBezTo>
                    <a:pt x="4385" y="3081"/>
                    <a:pt x="4107" y="3055"/>
                    <a:pt x="3836" y="3003"/>
                  </a:cubicBezTo>
                  <a:cubicBezTo>
                    <a:pt x="3636" y="2970"/>
                    <a:pt x="3436" y="2903"/>
                    <a:pt x="3236" y="2836"/>
                  </a:cubicBezTo>
                  <a:lnTo>
                    <a:pt x="3236" y="3737"/>
                  </a:lnTo>
                  <a:cubicBezTo>
                    <a:pt x="3695" y="3895"/>
                    <a:pt x="4167" y="3972"/>
                    <a:pt x="4637" y="3972"/>
                  </a:cubicBezTo>
                  <a:cubicBezTo>
                    <a:pt x="5261" y="3972"/>
                    <a:pt x="5882" y="3836"/>
                    <a:pt x="6472" y="3570"/>
                  </a:cubicBezTo>
                  <a:lnTo>
                    <a:pt x="7305" y="4070"/>
                  </a:lnTo>
                  <a:lnTo>
                    <a:pt x="8406" y="3403"/>
                  </a:lnTo>
                  <a:lnTo>
                    <a:pt x="8406" y="25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4528;p75">
              <a:extLst>
                <a:ext uri="{FF2B5EF4-FFF2-40B4-BE49-F238E27FC236}">
                  <a16:creationId xmlns:a16="http://schemas.microsoft.com/office/drawing/2014/main" id="{AE590437-5F0C-6954-742B-D8FF33B27F6C}"/>
                </a:ext>
              </a:extLst>
            </p:cNvPr>
            <p:cNvSpPr/>
            <p:nvPr/>
          </p:nvSpPr>
          <p:spPr>
            <a:xfrm>
              <a:off x="3481000" y="4219300"/>
              <a:ext cx="20875" cy="26700"/>
            </a:xfrm>
            <a:custGeom>
              <a:avLst/>
              <a:gdLst/>
              <a:ahLst/>
              <a:cxnLst/>
              <a:rect l="l" t="t" r="r" b="b"/>
              <a:pathLst>
                <a:path w="835" h="1068" extrusionOk="0">
                  <a:moveTo>
                    <a:pt x="0" y="0"/>
                  </a:moveTo>
                  <a:lnTo>
                    <a:pt x="0" y="901"/>
                  </a:lnTo>
                  <a:lnTo>
                    <a:pt x="300" y="1068"/>
                  </a:lnTo>
                  <a:cubicBezTo>
                    <a:pt x="434" y="834"/>
                    <a:pt x="601" y="634"/>
                    <a:pt x="834" y="5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4529;p75">
              <a:extLst>
                <a:ext uri="{FF2B5EF4-FFF2-40B4-BE49-F238E27FC236}">
                  <a16:creationId xmlns:a16="http://schemas.microsoft.com/office/drawing/2014/main" id="{AA954FAF-ED1A-9BDA-3539-B235906E2579}"/>
                </a:ext>
              </a:extLst>
            </p:cNvPr>
            <p:cNvSpPr/>
            <p:nvPr/>
          </p:nvSpPr>
          <p:spPr>
            <a:xfrm>
              <a:off x="3676125" y="4276000"/>
              <a:ext cx="15875" cy="29225"/>
            </a:xfrm>
            <a:custGeom>
              <a:avLst/>
              <a:gdLst/>
              <a:ahLst/>
              <a:cxnLst/>
              <a:rect l="l" t="t" r="r" b="b"/>
              <a:pathLst>
                <a:path w="635" h="1169" extrusionOk="0">
                  <a:moveTo>
                    <a:pt x="634" y="1"/>
                  </a:moveTo>
                  <a:cubicBezTo>
                    <a:pt x="568" y="368"/>
                    <a:pt x="334" y="701"/>
                    <a:pt x="1" y="835"/>
                  </a:cubicBezTo>
                  <a:lnTo>
                    <a:pt x="568" y="1168"/>
                  </a:lnTo>
                  <a:cubicBezTo>
                    <a:pt x="601" y="1035"/>
                    <a:pt x="634" y="901"/>
                    <a:pt x="634" y="734"/>
                  </a:cubicBezTo>
                  <a:cubicBezTo>
                    <a:pt x="634" y="734"/>
                    <a:pt x="634" y="234"/>
                    <a:pt x="6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4530;p75">
              <a:extLst>
                <a:ext uri="{FF2B5EF4-FFF2-40B4-BE49-F238E27FC236}">
                  <a16:creationId xmlns:a16="http://schemas.microsoft.com/office/drawing/2014/main" id="{6108A364-E2BF-E8C7-D2F6-E4764CFA0BE0}"/>
                </a:ext>
              </a:extLst>
            </p:cNvPr>
            <p:cNvSpPr/>
            <p:nvPr/>
          </p:nvSpPr>
          <p:spPr>
            <a:xfrm>
              <a:off x="3676125" y="4276000"/>
              <a:ext cx="15875" cy="29225"/>
            </a:xfrm>
            <a:custGeom>
              <a:avLst/>
              <a:gdLst/>
              <a:ahLst/>
              <a:cxnLst/>
              <a:rect l="l" t="t" r="r" b="b"/>
              <a:pathLst>
                <a:path w="635" h="1169" extrusionOk="0">
                  <a:moveTo>
                    <a:pt x="634" y="1"/>
                  </a:moveTo>
                  <a:cubicBezTo>
                    <a:pt x="568" y="368"/>
                    <a:pt x="334" y="701"/>
                    <a:pt x="1" y="835"/>
                  </a:cubicBezTo>
                  <a:lnTo>
                    <a:pt x="568" y="1168"/>
                  </a:lnTo>
                  <a:cubicBezTo>
                    <a:pt x="601" y="1035"/>
                    <a:pt x="634" y="901"/>
                    <a:pt x="634" y="734"/>
                  </a:cubicBezTo>
                  <a:cubicBezTo>
                    <a:pt x="634" y="734"/>
                    <a:pt x="634" y="234"/>
                    <a:pt x="6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4531;p75">
              <a:extLst>
                <a:ext uri="{FF2B5EF4-FFF2-40B4-BE49-F238E27FC236}">
                  <a16:creationId xmlns:a16="http://schemas.microsoft.com/office/drawing/2014/main" id="{8E845668-53C2-CA1F-13F1-AEB54C446905}"/>
                </a:ext>
              </a:extLst>
            </p:cNvPr>
            <p:cNvSpPr/>
            <p:nvPr/>
          </p:nvSpPr>
          <p:spPr>
            <a:xfrm>
              <a:off x="3481000" y="4202625"/>
              <a:ext cx="215175" cy="122600"/>
            </a:xfrm>
            <a:custGeom>
              <a:avLst/>
              <a:gdLst/>
              <a:ahLst/>
              <a:cxnLst/>
              <a:rect l="l" t="t" r="r" b="b"/>
              <a:pathLst>
                <a:path w="8607" h="4904" extrusionOk="0">
                  <a:moveTo>
                    <a:pt x="1134" y="0"/>
                  </a:moveTo>
                  <a:lnTo>
                    <a:pt x="0" y="634"/>
                  </a:lnTo>
                  <a:lnTo>
                    <a:pt x="834" y="1134"/>
                  </a:lnTo>
                  <a:cubicBezTo>
                    <a:pt x="500" y="1334"/>
                    <a:pt x="267" y="1668"/>
                    <a:pt x="200" y="2068"/>
                  </a:cubicBezTo>
                  <a:cubicBezTo>
                    <a:pt x="200" y="2402"/>
                    <a:pt x="467" y="2702"/>
                    <a:pt x="967" y="3002"/>
                  </a:cubicBezTo>
                  <a:cubicBezTo>
                    <a:pt x="1464" y="3297"/>
                    <a:pt x="1968" y="3404"/>
                    <a:pt x="2466" y="3404"/>
                  </a:cubicBezTo>
                  <a:cubicBezTo>
                    <a:pt x="3038" y="3404"/>
                    <a:pt x="3601" y="3263"/>
                    <a:pt x="4136" y="3102"/>
                  </a:cubicBezTo>
                  <a:cubicBezTo>
                    <a:pt x="4800" y="2881"/>
                    <a:pt x="5355" y="2624"/>
                    <a:pt x="5801" y="2624"/>
                  </a:cubicBezTo>
                  <a:cubicBezTo>
                    <a:pt x="5961" y="2624"/>
                    <a:pt x="6106" y="2657"/>
                    <a:pt x="6238" y="2735"/>
                  </a:cubicBezTo>
                  <a:cubicBezTo>
                    <a:pt x="6571" y="2936"/>
                    <a:pt x="6471" y="3169"/>
                    <a:pt x="6104" y="3403"/>
                  </a:cubicBezTo>
                  <a:cubicBezTo>
                    <a:pt x="5848" y="3549"/>
                    <a:pt x="5551" y="3625"/>
                    <a:pt x="5252" y="3625"/>
                  </a:cubicBezTo>
                  <a:cubicBezTo>
                    <a:pt x="5007" y="3625"/>
                    <a:pt x="4762" y="3574"/>
                    <a:pt x="4537" y="3469"/>
                  </a:cubicBezTo>
                  <a:lnTo>
                    <a:pt x="3436" y="4570"/>
                  </a:lnTo>
                  <a:cubicBezTo>
                    <a:pt x="3636" y="4637"/>
                    <a:pt x="3836" y="4704"/>
                    <a:pt x="4036" y="4737"/>
                  </a:cubicBezTo>
                  <a:cubicBezTo>
                    <a:pt x="4370" y="4804"/>
                    <a:pt x="4703" y="4837"/>
                    <a:pt x="5037" y="4837"/>
                  </a:cubicBezTo>
                  <a:cubicBezTo>
                    <a:pt x="5604" y="4770"/>
                    <a:pt x="6138" y="4637"/>
                    <a:pt x="6672" y="4437"/>
                  </a:cubicBezTo>
                  <a:lnTo>
                    <a:pt x="7505" y="4904"/>
                  </a:lnTo>
                  <a:lnTo>
                    <a:pt x="8606" y="4270"/>
                  </a:lnTo>
                  <a:lnTo>
                    <a:pt x="8439" y="4170"/>
                  </a:lnTo>
                  <a:lnTo>
                    <a:pt x="7806" y="3770"/>
                  </a:lnTo>
                  <a:cubicBezTo>
                    <a:pt x="8173" y="3603"/>
                    <a:pt x="8439" y="3202"/>
                    <a:pt x="8439" y="2802"/>
                  </a:cubicBezTo>
                  <a:cubicBezTo>
                    <a:pt x="8439" y="2769"/>
                    <a:pt x="8439" y="2735"/>
                    <a:pt x="8439" y="2702"/>
                  </a:cubicBezTo>
                  <a:cubicBezTo>
                    <a:pt x="8373" y="2302"/>
                    <a:pt x="8106" y="1968"/>
                    <a:pt x="7739" y="1835"/>
                  </a:cubicBezTo>
                  <a:cubicBezTo>
                    <a:pt x="7272" y="1568"/>
                    <a:pt x="6738" y="1435"/>
                    <a:pt x="6238" y="1435"/>
                  </a:cubicBezTo>
                  <a:lnTo>
                    <a:pt x="5704" y="1435"/>
                  </a:lnTo>
                  <a:cubicBezTo>
                    <a:pt x="5437" y="1468"/>
                    <a:pt x="5204" y="1535"/>
                    <a:pt x="4970" y="1601"/>
                  </a:cubicBezTo>
                  <a:cubicBezTo>
                    <a:pt x="4837" y="1601"/>
                    <a:pt x="4737" y="1635"/>
                    <a:pt x="4637" y="1701"/>
                  </a:cubicBezTo>
                  <a:lnTo>
                    <a:pt x="4170" y="1835"/>
                  </a:lnTo>
                  <a:lnTo>
                    <a:pt x="3970" y="1902"/>
                  </a:lnTo>
                  <a:cubicBezTo>
                    <a:pt x="3669" y="2035"/>
                    <a:pt x="3336" y="2135"/>
                    <a:pt x="2969" y="2202"/>
                  </a:cubicBezTo>
                  <a:lnTo>
                    <a:pt x="2569" y="2202"/>
                  </a:lnTo>
                  <a:cubicBezTo>
                    <a:pt x="2502" y="2168"/>
                    <a:pt x="2435" y="2135"/>
                    <a:pt x="2368" y="2102"/>
                  </a:cubicBezTo>
                  <a:cubicBezTo>
                    <a:pt x="2102" y="1968"/>
                    <a:pt x="2068" y="1735"/>
                    <a:pt x="2535" y="1468"/>
                  </a:cubicBezTo>
                  <a:cubicBezTo>
                    <a:pt x="2810" y="1299"/>
                    <a:pt x="3125" y="1210"/>
                    <a:pt x="3446" y="1210"/>
                  </a:cubicBezTo>
                  <a:cubicBezTo>
                    <a:pt x="3631" y="1210"/>
                    <a:pt x="3819" y="1240"/>
                    <a:pt x="4003" y="1301"/>
                  </a:cubicBezTo>
                  <a:lnTo>
                    <a:pt x="5004" y="300"/>
                  </a:lnTo>
                  <a:cubicBezTo>
                    <a:pt x="4572" y="171"/>
                    <a:pt x="4128" y="103"/>
                    <a:pt x="3685" y="103"/>
                  </a:cubicBezTo>
                  <a:cubicBezTo>
                    <a:pt x="3101" y="103"/>
                    <a:pt x="2518" y="221"/>
                    <a:pt x="1968" y="467"/>
                  </a:cubicBezTo>
                  <a:lnTo>
                    <a:pt x="11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4532;p75">
              <a:extLst>
                <a:ext uri="{FF2B5EF4-FFF2-40B4-BE49-F238E27FC236}">
                  <a16:creationId xmlns:a16="http://schemas.microsoft.com/office/drawing/2014/main" id="{1432BD97-9E63-E38B-3332-A13E62F12996}"/>
                </a:ext>
              </a:extLst>
            </p:cNvPr>
            <p:cNvSpPr/>
            <p:nvPr/>
          </p:nvSpPr>
          <p:spPr>
            <a:xfrm>
              <a:off x="3647775" y="4313525"/>
              <a:ext cx="20875" cy="34225"/>
            </a:xfrm>
            <a:custGeom>
              <a:avLst/>
              <a:gdLst/>
              <a:ahLst/>
              <a:cxnLst/>
              <a:rect l="l" t="t" r="r" b="b"/>
              <a:pathLst>
                <a:path w="835" h="1369" extrusionOk="0">
                  <a:moveTo>
                    <a:pt x="1" y="1"/>
                  </a:moveTo>
                  <a:lnTo>
                    <a:pt x="1" y="868"/>
                  </a:lnTo>
                  <a:lnTo>
                    <a:pt x="834" y="1368"/>
                  </a:lnTo>
                  <a:lnTo>
                    <a:pt x="834" y="4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4533;p75">
              <a:extLst>
                <a:ext uri="{FF2B5EF4-FFF2-40B4-BE49-F238E27FC236}">
                  <a16:creationId xmlns:a16="http://schemas.microsoft.com/office/drawing/2014/main" id="{C5D22B30-A9C5-5093-B540-4888347872E2}"/>
                </a:ext>
              </a:extLst>
            </p:cNvPr>
            <p:cNvSpPr/>
            <p:nvPr/>
          </p:nvSpPr>
          <p:spPr>
            <a:xfrm>
              <a:off x="3647775" y="4313525"/>
              <a:ext cx="20875" cy="34225"/>
            </a:xfrm>
            <a:custGeom>
              <a:avLst/>
              <a:gdLst/>
              <a:ahLst/>
              <a:cxnLst/>
              <a:rect l="l" t="t" r="r" b="b"/>
              <a:pathLst>
                <a:path w="835" h="1369" extrusionOk="0">
                  <a:moveTo>
                    <a:pt x="1" y="1"/>
                  </a:moveTo>
                  <a:lnTo>
                    <a:pt x="1" y="868"/>
                  </a:lnTo>
                  <a:lnTo>
                    <a:pt x="834" y="1368"/>
                  </a:lnTo>
                  <a:lnTo>
                    <a:pt x="834" y="4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4534;p75">
              <a:extLst>
                <a:ext uri="{FF2B5EF4-FFF2-40B4-BE49-F238E27FC236}">
                  <a16:creationId xmlns:a16="http://schemas.microsoft.com/office/drawing/2014/main" id="{D55E3DDC-72DB-0627-C0D0-D9100B3EC7A0}"/>
                </a:ext>
              </a:extLst>
            </p:cNvPr>
            <p:cNvSpPr/>
            <p:nvPr/>
          </p:nvSpPr>
          <p:spPr>
            <a:xfrm>
              <a:off x="3481000" y="4203450"/>
              <a:ext cx="49225" cy="15875"/>
            </a:xfrm>
            <a:custGeom>
              <a:avLst/>
              <a:gdLst/>
              <a:ahLst/>
              <a:cxnLst/>
              <a:rect l="l" t="t" r="r" b="b"/>
              <a:pathLst>
                <a:path w="1969" h="635" extrusionOk="0">
                  <a:moveTo>
                    <a:pt x="1134" y="1"/>
                  </a:moveTo>
                  <a:lnTo>
                    <a:pt x="0" y="634"/>
                  </a:lnTo>
                  <a:lnTo>
                    <a:pt x="0" y="634"/>
                  </a:lnTo>
                  <a:lnTo>
                    <a:pt x="1134" y="134"/>
                  </a:lnTo>
                  <a:lnTo>
                    <a:pt x="1968" y="468"/>
                  </a:lnTo>
                  <a:lnTo>
                    <a:pt x="113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4535;p75">
              <a:extLst>
                <a:ext uri="{FF2B5EF4-FFF2-40B4-BE49-F238E27FC236}">
                  <a16:creationId xmlns:a16="http://schemas.microsoft.com/office/drawing/2014/main" id="{FA657524-8144-C182-A1A5-C6D4955CF80F}"/>
                </a:ext>
              </a:extLst>
            </p:cNvPr>
            <p:cNvSpPr/>
            <p:nvPr/>
          </p:nvSpPr>
          <p:spPr>
            <a:xfrm>
              <a:off x="3544375" y="4210950"/>
              <a:ext cx="60900" cy="29225"/>
            </a:xfrm>
            <a:custGeom>
              <a:avLst/>
              <a:gdLst/>
              <a:ahLst/>
              <a:cxnLst/>
              <a:rect l="l" t="t" r="r" b="b"/>
              <a:pathLst>
                <a:path w="2436" h="1169" extrusionOk="0">
                  <a:moveTo>
                    <a:pt x="2435" y="1"/>
                  </a:moveTo>
                  <a:lnTo>
                    <a:pt x="1435" y="901"/>
                  </a:lnTo>
                  <a:cubicBezTo>
                    <a:pt x="1275" y="848"/>
                    <a:pt x="1112" y="822"/>
                    <a:pt x="951" y="822"/>
                  </a:cubicBezTo>
                  <a:cubicBezTo>
                    <a:pt x="607" y="822"/>
                    <a:pt x="273" y="941"/>
                    <a:pt x="0" y="1168"/>
                  </a:cubicBezTo>
                  <a:cubicBezTo>
                    <a:pt x="275" y="999"/>
                    <a:pt x="590" y="911"/>
                    <a:pt x="902" y="911"/>
                  </a:cubicBezTo>
                  <a:cubicBezTo>
                    <a:pt x="1083" y="911"/>
                    <a:pt x="1263" y="940"/>
                    <a:pt x="1435" y="1001"/>
                  </a:cubicBezTo>
                  <a:lnTo>
                    <a:pt x="243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4536;p75">
              <a:extLst>
                <a:ext uri="{FF2B5EF4-FFF2-40B4-BE49-F238E27FC236}">
                  <a16:creationId xmlns:a16="http://schemas.microsoft.com/office/drawing/2014/main" id="{B596914A-672C-A7C2-EE63-1573E941B167}"/>
                </a:ext>
              </a:extLst>
            </p:cNvPr>
            <p:cNvSpPr/>
            <p:nvPr/>
          </p:nvSpPr>
          <p:spPr>
            <a:xfrm>
              <a:off x="3566875" y="4291025"/>
              <a:ext cx="40075" cy="32525"/>
            </a:xfrm>
            <a:custGeom>
              <a:avLst/>
              <a:gdLst/>
              <a:ahLst/>
              <a:cxnLst/>
              <a:rect l="l" t="t" r="r" b="b"/>
              <a:pathLst>
                <a:path w="1603" h="1301" extrusionOk="0">
                  <a:moveTo>
                    <a:pt x="1068" y="0"/>
                  </a:moveTo>
                  <a:lnTo>
                    <a:pt x="1" y="1034"/>
                  </a:lnTo>
                  <a:cubicBezTo>
                    <a:pt x="201" y="1101"/>
                    <a:pt x="401" y="1168"/>
                    <a:pt x="601" y="1201"/>
                  </a:cubicBezTo>
                  <a:cubicBezTo>
                    <a:pt x="935" y="1268"/>
                    <a:pt x="1268" y="1301"/>
                    <a:pt x="1602" y="1301"/>
                  </a:cubicBezTo>
                  <a:cubicBezTo>
                    <a:pt x="1102" y="1301"/>
                    <a:pt x="635" y="1201"/>
                    <a:pt x="168" y="1001"/>
                  </a:cubicBezTo>
                  <a:lnTo>
                    <a:pt x="106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4537;p75">
              <a:extLst>
                <a:ext uri="{FF2B5EF4-FFF2-40B4-BE49-F238E27FC236}">
                  <a16:creationId xmlns:a16="http://schemas.microsoft.com/office/drawing/2014/main" id="{7B322D26-A253-D5E0-272F-734C50B80377}"/>
                </a:ext>
              </a:extLst>
            </p:cNvPr>
            <p:cNvSpPr/>
            <p:nvPr/>
          </p:nvSpPr>
          <p:spPr>
            <a:xfrm>
              <a:off x="3647775" y="4309350"/>
              <a:ext cx="49225" cy="15875"/>
            </a:xfrm>
            <a:custGeom>
              <a:avLst/>
              <a:gdLst/>
              <a:ahLst/>
              <a:cxnLst/>
              <a:rect l="l" t="t" r="r" b="b"/>
              <a:pathLst>
                <a:path w="1969" h="635" extrusionOk="0">
                  <a:moveTo>
                    <a:pt x="1969" y="1"/>
                  </a:moveTo>
                  <a:lnTo>
                    <a:pt x="834" y="535"/>
                  </a:lnTo>
                  <a:lnTo>
                    <a:pt x="1" y="168"/>
                  </a:lnTo>
                  <a:lnTo>
                    <a:pt x="1" y="168"/>
                  </a:lnTo>
                  <a:lnTo>
                    <a:pt x="834" y="635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4538;p75">
              <a:extLst>
                <a:ext uri="{FF2B5EF4-FFF2-40B4-BE49-F238E27FC236}">
                  <a16:creationId xmlns:a16="http://schemas.microsoft.com/office/drawing/2014/main" id="{6356E4AD-38A1-67C1-B8B8-9CAD5725E3D3}"/>
                </a:ext>
              </a:extLst>
            </p:cNvPr>
            <p:cNvSpPr/>
            <p:nvPr/>
          </p:nvSpPr>
          <p:spPr>
            <a:xfrm>
              <a:off x="3322550" y="4124225"/>
              <a:ext cx="266875" cy="149300"/>
            </a:xfrm>
            <a:custGeom>
              <a:avLst/>
              <a:gdLst/>
              <a:ahLst/>
              <a:cxnLst/>
              <a:rect l="l" t="t" r="r" b="b"/>
              <a:pathLst>
                <a:path w="10675" h="5972" extrusionOk="0">
                  <a:moveTo>
                    <a:pt x="10675" y="1"/>
                  </a:moveTo>
                  <a:cubicBezTo>
                    <a:pt x="7772" y="1"/>
                    <a:pt x="5037" y="668"/>
                    <a:pt x="3002" y="1835"/>
                  </a:cubicBezTo>
                  <a:cubicBezTo>
                    <a:pt x="1068" y="2969"/>
                    <a:pt x="0" y="4404"/>
                    <a:pt x="0" y="5972"/>
                  </a:cubicBezTo>
                  <a:cubicBezTo>
                    <a:pt x="0" y="5972"/>
                    <a:pt x="100" y="3803"/>
                    <a:pt x="3102" y="1969"/>
                  </a:cubicBezTo>
                  <a:cubicBezTo>
                    <a:pt x="6071" y="167"/>
                    <a:pt x="10675" y="1"/>
                    <a:pt x="1067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4539;p75">
              <a:extLst>
                <a:ext uri="{FF2B5EF4-FFF2-40B4-BE49-F238E27FC236}">
                  <a16:creationId xmlns:a16="http://schemas.microsoft.com/office/drawing/2014/main" id="{DA9C1EB2-2074-80CC-33A7-C8E9DC6695FF}"/>
                </a:ext>
              </a:extLst>
            </p:cNvPr>
            <p:cNvSpPr/>
            <p:nvPr/>
          </p:nvSpPr>
          <p:spPr>
            <a:xfrm>
              <a:off x="3566875" y="4255150"/>
              <a:ext cx="310225" cy="178950"/>
            </a:xfrm>
            <a:custGeom>
              <a:avLst/>
              <a:gdLst/>
              <a:ahLst/>
              <a:cxnLst/>
              <a:rect l="l" t="t" r="r" b="b"/>
              <a:pathLst>
                <a:path w="12409" h="7158" extrusionOk="0">
                  <a:moveTo>
                    <a:pt x="11943" y="1"/>
                  </a:moveTo>
                  <a:cubicBezTo>
                    <a:pt x="11943" y="2"/>
                    <a:pt x="12409" y="3070"/>
                    <a:pt x="8574" y="5171"/>
                  </a:cubicBezTo>
                  <a:cubicBezTo>
                    <a:pt x="5140" y="7036"/>
                    <a:pt x="1050" y="7141"/>
                    <a:pt x="172" y="7141"/>
                  </a:cubicBezTo>
                  <a:cubicBezTo>
                    <a:pt x="61" y="7141"/>
                    <a:pt x="1" y="7139"/>
                    <a:pt x="1" y="7139"/>
                  </a:cubicBezTo>
                  <a:lnTo>
                    <a:pt x="1" y="7139"/>
                  </a:lnTo>
                  <a:cubicBezTo>
                    <a:pt x="285" y="7151"/>
                    <a:pt x="569" y="7157"/>
                    <a:pt x="854" y="7157"/>
                  </a:cubicBezTo>
                  <a:cubicBezTo>
                    <a:pt x="3710" y="7157"/>
                    <a:pt x="6559" y="6545"/>
                    <a:pt x="8774" y="5271"/>
                  </a:cubicBezTo>
                  <a:cubicBezTo>
                    <a:pt x="11276" y="3837"/>
                    <a:pt x="12310" y="1902"/>
                    <a:pt x="1194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4540;p75">
              <a:extLst>
                <a:ext uri="{FF2B5EF4-FFF2-40B4-BE49-F238E27FC236}">
                  <a16:creationId xmlns:a16="http://schemas.microsoft.com/office/drawing/2014/main" id="{088AA183-4F96-6209-19E1-461BA5C19078}"/>
                </a:ext>
              </a:extLst>
            </p:cNvPr>
            <p:cNvSpPr/>
            <p:nvPr/>
          </p:nvSpPr>
          <p:spPr>
            <a:xfrm>
              <a:off x="4732725" y="2743025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71" y="1"/>
                  </a:moveTo>
                  <a:cubicBezTo>
                    <a:pt x="8314" y="1"/>
                    <a:pt x="5454" y="626"/>
                    <a:pt x="3269" y="1877"/>
                  </a:cubicBezTo>
                  <a:cubicBezTo>
                    <a:pt x="2202" y="2444"/>
                    <a:pt x="1268" y="3278"/>
                    <a:pt x="601" y="4346"/>
                  </a:cubicBezTo>
                  <a:lnTo>
                    <a:pt x="0" y="4346"/>
                  </a:lnTo>
                  <a:lnTo>
                    <a:pt x="0" y="6614"/>
                  </a:lnTo>
                  <a:cubicBezTo>
                    <a:pt x="100" y="8182"/>
                    <a:pt x="1168" y="9749"/>
                    <a:pt x="3269" y="10984"/>
                  </a:cubicBezTo>
                  <a:cubicBezTo>
                    <a:pt x="5454" y="12234"/>
                    <a:pt x="8314" y="12860"/>
                    <a:pt x="11171" y="12860"/>
                  </a:cubicBezTo>
                  <a:cubicBezTo>
                    <a:pt x="14027" y="12860"/>
                    <a:pt x="16879" y="12234"/>
                    <a:pt x="19047" y="10984"/>
                  </a:cubicBezTo>
                  <a:cubicBezTo>
                    <a:pt x="21149" y="9749"/>
                    <a:pt x="22249" y="8182"/>
                    <a:pt x="22316" y="6614"/>
                  </a:cubicBezTo>
                  <a:lnTo>
                    <a:pt x="22316" y="4312"/>
                  </a:lnTo>
                  <a:lnTo>
                    <a:pt x="21716" y="4346"/>
                  </a:lnTo>
                  <a:cubicBezTo>
                    <a:pt x="21049" y="3278"/>
                    <a:pt x="20148" y="2444"/>
                    <a:pt x="19047" y="1877"/>
                  </a:cubicBezTo>
                  <a:cubicBezTo>
                    <a:pt x="16879" y="626"/>
                    <a:pt x="14027" y="1"/>
                    <a:pt x="1117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4541;p75">
              <a:extLst>
                <a:ext uri="{FF2B5EF4-FFF2-40B4-BE49-F238E27FC236}">
                  <a16:creationId xmlns:a16="http://schemas.microsoft.com/office/drawing/2014/main" id="{1B00660A-16B7-71C0-8C8D-66AC46315959}"/>
                </a:ext>
              </a:extLst>
            </p:cNvPr>
            <p:cNvSpPr/>
            <p:nvPr/>
          </p:nvSpPr>
          <p:spPr>
            <a:xfrm>
              <a:off x="4732725" y="2743025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71" y="1"/>
                  </a:moveTo>
                  <a:cubicBezTo>
                    <a:pt x="8314" y="1"/>
                    <a:pt x="5454" y="626"/>
                    <a:pt x="3269" y="1877"/>
                  </a:cubicBezTo>
                  <a:cubicBezTo>
                    <a:pt x="2202" y="2444"/>
                    <a:pt x="1268" y="3278"/>
                    <a:pt x="601" y="4346"/>
                  </a:cubicBezTo>
                  <a:lnTo>
                    <a:pt x="0" y="4346"/>
                  </a:lnTo>
                  <a:lnTo>
                    <a:pt x="0" y="6614"/>
                  </a:lnTo>
                  <a:cubicBezTo>
                    <a:pt x="100" y="8182"/>
                    <a:pt x="1168" y="9749"/>
                    <a:pt x="3269" y="10984"/>
                  </a:cubicBezTo>
                  <a:cubicBezTo>
                    <a:pt x="5454" y="12234"/>
                    <a:pt x="8314" y="12860"/>
                    <a:pt x="11171" y="12860"/>
                  </a:cubicBezTo>
                  <a:cubicBezTo>
                    <a:pt x="14027" y="12860"/>
                    <a:pt x="16879" y="12234"/>
                    <a:pt x="19047" y="10984"/>
                  </a:cubicBezTo>
                  <a:cubicBezTo>
                    <a:pt x="21149" y="9749"/>
                    <a:pt x="22249" y="8182"/>
                    <a:pt x="22316" y="6614"/>
                  </a:cubicBezTo>
                  <a:lnTo>
                    <a:pt x="22316" y="4312"/>
                  </a:lnTo>
                  <a:lnTo>
                    <a:pt x="21716" y="4346"/>
                  </a:lnTo>
                  <a:cubicBezTo>
                    <a:pt x="21049" y="3278"/>
                    <a:pt x="20148" y="2444"/>
                    <a:pt x="19047" y="1877"/>
                  </a:cubicBezTo>
                  <a:cubicBezTo>
                    <a:pt x="16879" y="626"/>
                    <a:pt x="14027" y="1"/>
                    <a:pt x="111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4542;p75">
              <a:extLst>
                <a:ext uri="{FF2B5EF4-FFF2-40B4-BE49-F238E27FC236}">
                  <a16:creationId xmlns:a16="http://schemas.microsoft.com/office/drawing/2014/main" id="{3C8BEA12-150B-EF71-5453-57C136842D1C}"/>
                </a:ext>
              </a:extLst>
            </p:cNvPr>
            <p:cNvSpPr/>
            <p:nvPr/>
          </p:nvSpPr>
          <p:spPr>
            <a:xfrm>
              <a:off x="4732725" y="2742400"/>
              <a:ext cx="279375" cy="321925"/>
            </a:xfrm>
            <a:custGeom>
              <a:avLst/>
              <a:gdLst/>
              <a:ahLst/>
              <a:cxnLst/>
              <a:rect l="l" t="t" r="r" b="b"/>
              <a:pathLst>
                <a:path w="11175" h="12877" extrusionOk="0">
                  <a:moveTo>
                    <a:pt x="11175" y="1"/>
                  </a:moveTo>
                  <a:cubicBezTo>
                    <a:pt x="8306" y="1"/>
                    <a:pt x="5471" y="634"/>
                    <a:pt x="3269" y="1902"/>
                  </a:cubicBezTo>
                  <a:cubicBezTo>
                    <a:pt x="2202" y="2469"/>
                    <a:pt x="1268" y="3303"/>
                    <a:pt x="601" y="4371"/>
                  </a:cubicBezTo>
                  <a:lnTo>
                    <a:pt x="0" y="4371"/>
                  </a:lnTo>
                  <a:lnTo>
                    <a:pt x="0" y="6639"/>
                  </a:lnTo>
                  <a:cubicBezTo>
                    <a:pt x="100" y="8207"/>
                    <a:pt x="1168" y="9774"/>
                    <a:pt x="3269" y="11009"/>
                  </a:cubicBezTo>
                  <a:cubicBezTo>
                    <a:pt x="5471" y="12243"/>
                    <a:pt x="8306" y="12877"/>
                    <a:pt x="11175" y="12877"/>
                  </a:cubicBezTo>
                  <a:lnTo>
                    <a:pt x="111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4543;p75">
              <a:extLst>
                <a:ext uri="{FF2B5EF4-FFF2-40B4-BE49-F238E27FC236}">
                  <a16:creationId xmlns:a16="http://schemas.microsoft.com/office/drawing/2014/main" id="{657E8395-43A2-F2BC-6C42-D65CC08EE07D}"/>
                </a:ext>
              </a:extLst>
            </p:cNvPr>
            <p:cNvSpPr/>
            <p:nvPr/>
          </p:nvSpPr>
          <p:spPr>
            <a:xfrm>
              <a:off x="4732725" y="2768250"/>
              <a:ext cx="126775" cy="269400"/>
            </a:xfrm>
            <a:custGeom>
              <a:avLst/>
              <a:gdLst/>
              <a:ahLst/>
              <a:cxnLst/>
              <a:rect l="l" t="t" r="r" b="b"/>
              <a:pathLst>
                <a:path w="5071" h="10776" extrusionOk="0">
                  <a:moveTo>
                    <a:pt x="5070" y="1"/>
                  </a:moveTo>
                  <a:cubicBezTo>
                    <a:pt x="4437" y="234"/>
                    <a:pt x="3836" y="534"/>
                    <a:pt x="3269" y="835"/>
                  </a:cubicBezTo>
                  <a:cubicBezTo>
                    <a:pt x="2202" y="1435"/>
                    <a:pt x="1268" y="2269"/>
                    <a:pt x="601" y="3303"/>
                  </a:cubicBezTo>
                  <a:lnTo>
                    <a:pt x="0" y="3303"/>
                  </a:lnTo>
                  <a:lnTo>
                    <a:pt x="0" y="5605"/>
                  </a:lnTo>
                  <a:cubicBezTo>
                    <a:pt x="100" y="7173"/>
                    <a:pt x="1168" y="8740"/>
                    <a:pt x="3269" y="9941"/>
                  </a:cubicBezTo>
                  <a:cubicBezTo>
                    <a:pt x="3836" y="10275"/>
                    <a:pt x="4437" y="10542"/>
                    <a:pt x="5070" y="10775"/>
                  </a:cubicBezTo>
                  <a:lnTo>
                    <a:pt x="50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4544;p75">
              <a:extLst>
                <a:ext uri="{FF2B5EF4-FFF2-40B4-BE49-F238E27FC236}">
                  <a16:creationId xmlns:a16="http://schemas.microsoft.com/office/drawing/2014/main" id="{72CAB6DE-D367-E724-9654-303B0D7E6CEB}"/>
                </a:ext>
              </a:extLst>
            </p:cNvPr>
            <p:cNvSpPr/>
            <p:nvPr/>
          </p:nvSpPr>
          <p:spPr>
            <a:xfrm>
              <a:off x="5163850" y="2768250"/>
              <a:ext cx="126800" cy="269400"/>
            </a:xfrm>
            <a:custGeom>
              <a:avLst/>
              <a:gdLst/>
              <a:ahLst/>
              <a:cxnLst/>
              <a:rect l="l" t="t" r="r" b="b"/>
              <a:pathLst>
                <a:path w="5072" h="10776" extrusionOk="0">
                  <a:moveTo>
                    <a:pt x="1" y="1"/>
                  </a:moveTo>
                  <a:lnTo>
                    <a:pt x="1" y="10775"/>
                  </a:lnTo>
                  <a:cubicBezTo>
                    <a:pt x="635" y="10542"/>
                    <a:pt x="1235" y="10275"/>
                    <a:pt x="1802" y="9941"/>
                  </a:cubicBezTo>
                  <a:cubicBezTo>
                    <a:pt x="3904" y="8740"/>
                    <a:pt x="5004" y="7173"/>
                    <a:pt x="5071" y="5605"/>
                  </a:cubicBezTo>
                  <a:lnTo>
                    <a:pt x="5071" y="3303"/>
                  </a:lnTo>
                  <a:lnTo>
                    <a:pt x="4471" y="3303"/>
                  </a:lnTo>
                  <a:cubicBezTo>
                    <a:pt x="3804" y="2269"/>
                    <a:pt x="2903" y="1435"/>
                    <a:pt x="1802" y="835"/>
                  </a:cubicBezTo>
                  <a:cubicBezTo>
                    <a:pt x="1235" y="534"/>
                    <a:pt x="635" y="234"/>
                    <a:pt x="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4545;p75">
              <a:extLst>
                <a:ext uri="{FF2B5EF4-FFF2-40B4-BE49-F238E27FC236}">
                  <a16:creationId xmlns:a16="http://schemas.microsoft.com/office/drawing/2014/main" id="{D6F6B096-C9AF-90CA-B9EF-B30639F3F5F8}"/>
                </a:ext>
              </a:extLst>
            </p:cNvPr>
            <p:cNvSpPr/>
            <p:nvPr/>
          </p:nvSpPr>
          <p:spPr>
            <a:xfrm>
              <a:off x="4706025" y="2690500"/>
              <a:ext cx="612125" cy="321500"/>
            </a:xfrm>
            <a:custGeom>
              <a:avLst/>
              <a:gdLst/>
              <a:ahLst/>
              <a:cxnLst/>
              <a:rect l="l" t="t" r="r" b="b"/>
              <a:pathLst>
                <a:path w="24485" h="12860" extrusionOk="0">
                  <a:moveTo>
                    <a:pt x="12239" y="0"/>
                  </a:moveTo>
                  <a:cubicBezTo>
                    <a:pt x="9382" y="0"/>
                    <a:pt x="6522" y="626"/>
                    <a:pt x="4337" y="1877"/>
                  </a:cubicBezTo>
                  <a:cubicBezTo>
                    <a:pt x="1" y="4378"/>
                    <a:pt x="1" y="8481"/>
                    <a:pt x="4337" y="10983"/>
                  </a:cubicBezTo>
                  <a:cubicBezTo>
                    <a:pt x="6522" y="12234"/>
                    <a:pt x="9382" y="12859"/>
                    <a:pt x="12239" y="12859"/>
                  </a:cubicBezTo>
                  <a:cubicBezTo>
                    <a:pt x="15095" y="12859"/>
                    <a:pt x="17947" y="12234"/>
                    <a:pt x="20115" y="10983"/>
                  </a:cubicBezTo>
                  <a:cubicBezTo>
                    <a:pt x="24485" y="8481"/>
                    <a:pt x="24485" y="4378"/>
                    <a:pt x="20115" y="1877"/>
                  </a:cubicBezTo>
                  <a:cubicBezTo>
                    <a:pt x="17947" y="626"/>
                    <a:pt x="15095" y="0"/>
                    <a:pt x="1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4546;p75">
              <a:extLst>
                <a:ext uri="{FF2B5EF4-FFF2-40B4-BE49-F238E27FC236}">
                  <a16:creationId xmlns:a16="http://schemas.microsoft.com/office/drawing/2014/main" id="{981D12EB-DF6C-5F85-E83A-134A15FE5A7D}"/>
                </a:ext>
              </a:extLst>
            </p:cNvPr>
            <p:cNvSpPr/>
            <p:nvPr/>
          </p:nvSpPr>
          <p:spPr>
            <a:xfrm>
              <a:off x="4706025" y="2690500"/>
              <a:ext cx="612125" cy="321500"/>
            </a:xfrm>
            <a:custGeom>
              <a:avLst/>
              <a:gdLst/>
              <a:ahLst/>
              <a:cxnLst/>
              <a:rect l="l" t="t" r="r" b="b"/>
              <a:pathLst>
                <a:path w="24485" h="12860" extrusionOk="0">
                  <a:moveTo>
                    <a:pt x="12239" y="0"/>
                  </a:moveTo>
                  <a:cubicBezTo>
                    <a:pt x="9382" y="0"/>
                    <a:pt x="6522" y="626"/>
                    <a:pt x="4337" y="1877"/>
                  </a:cubicBezTo>
                  <a:cubicBezTo>
                    <a:pt x="1" y="4378"/>
                    <a:pt x="1" y="8481"/>
                    <a:pt x="4337" y="10983"/>
                  </a:cubicBezTo>
                  <a:cubicBezTo>
                    <a:pt x="6522" y="12234"/>
                    <a:pt x="9382" y="12859"/>
                    <a:pt x="12239" y="12859"/>
                  </a:cubicBezTo>
                  <a:cubicBezTo>
                    <a:pt x="15095" y="12859"/>
                    <a:pt x="17947" y="12234"/>
                    <a:pt x="20115" y="10983"/>
                  </a:cubicBezTo>
                  <a:cubicBezTo>
                    <a:pt x="24485" y="8481"/>
                    <a:pt x="24485" y="4378"/>
                    <a:pt x="20115" y="1877"/>
                  </a:cubicBezTo>
                  <a:cubicBezTo>
                    <a:pt x="17947" y="626"/>
                    <a:pt x="15095" y="0"/>
                    <a:pt x="1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4547;p75">
              <a:extLst>
                <a:ext uri="{FF2B5EF4-FFF2-40B4-BE49-F238E27FC236}">
                  <a16:creationId xmlns:a16="http://schemas.microsoft.com/office/drawing/2014/main" id="{A29EAFED-7455-D068-2B1B-C59FD070AC3F}"/>
                </a:ext>
              </a:extLst>
            </p:cNvPr>
            <p:cNvSpPr/>
            <p:nvPr/>
          </p:nvSpPr>
          <p:spPr>
            <a:xfrm>
              <a:off x="4826950" y="2751575"/>
              <a:ext cx="370300" cy="199350"/>
            </a:xfrm>
            <a:custGeom>
              <a:avLst/>
              <a:gdLst/>
              <a:ahLst/>
              <a:cxnLst/>
              <a:rect l="l" t="t" r="r" b="b"/>
              <a:pathLst>
                <a:path w="14812" h="7974" extrusionOk="0">
                  <a:moveTo>
                    <a:pt x="7406" y="1"/>
                  </a:moveTo>
                  <a:cubicBezTo>
                    <a:pt x="5655" y="1"/>
                    <a:pt x="3903" y="368"/>
                    <a:pt x="2269" y="1101"/>
                  </a:cubicBezTo>
                  <a:cubicBezTo>
                    <a:pt x="801" y="1835"/>
                    <a:pt x="1" y="2869"/>
                    <a:pt x="1" y="3970"/>
                  </a:cubicBezTo>
                  <a:cubicBezTo>
                    <a:pt x="1" y="5104"/>
                    <a:pt x="801" y="6138"/>
                    <a:pt x="2269" y="6872"/>
                  </a:cubicBezTo>
                  <a:cubicBezTo>
                    <a:pt x="3903" y="7606"/>
                    <a:pt x="5655" y="7973"/>
                    <a:pt x="7406" y="7973"/>
                  </a:cubicBezTo>
                  <a:cubicBezTo>
                    <a:pt x="9157" y="7973"/>
                    <a:pt x="10908" y="7606"/>
                    <a:pt x="12543" y="6872"/>
                  </a:cubicBezTo>
                  <a:cubicBezTo>
                    <a:pt x="14011" y="6138"/>
                    <a:pt x="14811" y="5104"/>
                    <a:pt x="14811" y="3970"/>
                  </a:cubicBezTo>
                  <a:cubicBezTo>
                    <a:pt x="14811" y="2869"/>
                    <a:pt x="14011" y="1835"/>
                    <a:pt x="12543" y="1101"/>
                  </a:cubicBezTo>
                  <a:cubicBezTo>
                    <a:pt x="10908" y="368"/>
                    <a:pt x="9157" y="1"/>
                    <a:pt x="74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4548;p75">
              <a:extLst>
                <a:ext uri="{FF2B5EF4-FFF2-40B4-BE49-F238E27FC236}">
                  <a16:creationId xmlns:a16="http://schemas.microsoft.com/office/drawing/2014/main" id="{A57B3574-3FBC-E2EA-43DA-83A82724AAB3}"/>
                </a:ext>
              </a:extLst>
            </p:cNvPr>
            <p:cNvSpPr/>
            <p:nvPr/>
          </p:nvSpPr>
          <p:spPr>
            <a:xfrm>
              <a:off x="4826950" y="2751575"/>
              <a:ext cx="370300" cy="199350"/>
            </a:xfrm>
            <a:custGeom>
              <a:avLst/>
              <a:gdLst/>
              <a:ahLst/>
              <a:cxnLst/>
              <a:rect l="l" t="t" r="r" b="b"/>
              <a:pathLst>
                <a:path w="14812" h="7974" extrusionOk="0">
                  <a:moveTo>
                    <a:pt x="7406" y="1"/>
                  </a:moveTo>
                  <a:cubicBezTo>
                    <a:pt x="5655" y="1"/>
                    <a:pt x="3903" y="368"/>
                    <a:pt x="2269" y="1101"/>
                  </a:cubicBezTo>
                  <a:cubicBezTo>
                    <a:pt x="801" y="1835"/>
                    <a:pt x="1" y="2869"/>
                    <a:pt x="1" y="3970"/>
                  </a:cubicBezTo>
                  <a:cubicBezTo>
                    <a:pt x="1" y="5104"/>
                    <a:pt x="801" y="6138"/>
                    <a:pt x="2269" y="6872"/>
                  </a:cubicBezTo>
                  <a:cubicBezTo>
                    <a:pt x="3903" y="7606"/>
                    <a:pt x="5655" y="7973"/>
                    <a:pt x="7406" y="7973"/>
                  </a:cubicBezTo>
                  <a:cubicBezTo>
                    <a:pt x="9157" y="7973"/>
                    <a:pt x="10908" y="7606"/>
                    <a:pt x="12543" y="6872"/>
                  </a:cubicBezTo>
                  <a:cubicBezTo>
                    <a:pt x="14011" y="6138"/>
                    <a:pt x="14811" y="5104"/>
                    <a:pt x="14811" y="3970"/>
                  </a:cubicBezTo>
                  <a:cubicBezTo>
                    <a:pt x="14811" y="2869"/>
                    <a:pt x="14011" y="1835"/>
                    <a:pt x="12543" y="1101"/>
                  </a:cubicBezTo>
                  <a:cubicBezTo>
                    <a:pt x="10908" y="368"/>
                    <a:pt x="9157" y="1"/>
                    <a:pt x="74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4549;p75">
              <a:extLst>
                <a:ext uri="{FF2B5EF4-FFF2-40B4-BE49-F238E27FC236}">
                  <a16:creationId xmlns:a16="http://schemas.microsoft.com/office/drawing/2014/main" id="{314B808B-6326-1D56-767B-B63348410F40}"/>
                </a:ext>
              </a:extLst>
            </p:cNvPr>
            <p:cNvSpPr/>
            <p:nvPr/>
          </p:nvSpPr>
          <p:spPr>
            <a:xfrm>
              <a:off x="4746050" y="2702375"/>
              <a:ext cx="532925" cy="297750"/>
            </a:xfrm>
            <a:custGeom>
              <a:avLst/>
              <a:gdLst/>
              <a:ahLst/>
              <a:cxnLst/>
              <a:rect l="l" t="t" r="r" b="b"/>
              <a:pathLst>
                <a:path w="21317" h="11910" extrusionOk="0">
                  <a:moveTo>
                    <a:pt x="10663" y="1969"/>
                  </a:moveTo>
                  <a:cubicBezTo>
                    <a:pt x="12418" y="1969"/>
                    <a:pt x="14178" y="2336"/>
                    <a:pt x="15812" y="3069"/>
                  </a:cubicBezTo>
                  <a:cubicBezTo>
                    <a:pt x="17247" y="3803"/>
                    <a:pt x="18047" y="4837"/>
                    <a:pt x="18047" y="5972"/>
                  </a:cubicBezTo>
                  <a:cubicBezTo>
                    <a:pt x="18047" y="7072"/>
                    <a:pt x="17247" y="8106"/>
                    <a:pt x="15779" y="8840"/>
                  </a:cubicBezTo>
                  <a:lnTo>
                    <a:pt x="15812" y="8840"/>
                  </a:lnTo>
                  <a:cubicBezTo>
                    <a:pt x="14178" y="9574"/>
                    <a:pt x="12418" y="9941"/>
                    <a:pt x="10663" y="9941"/>
                  </a:cubicBezTo>
                  <a:cubicBezTo>
                    <a:pt x="8907" y="9941"/>
                    <a:pt x="7156" y="9574"/>
                    <a:pt x="5538" y="8840"/>
                  </a:cubicBezTo>
                  <a:cubicBezTo>
                    <a:pt x="4070" y="8106"/>
                    <a:pt x="3270" y="7072"/>
                    <a:pt x="3270" y="5972"/>
                  </a:cubicBezTo>
                  <a:cubicBezTo>
                    <a:pt x="3270" y="4837"/>
                    <a:pt x="4070" y="3803"/>
                    <a:pt x="5538" y="3069"/>
                  </a:cubicBezTo>
                  <a:cubicBezTo>
                    <a:pt x="7156" y="2336"/>
                    <a:pt x="8907" y="1969"/>
                    <a:pt x="10663" y="1969"/>
                  </a:cubicBezTo>
                  <a:close/>
                  <a:moveTo>
                    <a:pt x="10642" y="1"/>
                  </a:moveTo>
                  <a:cubicBezTo>
                    <a:pt x="7773" y="1"/>
                    <a:pt x="5038" y="634"/>
                    <a:pt x="3003" y="1835"/>
                  </a:cubicBezTo>
                  <a:cubicBezTo>
                    <a:pt x="1068" y="2936"/>
                    <a:pt x="1" y="4404"/>
                    <a:pt x="1" y="5972"/>
                  </a:cubicBezTo>
                  <a:cubicBezTo>
                    <a:pt x="1" y="7506"/>
                    <a:pt x="1068" y="8974"/>
                    <a:pt x="3003" y="10108"/>
                  </a:cubicBezTo>
                  <a:cubicBezTo>
                    <a:pt x="5038" y="11275"/>
                    <a:pt x="7773" y="11909"/>
                    <a:pt x="10642" y="11909"/>
                  </a:cubicBezTo>
                  <a:cubicBezTo>
                    <a:pt x="13544" y="11909"/>
                    <a:pt x="16279" y="11275"/>
                    <a:pt x="18314" y="10108"/>
                  </a:cubicBezTo>
                  <a:cubicBezTo>
                    <a:pt x="20249" y="8974"/>
                    <a:pt x="21316" y="7506"/>
                    <a:pt x="21316" y="5972"/>
                  </a:cubicBezTo>
                  <a:cubicBezTo>
                    <a:pt x="21316" y="4404"/>
                    <a:pt x="20215" y="2936"/>
                    <a:pt x="18314" y="1835"/>
                  </a:cubicBezTo>
                  <a:cubicBezTo>
                    <a:pt x="16279" y="634"/>
                    <a:pt x="13544" y="1"/>
                    <a:pt x="1064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4550;p75">
              <a:extLst>
                <a:ext uri="{FF2B5EF4-FFF2-40B4-BE49-F238E27FC236}">
                  <a16:creationId xmlns:a16="http://schemas.microsoft.com/office/drawing/2014/main" id="{827EDF07-4B7F-C4FA-4A5D-6856C18A3CC7}"/>
                </a:ext>
              </a:extLst>
            </p:cNvPr>
            <p:cNvSpPr/>
            <p:nvPr/>
          </p:nvSpPr>
          <p:spPr>
            <a:xfrm>
              <a:off x="4819450" y="2761175"/>
              <a:ext cx="385300" cy="180150"/>
            </a:xfrm>
            <a:custGeom>
              <a:avLst/>
              <a:gdLst/>
              <a:ahLst/>
              <a:cxnLst/>
              <a:rect l="l" t="t" r="r" b="b"/>
              <a:pathLst>
                <a:path w="15412" h="7206" extrusionOk="0">
                  <a:moveTo>
                    <a:pt x="7693" y="0"/>
                  </a:moveTo>
                  <a:cubicBezTo>
                    <a:pt x="5896" y="0"/>
                    <a:pt x="4103" y="350"/>
                    <a:pt x="2736" y="1051"/>
                  </a:cubicBezTo>
                  <a:cubicBezTo>
                    <a:pt x="0" y="2452"/>
                    <a:pt x="0" y="4754"/>
                    <a:pt x="2736" y="6155"/>
                  </a:cubicBezTo>
                  <a:cubicBezTo>
                    <a:pt x="4103" y="6855"/>
                    <a:pt x="5905" y="7205"/>
                    <a:pt x="7706" y="7205"/>
                  </a:cubicBezTo>
                  <a:cubicBezTo>
                    <a:pt x="9507" y="7205"/>
                    <a:pt x="11308" y="6855"/>
                    <a:pt x="12676" y="6155"/>
                  </a:cubicBezTo>
                  <a:cubicBezTo>
                    <a:pt x="15411" y="4754"/>
                    <a:pt x="15411" y="2452"/>
                    <a:pt x="12676" y="1051"/>
                  </a:cubicBezTo>
                  <a:cubicBezTo>
                    <a:pt x="11292" y="350"/>
                    <a:pt x="9490" y="0"/>
                    <a:pt x="76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4551;p75">
              <a:extLst>
                <a:ext uri="{FF2B5EF4-FFF2-40B4-BE49-F238E27FC236}">
                  <a16:creationId xmlns:a16="http://schemas.microsoft.com/office/drawing/2014/main" id="{74F1527B-5318-E0B4-E590-6EE725F0FB2D}"/>
                </a:ext>
              </a:extLst>
            </p:cNvPr>
            <p:cNvSpPr/>
            <p:nvPr/>
          </p:nvSpPr>
          <p:spPr>
            <a:xfrm>
              <a:off x="4819450" y="2761175"/>
              <a:ext cx="385300" cy="180150"/>
            </a:xfrm>
            <a:custGeom>
              <a:avLst/>
              <a:gdLst/>
              <a:ahLst/>
              <a:cxnLst/>
              <a:rect l="l" t="t" r="r" b="b"/>
              <a:pathLst>
                <a:path w="15412" h="7206" extrusionOk="0">
                  <a:moveTo>
                    <a:pt x="7693" y="0"/>
                  </a:moveTo>
                  <a:cubicBezTo>
                    <a:pt x="5896" y="0"/>
                    <a:pt x="4103" y="350"/>
                    <a:pt x="2736" y="1051"/>
                  </a:cubicBezTo>
                  <a:cubicBezTo>
                    <a:pt x="0" y="2452"/>
                    <a:pt x="0" y="4754"/>
                    <a:pt x="2736" y="6155"/>
                  </a:cubicBezTo>
                  <a:cubicBezTo>
                    <a:pt x="4103" y="6855"/>
                    <a:pt x="5905" y="7205"/>
                    <a:pt x="7706" y="7205"/>
                  </a:cubicBezTo>
                  <a:cubicBezTo>
                    <a:pt x="9507" y="7205"/>
                    <a:pt x="11308" y="6855"/>
                    <a:pt x="12676" y="6155"/>
                  </a:cubicBezTo>
                  <a:cubicBezTo>
                    <a:pt x="15411" y="4754"/>
                    <a:pt x="15411" y="2452"/>
                    <a:pt x="12676" y="1051"/>
                  </a:cubicBezTo>
                  <a:cubicBezTo>
                    <a:pt x="11292" y="350"/>
                    <a:pt x="9490" y="0"/>
                    <a:pt x="76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4552;p75">
              <a:extLst>
                <a:ext uri="{FF2B5EF4-FFF2-40B4-BE49-F238E27FC236}">
                  <a16:creationId xmlns:a16="http://schemas.microsoft.com/office/drawing/2014/main" id="{B8A61BD5-6A1F-BF71-0872-7EFFCD197C67}"/>
                </a:ext>
              </a:extLst>
            </p:cNvPr>
            <p:cNvSpPr/>
            <p:nvPr/>
          </p:nvSpPr>
          <p:spPr>
            <a:xfrm>
              <a:off x="4819450" y="2761175"/>
              <a:ext cx="385300" cy="180150"/>
            </a:xfrm>
            <a:custGeom>
              <a:avLst/>
              <a:gdLst/>
              <a:ahLst/>
              <a:cxnLst/>
              <a:rect l="l" t="t" r="r" b="b"/>
              <a:pathLst>
                <a:path w="15412" h="7206" extrusionOk="0">
                  <a:moveTo>
                    <a:pt x="7693" y="0"/>
                  </a:moveTo>
                  <a:cubicBezTo>
                    <a:pt x="5896" y="0"/>
                    <a:pt x="4103" y="350"/>
                    <a:pt x="2736" y="1051"/>
                  </a:cubicBezTo>
                  <a:cubicBezTo>
                    <a:pt x="0" y="2452"/>
                    <a:pt x="0" y="4754"/>
                    <a:pt x="2736" y="6155"/>
                  </a:cubicBezTo>
                  <a:cubicBezTo>
                    <a:pt x="4103" y="6855"/>
                    <a:pt x="5905" y="7205"/>
                    <a:pt x="7706" y="7205"/>
                  </a:cubicBezTo>
                  <a:cubicBezTo>
                    <a:pt x="9507" y="7205"/>
                    <a:pt x="11308" y="6855"/>
                    <a:pt x="12676" y="6155"/>
                  </a:cubicBezTo>
                  <a:cubicBezTo>
                    <a:pt x="15411" y="4754"/>
                    <a:pt x="15411" y="2452"/>
                    <a:pt x="12676" y="1051"/>
                  </a:cubicBezTo>
                  <a:cubicBezTo>
                    <a:pt x="11292" y="350"/>
                    <a:pt x="9490" y="0"/>
                    <a:pt x="76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4553;p75">
              <a:extLst>
                <a:ext uri="{FF2B5EF4-FFF2-40B4-BE49-F238E27FC236}">
                  <a16:creationId xmlns:a16="http://schemas.microsoft.com/office/drawing/2014/main" id="{28F255E6-7F10-3EF2-9243-FD44E43CE4AF}"/>
                </a:ext>
              </a:extLst>
            </p:cNvPr>
            <p:cNvSpPr/>
            <p:nvPr/>
          </p:nvSpPr>
          <p:spPr>
            <a:xfrm>
              <a:off x="4837800" y="2785350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9" y="1"/>
                  </a:moveTo>
                  <a:cubicBezTo>
                    <a:pt x="5162" y="1"/>
                    <a:pt x="3369" y="351"/>
                    <a:pt x="2002" y="1051"/>
                  </a:cubicBezTo>
                  <a:cubicBezTo>
                    <a:pt x="867" y="1618"/>
                    <a:pt x="200" y="2352"/>
                    <a:pt x="0" y="3120"/>
                  </a:cubicBezTo>
                  <a:cubicBezTo>
                    <a:pt x="200" y="3887"/>
                    <a:pt x="867" y="4621"/>
                    <a:pt x="2002" y="5221"/>
                  </a:cubicBezTo>
                  <a:cubicBezTo>
                    <a:pt x="3369" y="5922"/>
                    <a:pt x="5162" y="6272"/>
                    <a:pt x="6959" y="6272"/>
                  </a:cubicBezTo>
                  <a:cubicBezTo>
                    <a:pt x="8756" y="6272"/>
                    <a:pt x="10558" y="5922"/>
                    <a:pt x="11942" y="5221"/>
                  </a:cubicBezTo>
                  <a:cubicBezTo>
                    <a:pt x="13043" y="4621"/>
                    <a:pt x="13710" y="3887"/>
                    <a:pt x="13910" y="3120"/>
                  </a:cubicBezTo>
                  <a:cubicBezTo>
                    <a:pt x="13710" y="2352"/>
                    <a:pt x="13043" y="1618"/>
                    <a:pt x="11942" y="1051"/>
                  </a:cubicBezTo>
                  <a:cubicBezTo>
                    <a:pt x="10558" y="351"/>
                    <a:pt x="8756" y="1"/>
                    <a:pt x="695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4554;p75">
              <a:extLst>
                <a:ext uri="{FF2B5EF4-FFF2-40B4-BE49-F238E27FC236}">
                  <a16:creationId xmlns:a16="http://schemas.microsoft.com/office/drawing/2014/main" id="{D016A035-85FC-C505-F0D4-C2FC5C01EB13}"/>
                </a:ext>
              </a:extLst>
            </p:cNvPr>
            <p:cNvSpPr/>
            <p:nvPr/>
          </p:nvSpPr>
          <p:spPr>
            <a:xfrm>
              <a:off x="4837800" y="2785350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9" y="1"/>
                  </a:moveTo>
                  <a:cubicBezTo>
                    <a:pt x="5162" y="1"/>
                    <a:pt x="3369" y="351"/>
                    <a:pt x="2002" y="1051"/>
                  </a:cubicBezTo>
                  <a:cubicBezTo>
                    <a:pt x="867" y="1618"/>
                    <a:pt x="200" y="2352"/>
                    <a:pt x="0" y="3120"/>
                  </a:cubicBezTo>
                  <a:cubicBezTo>
                    <a:pt x="200" y="3887"/>
                    <a:pt x="867" y="4621"/>
                    <a:pt x="2002" y="5221"/>
                  </a:cubicBezTo>
                  <a:cubicBezTo>
                    <a:pt x="3369" y="5922"/>
                    <a:pt x="5162" y="6272"/>
                    <a:pt x="6959" y="6272"/>
                  </a:cubicBezTo>
                  <a:cubicBezTo>
                    <a:pt x="8756" y="6272"/>
                    <a:pt x="10558" y="5922"/>
                    <a:pt x="11942" y="5221"/>
                  </a:cubicBezTo>
                  <a:cubicBezTo>
                    <a:pt x="13043" y="4621"/>
                    <a:pt x="13710" y="3887"/>
                    <a:pt x="13910" y="3120"/>
                  </a:cubicBezTo>
                  <a:cubicBezTo>
                    <a:pt x="13710" y="2352"/>
                    <a:pt x="13043" y="1618"/>
                    <a:pt x="11942" y="1051"/>
                  </a:cubicBezTo>
                  <a:cubicBezTo>
                    <a:pt x="10558" y="351"/>
                    <a:pt x="8756" y="1"/>
                    <a:pt x="69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4555;p75">
              <a:extLst>
                <a:ext uri="{FF2B5EF4-FFF2-40B4-BE49-F238E27FC236}">
                  <a16:creationId xmlns:a16="http://schemas.microsoft.com/office/drawing/2014/main" id="{13BBD3E5-83CC-8CCB-FEAC-23A8271AB79A}"/>
                </a:ext>
              </a:extLst>
            </p:cNvPr>
            <p:cNvSpPr/>
            <p:nvPr/>
          </p:nvSpPr>
          <p:spPr>
            <a:xfrm>
              <a:off x="5003750" y="2789100"/>
              <a:ext cx="25025" cy="51725"/>
            </a:xfrm>
            <a:custGeom>
              <a:avLst/>
              <a:gdLst/>
              <a:ahLst/>
              <a:cxnLst/>
              <a:rect l="l" t="t" r="r" b="b"/>
              <a:pathLst>
                <a:path w="1001" h="2069" extrusionOk="0">
                  <a:moveTo>
                    <a:pt x="1001" y="1"/>
                  </a:moveTo>
                  <a:lnTo>
                    <a:pt x="0" y="1001"/>
                  </a:lnTo>
                  <a:lnTo>
                    <a:pt x="0" y="2069"/>
                  </a:lnTo>
                  <a:lnTo>
                    <a:pt x="634" y="1402"/>
                  </a:lnTo>
                  <a:lnTo>
                    <a:pt x="1001" y="103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4556;p75">
              <a:extLst>
                <a:ext uri="{FF2B5EF4-FFF2-40B4-BE49-F238E27FC236}">
                  <a16:creationId xmlns:a16="http://schemas.microsoft.com/office/drawing/2014/main" id="{1323A9B9-F1F8-D9A1-F88D-2D82C92153D7}"/>
                </a:ext>
              </a:extLst>
            </p:cNvPr>
            <p:cNvSpPr/>
            <p:nvPr/>
          </p:nvSpPr>
          <p:spPr>
            <a:xfrm>
              <a:off x="5003750" y="2789100"/>
              <a:ext cx="25025" cy="51725"/>
            </a:xfrm>
            <a:custGeom>
              <a:avLst/>
              <a:gdLst/>
              <a:ahLst/>
              <a:cxnLst/>
              <a:rect l="l" t="t" r="r" b="b"/>
              <a:pathLst>
                <a:path w="1001" h="2069" extrusionOk="0">
                  <a:moveTo>
                    <a:pt x="1001" y="1"/>
                  </a:moveTo>
                  <a:lnTo>
                    <a:pt x="0" y="1001"/>
                  </a:lnTo>
                  <a:lnTo>
                    <a:pt x="0" y="2069"/>
                  </a:lnTo>
                  <a:lnTo>
                    <a:pt x="634" y="1402"/>
                  </a:lnTo>
                  <a:lnTo>
                    <a:pt x="1001" y="103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4557;p75">
              <a:extLst>
                <a:ext uri="{FF2B5EF4-FFF2-40B4-BE49-F238E27FC236}">
                  <a16:creationId xmlns:a16="http://schemas.microsoft.com/office/drawing/2014/main" id="{37A54ED9-C352-6797-38EB-385DD7D1483D}"/>
                </a:ext>
              </a:extLst>
            </p:cNvPr>
            <p:cNvSpPr/>
            <p:nvPr/>
          </p:nvSpPr>
          <p:spPr>
            <a:xfrm>
              <a:off x="4956200" y="2811850"/>
              <a:ext cx="47575" cy="25450"/>
            </a:xfrm>
            <a:custGeom>
              <a:avLst/>
              <a:gdLst/>
              <a:ahLst/>
              <a:cxnLst/>
              <a:rect l="l" t="t" r="r" b="b"/>
              <a:pathLst>
                <a:path w="1903" h="1018" extrusionOk="0">
                  <a:moveTo>
                    <a:pt x="1347" y="0"/>
                  </a:moveTo>
                  <a:cubicBezTo>
                    <a:pt x="1028" y="0"/>
                    <a:pt x="721" y="89"/>
                    <a:pt x="468" y="258"/>
                  </a:cubicBezTo>
                  <a:cubicBezTo>
                    <a:pt x="1" y="525"/>
                    <a:pt x="34" y="759"/>
                    <a:pt x="268" y="892"/>
                  </a:cubicBezTo>
                  <a:cubicBezTo>
                    <a:pt x="334" y="925"/>
                    <a:pt x="401" y="959"/>
                    <a:pt x="468" y="992"/>
                  </a:cubicBezTo>
                  <a:cubicBezTo>
                    <a:pt x="535" y="1009"/>
                    <a:pt x="610" y="1017"/>
                    <a:pt x="685" y="1017"/>
                  </a:cubicBezTo>
                  <a:cubicBezTo>
                    <a:pt x="760" y="1017"/>
                    <a:pt x="835" y="1009"/>
                    <a:pt x="902" y="992"/>
                  </a:cubicBezTo>
                  <a:cubicBezTo>
                    <a:pt x="1235" y="925"/>
                    <a:pt x="1569" y="825"/>
                    <a:pt x="1902" y="692"/>
                  </a:cubicBezTo>
                  <a:lnTo>
                    <a:pt x="1902" y="91"/>
                  </a:lnTo>
                  <a:cubicBezTo>
                    <a:pt x="1719" y="30"/>
                    <a:pt x="1531" y="0"/>
                    <a:pt x="134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4558;p75">
              <a:extLst>
                <a:ext uri="{FF2B5EF4-FFF2-40B4-BE49-F238E27FC236}">
                  <a16:creationId xmlns:a16="http://schemas.microsoft.com/office/drawing/2014/main" id="{F286BC32-CDD2-0F71-8D22-643EE62688ED}"/>
                </a:ext>
              </a:extLst>
            </p:cNvPr>
            <p:cNvSpPr/>
            <p:nvPr/>
          </p:nvSpPr>
          <p:spPr>
            <a:xfrm>
              <a:off x="4956200" y="2811850"/>
              <a:ext cx="47575" cy="25450"/>
            </a:xfrm>
            <a:custGeom>
              <a:avLst/>
              <a:gdLst/>
              <a:ahLst/>
              <a:cxnLst/>
              <a:rect l="l" t="t" r="r" b="b"/>
              <a:pathLst>
                <a:path w="1903" h="1018" extrusionOk="0">
                  <a:moveTo>
                    <a:pt x="1347" y="0"/>
                  </a:moveTo>
                  <a:cubicBezTo>
                    <a:pt x="1028" y="0"/>
                    <a:pt x="721" y="89"/>
                    <a:pt x="468" y="258"/>
                  </a:cubicBezTo>
                  <a:cubicBezTo>
                    <a:pt x="1" y="525"/>
                    <a:pt x="34" y="759"/>
                    <a:pt x="268" y="892"/>
                  </a:cubicBezTo>
                  <a:cubicBezTo>
                    <a:pt x="334" y="925"/>
                    <a:pt x="401" y="959"/>
                    <a:pt x="468" y="992"/>
                  </a:cubicBezTo>
                  <a:cubicBezTo>
                    <a:pt x="535" y="1009"/>
                    <a:pt x="610" y="1017"/>
                    <a:pt x="685" y="1017"/>
                  </a:cubicBezTo>
                  <a:cubicBezTo>
                    <a:pt x="760" y="1017"/>
                    <a:pt x="835" y="1009"/>
                    <a:pt x="902" y="992"/>
                  </a:cubicBezTo>
                  <a:cubicBezTo>
                    <a:pt x="1235" y="925"/>
                    <a:pt x="1569" y="825"/>
                    <a:pt x="1902" y="692"/>
                  </a:cubicBezTo>
                  <a:lnTo>
                    <a:pt x="1902" y="91"/>
                  </a:lnTo>
                  <a:cubicBezTo>
                    <a:pt x="1719" y="30"/>
                    <a:pt x="1531" y="0"/>
                    <a:pt x="13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4559;p75">
              <a:extLst>
                <a:ext uri="{FF2B5EF4-FFF2-40B4-BE49-F238E27FC236}">
                  <a16:creationId xmlns:a16="http://schemas.microsoft.com/office/drawing/2014/main" id="{1BBD38C2-4DBC-0DCD-802F-C0671594860E}"/>
                </a:ext>
              </a:extLst>
            </p:cNvPr>
            <p:cNvSpPr/>
            <p:nvPr/>
          </p:nvSpPr>
          <p:spPr>
            <a:xfrm>
              <a:off x="4904500" y="2797450"/>
              <a:ext cx="216025" cy="128450"/>
            </a:xfrm>
            <a:custGeom>
              <a:avLst/>
              <a:gdLst/>
              <a:ahLst/>
              <a:cxnLst/>
              <a:rect l="l" t="t" r="r" b="b"/>
              <a:pathLst>
                <a:path w="8641" h="5138" extrusionOk="0">
                  <a:moveTo>
                    <a:pt x="1" y="0"/>
                  </a:moveTo>
                  <a:lnTo>
                    <a:pt x="1" y="901"/>
                  </a:lnTo>
                  <a:lnTo>
                    <a:pt x="296" y="1065"/>
                  </a:lnTo>
                  <a:lnTo>
                    <a:pt x="296" y="1065"/>
                  </a:lnTo>
                  <a:cubicBezTo>
                    <a:pt x="402" y="830"/>
                    <a:pt x="588" y="635"/>
                    <a:pt x="835" y="501"/>
                  </a:cubicBezTo>
                  <a:lnTo>
                    <a:pt x="1" y="0"/>
                  </a:lnTo>
                  <a:close/>
                  <a:moveTo>
                    <a:pt x="296" y="1065"/>
                  </a:moveTo>
                  <a:cubicBezTo>
                    <a:pt x="244" y="1179"/>
                    <a:pt x="212" y="1303"/>
                    <a:pt x="201" y="1435"/>
                  </a:cubicBezTo>
                  <a:cubicBezTo>
                    <a:pt x="201" y="1445"/>
                    <a:pt x="201" y="1455"/>
                    <a:pt x="202" y="1465"/>
                  </a:cubicBezTo>
                  <a:lnTo>
                    <a:pt x="202" y="1465"/>
                  </a:lnTo>
                  <a:lnTo>
                    <a:pt x="301" y="1068"/>
                  </a:lnTo>
                  <a:lnTo>
                    <a:pt x="296" y="1065"/>
                  </a:lnTo>
                  <a:close/>
                  <a:moveTo>
                    <a:pt x="202" y="1465"/>
                  </a:moveTo>
                  <a:lnTo>
                    <a:pt x="201" y="1468"/>
                  </a:lnTo>
                  <a:lnTo>
                    <a:pt x="201" y="2302"/>
                  </a:lnTo>
                  <a:cubicBezTo>
                    <a:pt x="201" y="2636"/>
                    <a:pt x="434" y="2969"/>
                    <a:pt x="935" y="3236"/>
                  </a:cubicBezTo>
                  <a:cubicBezTo>
                    <a:pt x="1433" y="3518"/>
                    <a:pt x="1989" y="3659"/>
                    <a:pt x="2545" y="3659"/>
                  </a:cubicBezTo>
                  <a:cubicBezTo>
                    <a:pt x="2845" y="3659"/>
                    <a:pt x="3145" y="3618"/>
                    <a:pt x="3437" y="3536"/>
                  </a:cubicBezTo>
                  <a:lnTo>
                    <a:pt x="3937" y="3403"/>
                  </a:lnTo>
                  <a:lnTo>
                    <a:pt x="3937" y="3403"/>
                  </a:lnTo>
                  <a:lnTo>
                    <a:pt x="4504" y="2836"/>
                  </a:lnTo>
                  <a:cubicBezTo>
                    <a:pt x="4737" y="2938"/>
                    <a:pt x="4977" y="2989"/>
                    <a:pt x="5215" y="2989"/>
                  </a:cubicBezTo>
                  <a:cubicBezTo>
                    <a:pt x="5521" y="2989"/>
                    <a:pt x="5824" y="2904"/>
                    <a:pt x="6105" y="2736"/>
                  </a:cubicBezTo>
                  <a:cubicBezTo>
                    <a:pt x="6472" y="2535"/>
                    <a:pt x="6572" y="2302"/>
                    <a:pt x="6239" y="2102"/>
                  </a:cubicBezTo>
                  <a:cubicBezTo>
                    <a:pt x="6098" y="2023"/>
                    <a:pt x="5949" y="1990"/>
                    <a:pt x="5787" y="1990"/>
                  </a:cubicBezTo>
                  <a:cubicBezTo>
                    <a:pt x="5335" y="1990"/>
                    <a:pt x="4792" y="2247"/>
                    <a:pt x="4104" y="2469"/>
                  </a:cubicBezTo>
                  <a:cubicBezTo>
                    <a:pt x="3569" y="2629"/>
                    <a:pt x="3014" y="2771"/>
                    <a:pt x="2446" y="2771"/>
                  </a:cubicBezTo>
                  <a:cubicBezTo>
                    <a:pt x="1952" y="2771"/>
                    <a:pt x="1447" y="2664"/>
                    <a:pt x="935" y="2369"/>
                  </a:cubicBezTo>
                  <a:cubicBezTo>
                    <a:pt x="450" y="2078"/>
                    <a:pt x="216" y="1787"/>
                    <a:pt x="202" y="1465"/>
                  </a:cubicBezTo>
                  <a:close/>
                  <a:moveTo>
                    <a:pt x="8640" y="3603"/>
                  </a:moveTo>
                  <a:lnTo>
                    <a:pt x="7506" y="4237"/>
                  </a:lnTo>
                  <a:lnTo>
                    <a:pt x="6672" y="3770"/>
                  </a:lnTo>
                  <a:cubicBezTo>
                    <a:pt x="6099" y="4022"/>
                    <a:pt x="5494" y="4148"/>
                    <a:pt x="4879" y="4148"/>
                  </a:cubicBezTo>
                  <a:cubicBezTo>
                    <a:pt x="4600" y="4148"/>
                    <a:pt x="4318" y="4122"/>
                    <a:pt x="4037" y="4070"/>
                  </a:cubicBezTo>
                  <a:cubicBezTo>
                    <a:pt x="3837" y="4037"/>
                    <a:pt x="3637" y="3970"/>
                    <a:pt x="3437" y="3903"/>
                  </a:cubicBezTo>
                  <a:lnTo>
                    <a:pt x="3437" y="4804"/>
                  </a:lnTo>
                  <a:cubicBezTo>
                    <a:pt x="3896" y="4962"/>
                    <a:pt x="4367" y="5039"/>
                    <a:pt x="4838" y="5039"/>
                  </a:cubicBezTo>
                  <a:cubicBezTo>
                    <a:pt x="5461" y="5039"/>
                    <a:pt x="6083" y="4903"/>
                    <a:pt x="6672" y="4637"/>
                  </a:cubicBezTo>
                  <a:lnTo>
                    <a:pt x="7506" y="5137"/>
                  </a:lnTo>
                  <a:lnTo>
                    <a:pt x="8640" y="4470"/>
                  </a:lnTo>
                  <a:lnTo>
                    <a:pt x="8640" y="3603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4560;p75">
              <a:extLst>
                <a:ext uri="{FF2B5EF4-FFF2-40B4-BE49-F238E27FC236}">
                  <a16:creationId xmlns:a16="http://schemas.microsoft.com/office/drawing/2014/main" id="{5ED13A12-AAE7-7BC3-047F-D27E766AF066}"/>
                </a:ext>
              </a:extLst>
            </p:cNvPr>
            <p:cNvSpPr/>
            <p:nvPr/>
          </p:nvSpPr>
          <p:spPr>
            <a:xfrm>
              <a:off x="4909500" y="2834150"/>
              <a:ext cx="210175" cy="91750"/>
            </a:xfrm>
            <a:custGeom>
              <a:avLst/>
              <a:gdLst/>
              <a:ahLst/>
              <a:cxnLst/>
              <a:rect l="l" t="t" r="r" b="b"/>
              <a:pathLst>
                <a:path w="8407" h="3670" extrusionOk="0">
                  <a:moveTo>
                    <a:pt x="1" y="0"/>
                  </a:moveTo>
                  <a:lnTo>
                    <a:pt x="1" y="867"/>
                  </a:lnTo>
                  <a:cubicBezTo>
                    <a:pt x="1" y="1168"/>
                    <a:pt x="234" y="1501"/>
                    <a:pt x="735" y="1801"/>
                  </a:cubicBezTo>
                  <a:cubicBezTo>
                    <a:pt x="1229" y="2059"/>
                    <a:pt x="1778" y="2192"/>
                    <a:pt x="2329" y="2192"/>
                  </a:cubicBezTo>
                  <a:cubicBezTo>
                    <a:pt x="2634" y="2192"/>
                    <a:pt x="2939" y="2151"/>
                    <a:pt x="3237" y="2068"/>
                  </a:cubicBezTo>
                  <a:lnTo>
                    <a:pt x="3737" y="1935"/>
                  </a:lnTo>
                  <a:lnTo>
                    <a:pt x="3237" y="2435"/>
                  </a:lnTo>
                  <a:lnTo>
                    <a:pt x="4304" y="1401"/>
                  </a:lnTo>
                  <a:cubicBezTo>
                    <a:pt x="4518" y="1487"/>
                    <a:pt x="4751" y="1530"/>
                    <a:pt x="4984" y="1530"/>
                  </a:cubicBezTo>
                  <a:cubicBezTo>
                    <a:pt x="5294" y="1530"/>
                    <a:pt x="5605" y="1453"/>
                    <a:pt x="5872" y="1301"/>
                  </a:cubicBezTo>
                  <a:cubicBezTo>
                    <a:pt x="6272" y="1067"/>
                    <a:pt x="6372" y="834"/>
                    <a:pt x="6039" y="667"/>
                  </a:cubicBezTo>
                  <a:cubicBezTo>
                    <a:pt x="5888" y="573"/>
                    <a:pt x="5728" y="535"/>
                    <a:pt x="5553" y="535"/>
                  </a:cubicBezTo>
                  <a:cubicBezTo>
                    <a:pt x="5108" y="535"/>
                    <a:pt x="4575" y="785"/>
                    <a:pt x="3904" y="1001"/>
                  </a:cubicBezTo>
                  <a:cubicBezTo>
                    <a:pt x="3369" y="1161"/>
                    <a:pt x="2814" y="1303"/>
                    <a:pt x="2246" y="1303"/>
                  </a:cubicBezTo>
                  <a:cubicBezTo>
                    <a:pt x="1752" y="1303"/>
                    <a:pt x="1247" y="1196"/>
                    <a:pt x="735" y="901"/>
                  </a:cubicBezTo>
                  <a:cubicBezTo>
                    <a:pt x="234" y="600"/>
                    <a:pt x="1" y="300"/>
                    <a:pt x="1" y="0"/>
                  </a:cubicBezTo>
                  <a:close/>
                  <a:moveTo>
                    <a:pt x="8407" y="2135"/>
                  </a:moveTo>
                  <a:lnTo>
                    <a:pt x="7306" y="2769"/>
                  </a:lnTo>
                  <a:lnTo>
                    <a:pt x="6472" y="2302"/>
                  </a:lnTo>
                  <a:cubicBezTo>
                    <a:pt x="5899" y="2554"/>
                    <a:pt x="5278" y="2680"/>
                    <a:pt x="4665" y="2680"/>
                  </a:cubicBezTo>
                  <a:cubicBezTo>
                    <a:pt x="4386" y="2680"/>
                    <a:pt x="4108" y="2654"/>
                    <a:pt x="3837" y="2602"/>
                  </a:cubicBezTo>
                  <a:cubicBezTo>
                    <a:pt x="3637" y="2569"/>
                    <a:pt x="3437" y="2502"/>
                    <a:pt x="3237" y="2435"/>
                  </a:cubicBezTo>
                  <a:lnTo>
                    <a:pt x="3237" y="3336"/>
                  </a:lnTo>
                  <a:cubicBezTo>
                    <a:pt x="3696" y="3494"/>
                    <a:pt x="4167" y="3571"/>
                    <a:pt x="4638" y="3571"/>
                  </a:cubicBezTo>
                  <a:cubicBezTo>
                    <a:pt x="5261" y="3571"/>
                    <a:pt x="5883" y="3435"/>
                    <a:pt x="6472" y="3169"/>
                  </a:cubicBezTo>
                  <a:lnTo>
                    <a:pt x="7306" y="3669"/>
                  </a:lnTo>
                  <a:lnTo>
                    <a:pt x="8407" y="3002"/>
                  </a:lnTo>
                  <a:lnTo>
                    <a:pt x="8407" y="21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4561;p75">
              <a:extLst>
                <a:ext uri="{FF2B5EF4-FFF2-40B4-BE49-F238E27FC236}">
                  <a16:creationId xmlns:a16="http://schemas.microsoft.com/office/drawing/2014/main" id="{94648E16-F44B-8E65-1EB5-43FDFECCA58E}"/>
                </a:ext>
              </a:extLst>
            </p:cNvPr>
            <p:cNvSpPr/>
            <p:nvPr/>
          </p:nvSpPr>
          <p:spPr>
            <a:xfrm>
              <a:off x="4903675" y="2797450"/>
              <a:ext cx="20875" cy="26700"/>
            </a:xfrm>
            <a:custGeom>
              <a:avLst/>
              <a:gdLst/>
              <a:ahLst/>
              <a:cxnLst/>
              <a:rect l="l" t="t" r="r" b="b"/>
              <a:pathLst>
                <a:path w="835" h="1068" extrusionOk="0">
                  <a:moveTo>
                    <a:pt x="0" y="0"/>
                  </a:moveTo>
                  <a:lnTo>
                    <a:pt x="0" y="901"/>
                  </a:lnTo>
                  <a:lnTo>
                    <a:pt x="301" y="1068"/>
                  </a:lnTo>
                  <a:cubicBezTo>
                    <a:pt x="434" y="834"/>
                    <a:pt x="634" y="634"/>
                    <a:pt x="834" y="5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4562;p75">
              <a:extLst>
                <a:ext uri="{FF2B5EF4-FFF2-40B4-BE49-F238E27FC236}">
                  <a16:creationId xmlns:a16="http://schemas.microsoft.com/office/drawing/2014/main" id="{6B660F2E-8570-062C-A80D-EA343BA1FE1A}"/>
                </a:ext>
              </a:extLst>
            </p:cNvPr>
            <p:cNvSpPr/>
            <p:nvPr/>
          </p:nvSpPr>
          <p:spPr>
            <a:xfrm>
              <a:off x="5099650" y="2854975"/>
              <a:ext cx="15875" cy="28400"/>
            </a:xfrm>
            <a:custGeom>
              <a:avLst/>
              <a:gdLst/>
              <a:ahLst/>
              <a:cxnLst/>
              <a:rect l="l" t="t" r="r" b="b"/>
              <a:pathLst>
                <a:path w="635" h="1136" extrusionOk="0">
                  <a:moveTo>
                    <a:pt x="634" y="1"/>
                  </a:moveTo>
                  <a:cubicBezTo>
                    <a:pt x="567" y="368"/>
                    <a:pt x="334" y="668"/>
                    <a:pt x="0" y="835"/>
                  </a:cubicBezTo>
                  <a:lnTo>
                    <a:pt x="534" y="1135"/>
                  </a:lnTo>
                  <a:cubicBezTo>
                    <a:pt x="601" y="1002"/>
                    <a:pt x="634" y="868"/>
                    <a:pt x="634" y="701"/>
                  </a:cubicBezTo>
                  <a:cubicBezTo>
                    <a:pt x="634" y="701"/>
                    <a:pt x="634" y="201"/>
                    <a:pt x="6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4563;p75">
              <a:extLst>
                <a:ext uri="{FF2B5EF4-FFF2-40B4-BE49-F238E27FC236}">
                  <a16:creationId xmlns:a16="http://schemas.microsoft.com/office/drawing/2014/main" id="{15544B52-D018-A1BA-BEAD-CD86722EEC24}"/>
                </a:ext>
              </a:extLst>
            </p:cNvPr>
            <p:cNvSpPr/>
            <p:nvPr/>
          </p:nvSpPr>
          <p:spPr>
            <a:xfrm>
              <a:off x="5099650" y="2854975"/>
              <a:ext cx="15875" cy="28400"/>
            </a:xfrm>
            <a:custGeom>
              <a:avLst/>
              <a:gdLst/>
              <a:ahLst/>
              <a:cxnLst/>
              <a:rect l="l" t="t" r="r" b="b"/>
              <a:pathLst>
                <a:path w="635" h="1136" extrusionOk="0">
                  <a:moveTo>
                    <a:pt x="634" y="1"/>
                  </a:moveTo>
                  <a:cubicBezTo>
                    <a:pt x="567" y="368"/>
                    <a:pt x="334" y="668"/>
                    <a:pt x="0" y="835"/>
                  </a:cubicBezTo>
                  <a:lnTo>
                    <a:pt x="534" y="1135"/>
                  </a:lnTo>
                  <a:cubicBezTo>
                    <a:pt x="601" y="1002"/>
                    <a:pt x="634" y="868"/>
                    <a:pt x="634" y="701"/>
                  </a:cubicBezTo>
                  <a:cubicBezTo>
                    <a:pt x="634" y="701"/>
                    <a:pt x="634" y="201"/>
                    <a:pt x="6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4564;p75">
              <a:extLst>
                <a:ext uri="{FF2B5EF4-FFF2-40B4-BE49-F238E27FC236}">
                  <a16:creationId xmlns:a16="http://schemas.microsoft.com/office/drawing/2014/main" id="{5C3692A0-7167-5EA6-AF75-DCD3422309A6}"/>
                </a:ext>
              </a:extLst>
            </p:cNvPr>
            <p:cNvSpPr/>
            <p:nvPr/>
          </p:nvSpPr>
          <p:spPr>
            <a:xfrm>
              <a:off x="4904500" y="2781600"/>
              <a:ext cx="216025" cy="121775"/>
            </a:xfrm>
            <a:custGeom>
              <a:avLst/>
              <a:gdLst/>
              <a:ahLst/>
              <a:cxnLst/>
              <a:rect l="l" t="t" r="r" b="b"/>
              <a:pathLst>
                <a:path w="8641" h="4871" extrusionOk="0">
                  <a:moveTo>
                    <a:pt x="1135" y="0"/>
                  </a:moveTo>
                  <a:lnTo>
                    <a:pt x="1" y="668"/>
                  </a:lnTo>
                  <a:lnTo>
                    <a:pt x="835" y="1135"/>
                  </a:lnTo>
                  <a:cubicBezTo>
                    <a:pt x="468" y="1335"/>
                    <a:pt x="234" y="1702"/>
                    <a:pt x="201" y="2102"/>
                  </a:cubicBezTo>
                  <a:cubicBezTo>
                    <a:pt x="201" y="2402"/>
                    <a:pt x="434" y="2736"/>
                    <a:pt x="935" y="3003"/>
                  </a:cubicBezTo>
                  <a:cubicBezTo>
                    <a:pt x="1457" y="3303"/>
                    <a:pt x="1972" y="3416"/>
                    <a:pt x="2476" y="3416"/>
                  </a:cubicBezTo>
                  <a:cubicBezTo>
                    <a:pt x="3034" y="3416"/>
                    <a:pt x="3578" y="3278"/>
                    <a:pt x="4104" y="3103"/>
                  </a:cubicBezTo>
                  <a:cubicBezTo>
                    <a:pt x="4779" y="2886"/>
                    <a:pt x="5314" y="2651"/>
                    <a:pt x="5761" y="2651"/>
                  </a:cubicBezTo>
                  <a:cubicBezTo>
                    <a:pt x="5932" y="2651"/>
                    <a:pt x="6091" y="2686"/>
                    <a:pt x="6239" y="2769"/>
                  </a:cubicBezTo>
                  <a:cubicBezTo>
                    <a:pt x="6572" y="2969"/>
                    <a:pt x="6472" y="3169"/>
                    <a:pt x="6105" y="3403"/>
                  </a:cubicBezTo>
                  <a:cubicBezTo>
                    <a:pt x="5819" y="3555"/>
                    <a:pt x="5512" y="3632"/>
                    <a:pt x="5201" y="3632"/>
                  </a:cubicBezTo>
                  <a:cubicBezTo>
                    <a:pt x="4968" y="3632"/>
                    <a:pt x="4733" y="3589"/>
                    <a:pt x="4504" y="3503"/>
                  </a:cubicBezTo>
                  <a:lnTo>
                    <a:pt x="3437" y="4537"/>
                  </a:lnTo>
                  <a:cubicBezTo>
                    <a:pt x="3902" y="4712"/>
                    <a:pt x="4368" y="4810"/>
                    <a:pt x="4857" y="4810"/>
                  </a:cubicBezTo>
                  <a:cubicBezTo>
                    <a:pt x="4928" y="4810"/>
                    <a:pt x="4999" y="4808"/>
                    <a:pt x="5071" y="4804"/>
                  </a:cubicBezTo>
                  <a:cubicBezTo>
                    <a:pt x="5605" y="4771"/>
                    <a:pt x="6172" y="4637"/>
                    <a:pt x="6672" y="4404"/>
                  </a:cubicBezTo>
                  <a:lnTo>
                    <a:pt x="7506" y="4871"/>
                  </a:lnTo>
                  <a:lnTo>
                    <a:pt x="8640" y="4237"/>
                  </a:lnTo>
                  <a:lnTo>
                    <a:pt x="8440" y="4103"/>
                  </a:lnTo>
                  <a:lnTo>
                    <a:pt x="7806" y="3770"/>
                  </a:lnTo>
                  <a:cubicBezTo>
                    <a:pt x="8173" y="3570"/>
                    <a:pt x="8440" y="3203"/>
                    <a:pt x="8440" y="2769"/>
                  </a:cubicBezTo>
                  <a:lnTo>
                    <a:pt x="8440" y="2669"/>
                  </a:lnTo>
                  <a:cubicBezTo>
                    <a:pt x="8340" y="2302"/>
                    <a:pt x="8073" y="1969"/>
                    <a:pt x="7706" y="1802"/>
                  </a:cubicBezTo>
                  <a:cubicBezTo>
                    <a:pt x="7273" y="1535"/>
                    <a:pt x="6739" y="1402"/>
                    <a:pt x="6205" y="1402"/>
                  </a:cubicBezTo>
                  <a:lnTo>
                    <a:pt x="5705" y="1402"/>
                  </a:lnTo>
                  <a:cubicBezTo>
                    <a:pt x="5438" y="1468"/>
                    <a:pt x="5204" y="1502"/>
                    <a:pt x="4971" y="1568"/>
                  </a:cubicBezTo>
                  <a:cubicBezTo>
                    <a:pt x="4838" y="1602"/>
                    <a:pt x="4737" y="1635"/>
                    <a:pt x="4637" y="1668"/>
                  </a:cubicBezTo>
                  <a:lnTo>
                    <a:pt x="4137" y="1835"/>
                  </a:lnTo>
                  <a:lnTo>
                    <a:pt x="3970" y="1902"/>
                  </a:lnTo>
                  <a:cubicBezTo>
                    <a:pt x="3637" y="2002"/>
                    <a:pt x="3303" y="2102"/>
                    <a:pt x="2970" y="2169"/>
                  </a:cubicBezTo>
                  <a:cubicBezTo>
                    <a:pt x="2903" y="2185"/>
                    <a:pt x="2836" y="2194"/>
                    <a:pt x="2769" y="2194"/>
                  </a:cubicBezTo>
                  <a:cubicBezTo>
                    <a:pt x="2703" y="2194"/>
                    <a:pt x="2636" y="2185"/>
                    <a:pt x="2569" y="2169"/>
                  </a:cubicBezTo>
                  <a:cubicBezTo>
                    <a:pt x="2503" y="2135"/>
                    <a:pt x="2436" y="2135"/>
                    <a:pt x="2369" y="2102"/>
                  </a:cubicBezTo>
                  <a:cubicBezTo>
                    <a:pt x="2102" y="1935"/>
                    <a:pt x="2069" y="1735"/>
                    <a:pt x="2536" y="1435"/>
                  </a:cubicBezTo>
                  <a:cubicBezTo>
                    <a:pt x="2795" y="1276"/>
                    <a:pt x="3089" y="1199"/>
                    <a:pt x="3384" y="1199"/>
                  </a:cubicBezTo>
                  <a:cubicBezTo>
                    <a:pt x="3583" y="1199"/>
                    <a:pt x="3782" y="1234"/>
                    <a:pt x="3970" y="1301"/>
                  </a:cubicBezTo>
                  <a:lnTo>
                    <a:pt x="4971" y="301"/>
                  </a:lnTo>
                  <a:cubicBezTo>
                    <a:pt x="4561" y="159"/>
                    <a:pt x="4126" y="90"/>
                    <a:pt x="3691" y="90"/>
                  </a:cubicBezTo>
                  <a:cubicBezTo>
                    <a:pt x="3100" y="90"/>
                    <a:pt x="2507" y="218"/>
                    <a:pt x="1969" y="467"/>
                  </a:cubicBezTo>
                  <a:lnTo>
                    <a:pt x="11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4565;p75">
              <a:extLst>
                <a:ext uri="{FF2B5EF4-FFF2-40B4-BE49-F238E27FC236}">
                  <a16:creationId xmlns:a16="http://schemas.microsoft.com/office/drawing/2014/main" id="{0FF37787-2D88-A5A3-C03E-246BE8141194}"/>
                </a:ext>
              </a:extLst>
            </p:cNvPr>
            <p:cNvSpPr/>
            <p:nvPr/>
          </p:nvSpPr>
          <p:spPr>
            <a:xfrm>
              <a:off x="5071300" y="2891675"/>
              <a:ext cx="20875" cy="34225"/>
            </a:xfrm>
            <a:custGeom>
              <a:avLst/>
              <a:gdLst/>
              <a:ahLst/>
              <a:cxnLst/>
              <a:rect l="l" t="t" r="r" b="b"/>
              <a:pathLst>
                <a:path w="835" h="1369" extrusionOk="0">
                  <a:moveTo>
                    <a:pt x="0" y="1"/>
                  </a:moveTo>
                  <a:lnTo>
                    <a:pt x="0" y="868"/>
                  </a:lnTo>
                  <a:lnTo>
                    <a:pt x="834" y="1368"/>
                  </a:lnTo>
                  <a:lnTo>
                    <a:pt x="834" y="4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4566;p75">
              <a:extLst>
                <a:ext uri="{FF2B5EF4-FFF2-40B4-BE49-F238E27FC236}">
                  <a16:creationId xmlns:a16="http://schemas.microsoft.com/office/drawing/2014/main" id="{67885EC6-0294-5246-C91D-F2DB7743DB76}"/>
                </a:ext>
              </a:extLst>
            </p:cNvPr>
            <p:cNvSpPr/>
            <p:nvPr/>
          </p:nvSpPr>
          <p:spPr>
            <a:xfrm>
              <a:off x="5071300" y="2891675"/>
              <a:ext cx="20875" cy="34225"/>
            </a:xfrm>
            <a:custGeom>
              <a:avLst/>
              <a:gdLst/>
              <a:ahLst/>
              <a:cxnLst/>
              <a:rect l="l" t="t" r="r" b="b"/>
              <a:pathLst>
                <a:path w="835" h="1369" extrusionOk="0">
                  <a:moveTo>
                    <a:pt x="0" y="1"/>
                  </a:moveTo>
                  <a:lnTo>
                    <a:pt x="0" y="868"/>
                  </a:lnTo>
                  <a:lnTo>
                    <a:pt x="834" y="1368"/>
                  </a:lnTo>
                  <a:lnTo>
                    <a:pt x="834" y="4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4567;p75">
              <a:extLst>
                <a:ext uri="{FF2B5EF4-FFF2-40B4-BE49-F238E27FC236}">
                  <a16:creationId xmlns:a16="http://schemas.microsoft.com/office/drawing/2014/main" id="{496E2084-3134-1527-E2BF-298E3FE6E1F5}"/>
                </a:ext>
              </a:extLst>
            </p:cNvPr>
            <p:cNvSpPr/>
            <p:nvPr/>
          </p:nvSpPr>
          <p:spPr>
            <a:xfrm>
              <a:off x="4903675" y="2781600"/>
              <a:ext cx="49225" cy="15875"/>
            </a:xfrm>
            <a:custGeom>
              <a:avLst/>
              <a:gdLst/>
              <a:ahLst/>
              <a:cxnLst/>
              <a:rect l="l" t="t" r="r" b="b"/>
              <a:pathLst>
                <a:path w="1969" h="635" extrusionOk="0">
                  <a:moveTo>
                    <a:pt x="1135" y="0"/>
                  </a:moveTo>
                  <a:lnTo>
                    <a:pt x="0" y="634"/>
                  </a:lnTo>
                  <a:lnTo>
                    <a:pt x="1135" y="134"/>
                  </a:lnTo>
                  <a:lnTo>
                    <a:pt x="1968" y="467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4568;p75">
              <a:extLst>
                <a:ext uri="{FF2B5EF4-FFF2-40B4-BE49-F238E27FC236}">
                  <a16:creationId xmlns:a16="http://schemas.microsoft.com/office/drawing/2014/main" id="{5D49372C-3769-6A40-D361-FA30EFE56131}"/>
                </a:ext>
              </a:extLst>
            </p:cNvPr>
            <p:cNvSpPr/>
            <p:nvPr/>
          </p:nvSpPr>
          <p:spPr>
            <a:xfrm>
              <a:off x="4967050" y="2789100"/>
              <a:ext cx="61725" cy="29225"/>
            </a:xfrm>
            <a:custGeom>
              <a:avLst/>
              <a:gdLst/>
              <a:ahLst/>
              <a:cxnLst/>
              <a:rect l="l" t="t" r="r" b="b"/>
              <a:pathLst>
                <a:path w="2469" h="1169" extrusionOk="0">
                  <a:moveTo>
                    <a:pt x="2469" y="1"/>
                  </a:moveTo>
                  <a:lnTo>
                    <a:pt x="1468" y="901"/>
                  </a:lnTo>
                  <a:cubicBezTo>
                    <a:pt x="1309" y="848"/>
                    <a:pt x="1142" y="822"/>
                    <a:pt x="977" y="822"/>
                  </a:cubicBezTo>
                  <a:cubicBezTo>
                    <a:pt x="623" y="822"/>
                    <a:pt x="273" y="941"/>
                    <a:pt x="1" y="1168"/>
                  </a:cubicBezTo>
                  <a:cubicBezTo>
                    <a:pt x="265" y="985"/>
                    <a:pt x="566" y="902"/>
                    <a:pt x="874" y="902"/>
                  </a:cubicBezTo>
                  <a:cubicBezTo>
                    <a:pt x="1072" y="902"/>
                    <a:pt x="1273" y="936"/>
                    <a:pt x="1468" y="1001"/>
                  </a:cubicBezTo>
                  <a:lnTo>
                    <a:pt x="246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4569;p75">
              <a:extLst>
                <a:ext uri="{FF2B5EF4-FFF2-40B4-BE49-F238E27FC236}">
                  <a16:creationId xmlns:a16="http://schemas.microsoft.com/office/drawing/2014/main" id="{05048041-E0CF-2980-8E71-404F057FDE7B}"/>
                </a:ext>
              </a:extLst>
            </p:cNvPr>
            <p:cNvSpPr/>
            <p:nvPr/>
          </p:nvSpPr>
          <p:spPr>
            <a:xfrm>
              <a:off x="4990400" y="2868325"/>
              <a:ext cx="40050" cy="33550"/>
            </a:xfrm>
            <a:custGeom>
              <a:avLst/>
              <a:gdLst/>
              <a:ahLst/>
              <a:cxnLst/>
              <a:rect l="l" t="t" r="r" b="b"/>
              <a:pathLst>
                <a:path w="1602" h="1342" extrusionOk="0">
                  <a:moveTo>
                    <a:pt x="1068" y="1"/>
                  </a:moveTo>
                  <a:lnTo>
                    <a:pt x="1" y="1068"/>
                  </a:lnTo>
                  <a:cubicBezTo>
                    <a:pt x="437" y="1243"/>
                    <a:pt x="925" y="1341"/>
                    <a:pt x="1397" y="1341"/>
                  </a:cubicBezTo>
                  <a:cubicBezTo>
                    <a:pt x="1466" y="1341"/>
                    <a:pt x="1534" y="1339"/>
                    <a:pt x="1602" y="1335"/>
                  </a:cubicBezTo>
                  <a:cubicBezTo>
                    <a:pt x="1101" y="1335"/>
                    <a:pt x="634" y="1235"/>
                    <a:pt x="167" y="1035"/>
                  </a:cubicBezTo>
                  <a:lnTo>
                    <a:pt x="106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4570;p75">
              <a:extLst>
                <a:ext uri="{FF2B5EF4-FFF2-40B4-BE49-F238E27FC236}">
                  <a16:creationId xmlns:a16="http://schemas.microsoft.com/office/drawing/2014/main" id="{43E4242C-E0C1-9336-EDB2-D57170571B36}"/>
                </a:ext>
              </a:extLst>
            </p:cNvPr>
            <p:cNvSpPr/>
            <p:nvPr/>
          </p:nvSpPr>
          <p:spPr>
            <a:xfrm>
              <a:off x="5071300" y="2887500"/>
              <a:ext cx="48375" cy="15875"/>
            </a:xfrm>
            <a:custGeom>
              <a:avLst/>
              <a:gdLst/>
              <a:ahLst/>
              <a:cxnLst/>
              <a:rect l="l" t="t" r="r" b="b"/>
              <a:pathLst>
                <a:path w="1935" h="635" extrusionOk="0">
                  <a:moveTo>
                    <a:pt x="1935" y="1"/>
                  </a:moveTo>
                  <a:lnTo>
                    <a:pt x="834" y="535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834" y="63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4571;p75">
              <a:extLst>
                <a:ext uri="{FF2B5EF4-FFF2-40B4-BE49-F238E27FC236}">
                  <a16:creationId xmlns:a16="http://schemas.microsoft.com/office/drawing/2014/main" id="{9BA67143-3869-D5C4-DA37-C1BD201174C9}"/>
                </a:ext>
              </a:extLst>
            </p:cNvPr>
            <p:cNvSpPr/>
            <p:nvPr/>
          </p:nvSpPr>
          <p:spPr>
            <a:xfrm>
              <a:off x="4745225" y="2702375"/>
              <a:ext cx="266875" cy="149300"/>
            </a:xfrm>
            <a:custGeom>
              <a:avLst/>
              <a:gdLst/>
              <a:ahLst/>
              <a:cxnLst/>
              <a:rect l="l" t="t" r="r" b="b"/>
              <a:pathLst>
                <a:path w="10675" h="5972" extrusionOk="0">
                  <a:moveTo>
                    <a:pt x="10675" y="1"/>
                  </a:moveTo>
                  <a:cubicBezTo>
                    <a:pt x="7773" y="1"/>
                    <a:pt x="5071" y="634"/>
                    <a:pt x="3036" y="1835"/>
                  </a:cubicBezTo>
                  <a:cubicBezTo>
                    <a:pt x="1068" y="2936"/>
                    <a:pt x="1" y="4404"/>
                    <a:pt x="1" y="5972"/>
                  </a:cubicBezTo>
                  <a:cubicBezTo>
                    <a:pt x="1" y="5972"/>
                    <a:pt x="101" y="3803"/>
                    <a:pt x="3103" y="1969"/>
                  </a:cubicBezTo>
                  <a:cubicBezTo>
                    <a:pt x="6072" y="167"/>
                    <a:pt x="10675" y="1"/>
                    <a:pt x="1067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4572;p75">
              <a:extLst>
                <a:ext uri="{FF2B5EF4-FFF2-40B4-BE49-F238E27FC236}">
                  <a16:creationId xmlns:a16="http://schemas.microsoft.com/office/drawing/2014/main" id="{E2378589-7600-A1B1-DF4E-13B8912E20F9}"/>
                </a:ext>
              </a:extLst>
            </p:cNvPr>
            <p:cNvSpPr/>
            <p:nvPr/>
          </p:nvSpPr>
          <p:spPr>
            <a:xfrm>
              <a:off x="4990400" y="2833300"/>
              <a:ext cx="310225" cy="178925"/>
            </a:xfrm>
            <a:custGeom>
              <a:avLst/>
              <a:gdLst/>
              <a:ahLst/>
              <a:cxnLst/>
              <a:rect l="l" t="t" r="r" b="b"/>
              <a:pathLst>
                <a:path w="12409" h="7157" extrusionOk="0">
                  <a:moveTo>
                    <a:pt x="11942" y="1"/>
                  </a:moveTo>
                  <a:cubicBezTo>
                    <a:pt x="11943" y="2"/>
                    <a:pt x="12409" y="3070"/>
                    <a:pt x="8573" y="5171"/>
                  </a:cubicBezTo>
                  <a:cubicBezTo>
                    <a:pt x="5045" y="7057"/>
                    <a:pt x="824" y="7140"/>
                    <a:pt x="107" y="7140"/>
                  </a:cubicBezTo>
                  <a:cubicBezTo>
                    <a:pt x="37" y="7140"/>
                    <a:pt x="1" y="7139"/>
                    <a:pt x="1" y="7139"/>
                  </a:cubicBezTo>
                  <a:lnTo>
                    <a:pt x="1" y="7139"/>
                  </a:lnTo>
                  <a:cubicBezTo>
                    <a:pt x="274" y="7151"/>
                    <a:pt x="547" y="7157"/>
                    <a:pt x="821" y="7157"/>
                  </a:cubicBezTo>
                  <a:cubicBezTo>
                    <a:pt x="3688" y="7157"/>
                    <a:pt x="6548" y="6520"/>
                    <a:pt x="8740" y="5271"/>
                  </a:cubicBezTo>
                  <a:cubicBezTo>
                    <a:pt x="11242" y="3837"/>
                    <a:pt x="12309" y="1869"/>
                    <a:pt x="1194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4573;p75">
              <a:extLst>
                <a:ext uri="{FF2B5EF4-FFF2-40B4-BE49-F238E27FC236}">
                  <a16:creationId xmlns:a16="http://schemas.microsoft.com/office/drawing/2014/main" id="{E4ECE39D-F518-95AD-BFD8-AFE8BF70BF1B}"/>
                </a:ext>
              </a:extLst>
            </p:cNvPr>
            <p:cNvSpPr/>
            <p:nvPr/>
          </p:nvSpPr>
          <p:spPr>
            <a:xfrm>
              <a:off x="4749400" y="2664650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71" y="0"/>
                  </a:moveTo>
                  <a:cubicBezTo>
                    <a:pt x="8315" y="0"/>
                    <a:pt x="5454" y="626"/>
                    <a:pt x="3269" y="1876"/>
                  </a:cubicBezTo>
                  <a:cubicBezTo>
                    <a:pt x="2202" y="2444"/>
                    <a:pt x="1268" y="3311"/>
                    <a:pt x="601" y="4345"/>
                  </a:cubicBezTo>
                  <a:lnTo>
                    <a:pt x="0" y="4345"/>
                  </a:lnTo>
                  <a:lnTo>
                    <a:pt x="0" y="6613"/>
                  </a:lnTo>
                  <a:cubicBezTo>
                    <a:pt x="100" y="8181"/>
                    <a:pt x="1168" y="9782"/>
                    <a:pt x="3269" y="10983"/>
                  </a:cubicBezTo>
                  <a:cubicBezTo>
                    <a:pt x="5454" y="12234"/>
                    <a:pt x="8306" y="12859"/>
                    <a:pt x="11158" y="12859"/>
                  </a:cubicBezTo>
                  <a:cubicBezTo>
                    <a:pt x="14010" y="12859"/>
                    <a:pt x="16862" y="12234"/>
                    <a:pt x="19047" y="10983"/>
                  </a:cubicBezTo>
                  <a:cubicBezTo>
                    <a:pt x="21115" y="9782"/>
                    <a:pt x="22250" y="8181"/>
                    <a:pt x="22316" y="6613"/>
                  </a:cubicBezTo>
                  <a:lnTo>
                    <a:pt x="22316" y="4345"/>
                  </a:lnTo>
                  <a:lnTo>
                    <a:pt x="21716" y="4345"/>
                  </a:lnTo>
                  <a:cubicBezTo>
                    <a:pt x="21049" y="3311"/>
                    <a:pt x="20148" y="2444"/>
                    <a:pt x="19047" y="1876"/>
                  </a:cubicBezTo>
                  <a:cubicBezTo>
                    <a:pt x="16879" y="626"/>
                    <a:pt x="14027" y="0"/>
                    <a:pt x="1117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4574;p75">
              <a:extLst>
                <a:ext uri="{FF2B5EF4-FFF2-40B4-BE49-F238E27FC236}">
                  <a16:creationId xmlns:a16="http://schemas.microsoft.com/office/drawing/2014/main" id="{F4EA8A41-C687-FC1B-A683-3C8C5EDCDBC6}"/>
                </a:ext>
              </a:extLst>
            </p:cNvPr>
            <p:cNvSpPr/>
            <p:nvPr/>
          </p:nvSpPr>
          <p:spPr>
            <a:xfrm>
              <a:off x="4749400" y="2664650"/>
              <a:ext cx="557925" cy="321500"/>
            </a:xfrm>
            <a:custGeom>
              <a:avLst/>
              <a:gdLst/>
              <a:ahLst/>
              <a:cxnLst/>
              <a:rect l="l" t="t" r="r" b="b"/>
              <a:pathLst>
                <a:path w="22317" h="12860" extrusionOk="0">
                  <a:moveTo>
                    <a:pt x="11171" y="0"/>
                  </a:moveTo>
                  <a:cubicBezTo>
                    <a:pt x="8315" y="0"/>
                    <a:pt x="5454" y="626"/>
                    <a:pt x="3269" y="1876"/>
                  </a:cubicBezTo>
                  <a:cubicBezTo>
                    <a:pt x="2202" y="2444"/>
                    <a:pt x="1268" y="3311"/>
                    <a:pt x="601" y="4345"/>
                  </a:cubicBezTo>
                  <a:lnTo>
                    <a:pt x="0" y="4345"/>
                  </a:lnTo>
                  <a:lnTo>
                    <a:pt x="0" y="6613"/>
                  </a:lnTo>
                  <a:cubicBezTo>
                    <a:pt x="100" y="8181"/>
                    <a:pt x="1168" y="9782"/>
                    <a:pt x="3269" y="10983"/>
                  </a:cubicBezTo>
                  <a:cubicBezTo>
                    <a:pt x="5454" y="12234"/>
                    <a:pt x="8306" y="12859"/>
                    <a:pt x="11158" y="12859"/>
                  </a:cubicBezTo>
                  <a:cubicBezTo>
                    <a:pt x="14010" y="12859"/>
                    <a:pt x="16862" y="12234"/>
                    <a:pt x="19047" y="10983"/>
                  </a:cubicBezTo>
                  <a:cubicBezTo>
                    <a:pt x="21115" y="9782"/>
                    <a:pt x="22250" y="8181"/>
                    <a:pt x="22316" y="6613"/>
                  </a:cubicBezTo>
                  <a:lnTo>
                    <a:pt x="22316" y="4345"/>
                  </a:lnTo>
                  <a:lnTo>
                    <a:pt x="21716" y="4345"/>
                  </a:lnTo>
                  <a:cubicBezTo>
                    <a:pt x="21049" y="3311"/>
                    <a:pt x="20148" y="2444"/>
                    <a:pt x="19047" y="1876"/>
                  </a:cubicBezTo>
                  <a:cubicBezTo>
                    <a:pt x="16879" y="626"/>
                    <a:pt x="14027" y="0"/>
                    <a:pt x="11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4575;p75">
              <a:extLst>
                <a:ext uri="{FF2B5EF4-FFF2-40B4-BE49-F238E27FC236}">
                  <a16:creationId xmlns:a16="http://schemas.microsoft.com/office/drawing/2014/main" id="{21D79B3D-4E3F-4EE9-7A9F-206493D15114}"/>
                </a:ext>
              </a:extLst>
            </p:cNvPr>
            <p:cNvSpPr/>
            <p:nvPr/>
          </p:nvSpPr>
          <p:spPr>
            <a:xfrm>
              <a:off x="4749400" y="2664025"/>
              <a:ext cx="279375" cy="321925"/>
            </a:xfrm>
            <a:custGeom>
              <a:avLst/>
              <a:gdLst/>
              <a:ahLst/>
              <a:cxnLst/>
              <a:rect l="l" t="t" r="r" b="b"/>
              <a:pathLst>
                <a:path w="11175" h="12877" extrusionOk="0">
                  <a:moveTo>
                    <a:pt x="11175" y="0"/>
                  </a:moveTo>
                  <a:cubicBezTo>
                    <a:pt x="8306" y="0"/>
                    <a:pt x="5471" y="634"/>
                    <a:pt x="3269" y="1901"/>
                  </a:cubicBezTo>
                  <a:cubicBezTo>
                    <a:pt x="2202" y="2469"/>
                    <a:pt x="1268" y="3336"/>
                    <a:pt x="601" y="4370"/>
                  </a:cubicBezTo>
                  <a:lnTo>
                    <a:pt x="0" y="4370"/>
                  </a:lnTo>
                  <a:lnTo>
                    <a:pt x="0" y="6638"/>
                  </a:lnTo>
                  <a:cubicBezTo>
                    <a:pt x="100" y="8206"/>
                    <a:pt x="1168" y="9807"/>
                    <a:pt x="3269" y="11008"/>
                  </a:cubicBezTo>
                  <a:cubicBezTo>
                    <a:pt x="5438" y="12242"/>
                    <a:pt x="8306" y="12876"/>
                    <a:pt x="11175" y="12876"/>
                  </a:cubicBezTo>
                  <a:lnTo>
                    <a:pt x="1117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4576;p75">
              <a:extLst>
                <a:ext uri="{FF2B5EF4-FFF2-40B4-BE49-F238E27FC236}">
                  <a16:creationId xmlns:a16="http://schemas.microsoft.com/office/drawing/2014/main" id="{615E9718-7EA1-9568-4B35-9F2566212CC5}"/>
                </a:ext>
              </a:extLst>
            </p:cNvPr>
            <p:cNvSpPr/>
            <p:nvPr/>
          </p:nvSpPr>
          <p:spPr>
            <a:xfrm>
              <a:off x="4749400" y="2690700"/>
              <a:ext cx="126775" cy="269375"/>
            </a:xfrm>
            <a:custGeom>
              <a:avLst/>
              <a:gdLst/>
              <a:ahLst/>
              <a:cxnLst/>
              <a:rect l="l" t="t" r="r" b="b"/>
              <a:pathLst>
                <a:path w="5071" h="10775" extrusionOk="0">
                  <a:moveTo>
                    <a:pt x="5071" y="1"/>
                  </a:moveTo>
                  <a:cubicBezTo>
                    <a:pt x="4437" y="201"/>
                    <a:pt x="3836" y="501"/>
                    <a:pt x="3269" y="834"/>
                  </a:cubicBezTo>
                  <a:cubicBezTo>
                    <a:pt x="2202" y="1402"/>
                    <a:pt x="1268" y="2235"/>
                    <a:pt x="601" y="3270"/>
                  </a:cubicBezTo>
                  <a:lnTo>
                    <a:pt x="0" y="3270"/>
                  </a:lnTo>
                  <a:lnTo>
                    <a:pt x="0" y="5571"/>
                  </a:lnTo>
                  <a:cubicBezTo>
                    <a:pt x="100" y="7139"/>
                    <a:pt x="1168" y="8707"/>
                    <a:pt x="3269" y="9941"/>
                  </a:cubicBezTo>
                  <a:cubicBezTo>
                    <a:pt x="3836" y="10241"/>
                    <a:pt x="4437" y="10541"/>
                    <a:pt x="5071" y="10775"/>
                  </a:cubicBezTo>
                  <a:lnTo>
                    <a:pt x="507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4577;p75">
              <a:extLst>
                <a:ext uri="{FF2B5EF4-FFF2-40B4-BE49-F238E27FC236}">
                  <a16:creationId xmlns:a16="http://schemas.microsoft.com/office/drawing/2014/main" id="{4899D4DE-ACC4-6643-386B-2F111F859027}"/>
                </a:ext>
              </a:extLst>
            </p:cNvPr>
            <p:cNvSpPr/>
            <p:nvPr/>
          </p:nvSpPr>
          <p:spPr>
            <a:xfrm>
              <a:off x="5180525" y="2690700"/>
              <a:ext cx="127625" cy="269375"/>
            </a:xfrm>
            <a:custGeom>
              <a:avLst/>
              <a:gdLst/>
              <a:ahLst/>
              <a:cxnLst/>
              <a:rect l="l" t="t" r="r" b="b"/>
              <a:pathLst>
                <a:path w="5105" h="10775" extrusionOk="0">
                  <a:moveTo>
                    <a:pt x="1" y="1"/>
                  </a:moveTo>
                  <a:lnTo>
                    <a:pt x="34" y="10775"/>
                  </a:lnTo>
                  <a:cubicBezTo>
                    <a:pt x="635" y="10541"/>
                    <a:pt x="1235" y="10241"/>
                    <a:pt x="1836" y="9941"/>
                  </a:cubicBezTo>
                  <a:cubicBezTo>
                    <a:pt x="3904" y="8707"/>
                    <a:pt x="5005" y="7139"/>
                    <a:pt x="5105" y="5571"/>
                  </a:cubicBezTo>
                  <a:lnTo>
                    <a:pt x="5105" y="3270"/>
                  </a:lnTo>
                  <a:lnTo>
                    <a:pt x="4471" y="3270"/>
                  </a:lnTo>
                  <a:cubicBezTo>
                    <a:pt x="3804" y="2235"/>
                    <a:pt x="2903" y="1402"/>
                    <a:pt x="1802" y="834"/>
                  </a:cubicBezTo>
                  <a:cubicBezTo>
                    <a:pt x="1235" y="501"/>
                    <a:pt x="635" y="201"/>
                    <a:pt x="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4578;p75">
              <a:extLst>
                <a:ext uri="{FF2B5EF4-FFF2-40B4-BE49-F238E27FC236}">
                  <a16:creationId xmlns:a16="http://schemas.microsoft.com/office/drawing/2014/main" id="{A7AD1E83-559A-7D51-46FF-37BDCC8EB41F}"/>
                </a:ext>
              </a:extLst>
            </p:cNvPr>
            <p:cNvSpPr/>
            <p:nvPr/>
          </p:nvSpPr>
          <p:spPr>
            <a:xfrm>
              <a:off x="4722700" y="2612100"/>
              <a:ext cx="612150" cy="321825"/>
            </a:xfrm>
            <a:custGeom>
              <a:avLst/>
              <a:gdLst/>
              <a:ahLst/>
              <a:cxnLst/>
              <a:rect l="l" t="t" r="r" b="b"/>
              <a:pathLst>
                <a:path w="24486" h="12873" extrusionOk="0">
                  <a:moveTo>
                    <a:pt x="12239" y="1"/>
                  </a:moveTo>
                  <a:cubicBezTo>
                    <a:pt x="9383" y="1"/>
                    <a:pt x="6522" y="626"/>
                    <a:pt x="4337" y="1877"/>
                  </a:cubicBezTo>
                  <a:cubicBezTo>
                    <a:pt x="1" y="4379"/>
                    <a:pt x="1" y="8482"/>
                    <a:pt x="4337" y="10984"/>
                  </a:cubicBezTo>
                  <a:cubicBezTo>
                    <a:pt x="6515" y="12247"/>
                    <a:pt x="9364" y="12872"/>
                    <a:pt x="12210" y="12872"/>
                  </a:cubicBezTo>
                  <a:cubicBezTo>
                    <a:pt x="15076" y="12872"/>
                    <a:pt x="17940" y="12239"/>
                    <a:pt x="20115" y="10984"/>
                  </a:cubicBezTo>
                  <a:cubicBezTo>
                    <a:pt x="24485" y="8482"/>
                    <a:pt x="24485" y="4412"/>
                    <a:pt x="20115" y="1877"/>
                  </a:cubicBezTo>
                  <a:cubicBezTo>
                    <a:pt x="17947" y="626"/>
                    <a:pt x="15095" y="1"/>
                    <a:pt x="12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4579;p75">
              <a:extLst>
                <a:ext uri="{FF2B5EF4-FFF2-40B4-BE49-F238E27FC236}">
                  <a16:creationId xmlns:a16="http://schemas.microsoft.com/office/drawing/2014/main" id="{4B86AA54-A506-2D54-BDDA-D81F39E80E79}"/>
                </a:ext>
              </a:extLst>
            </p:cNvPr>
            <p:cNvSpPr/>
            <p:nvPr/>
          </p:nvSpPr>
          <p:spPr>
            <a:xfrm>
              <a:off x="4722700" y="2612100"/>
              <a:ext cx="612150" cy="321825"/>
            </a:xfrm>
            <a:custGeom>
              <a:avLst/>
              <a:gdLst/>
              <a:ahLst/>
              <a:cxnLst/>
              <a:rect l="l" t="t" r="r" b="b"/>
              <a:pathLst>
                <a:path w="24486" h="12873" extrusionOk="0">
                  <a:moveTo>
                    <a:pt x="12239" y="1"/>
                  </a:moveTo>
                  <a:cubicBezTo>
                    <a:pt x="9383" y="1"/>
                    <a:pt x="6522" y="626"/>
                    <a:pt x="4337" y="1877"/>
                  </a:cubicBezTo>
                  <a:cubicBezTo>
                    <a:pt x="1" y="4379"/>
                    <a:pt x="1" y="8482"/>
                    <a:pt x="4337" y="10984"/>
                  </a:cubicBezTo>
                  <a:cubicBezTo>
                    <a:pt x="6515" y="12247"/>
                    <a:pt x="9364" y="12872"/>
                    <a:pt x="12210" y="12872"/>
                  </a:cubicBezTo>
                  <a:cubicBezTo>
                    <a:pt x="15076" y="12872"/>
                    <a:pt x="17940" y="12239"/>
                    <a:pt x="20115" y="10984"/>
                  </a:cubicBezTo>
                  <a:cubicBezTo>
                    <a:pt x="24485" y="8482"/>
                    <a:pt x="24485" y="4412"/>
                    <a:pt x="20115" y="1877"/>
                  </a:cubicBezTo>
                  <a:cubicBezTo>
                    <a:pt x="17947" y="626"/>
                    <a:pt x="15095" y="1"/>
                    <a:pt x="122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4580;p75">
              <a:extLst>
                <a:ext uri="{FF2B5EF4-FFF2-40B4-BE49-F238E27FC236}">
                  <a16:creationId xmlns:a16="http://schemas.microsoft.com/office/drawing/2014/main" id="{E74CD866-67C4-A847-D8F9-1E2B33853098}"/>
                </a:ext>
              </a:extLst>
            </p:cNvPr>
            <p:cNvSpPr/>
            <p:nvPr/>
          </p:nvSpPr>
          <p:spPr>
            <a:xfrm>
              <a:off x="4843625" y="2673200"/>
              <a:ext cx="370300" cy="199325"/>
            </a:xfrm>
            <a:custGeom>
              <a:avLst/>
              <a:gdLst/>
              <a:ahLst/>
              <a:cxnLst/>
              <a:rect l="l" t="t" r="r" b="b"/>
              <a:pathLst>
                <a:path w="14812" h="7973" extrusionOk="0">
                  <a:moveTo>
                    <a:pt x="7406" y="0"/>
                  </a:moveTo>
                  <a:cubicBezTo>
                    <a:pt x="5655" y="0"/>
                    <a:pt x="3903" y="367"/>
                    <a:pt x="2269" y="1101"/>
                  </a:cubicBezTo>
                  <a:cubicBezTo>
                    <a:pt x="801" y="1868"/>
                    <a:pt x="1" y="2869"/>
                    <a:pt x="1" y="4003"/>
                  </a:cubicBezTo>
                  <a:cubicBezTo>
                    <a:pt x="1" y="5104"/>
                    <a:pt x="801" y="6138"/>
                    <a:pt x="2269" y="6872"/>
                  </a:cubicBezTo>
                  <a:cubicBezTo>
                    <a:pt x="3903" y="7606"/>
                    <a:pt x="5655" y="7972"/>
                    <a:pt x="7406" y="7972"/>
                  </a:cubicBezTo>
                  <a:cubicBezTo>
                    <a:pt x="9157" y="7972"/>
                    <a:pt x="10908" y="7606"/>
                    <a:pt x="12543" y="6872"/>
                  </a:cubicBezTo>
                  <a:cubicBezTo>
                    <a:pt x="13977" y="6138"/>
                    <a:pt x="14811" y="5104"/>
                    <a:pt x="14811" y="4003"/>
                  </a:cubicBezTo>
                  <a:cubicBezTo>
                    <a:pt x="14811" y="2869"/>
                    <a:pt x="13977" y="1835"/>
                    <a:pt x="12543" y="1101"/>
                  </a:cubicBezTo>
                  <a:cubicBezTo>
                    <a:pt x="10908" y="367"/>
                    <a:pt x="9157" y="0"/>
                    <a:pt x="74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4581;p75">
              <a:extLst>
                <a:ext uri="{FF2B5EF4-FFF2-40B4-BE49-F238E27FC236}">
                  <a16:creationId xmlns:a16="http://schemas.microsoft.com/office/drawing/2014/main" id="{D5E9B633-5B61-55C0-6EFF-ADD592E16F2A}"/>
                </a:ext>
              </a:extLst>
            </p:cNvPr>
            <p:cNvSpPr/>
            <p:nvPr/>
          </p:nvSpPr>
          <p:spPr>
            <a:xfrm>
              <a:off x="4843625" y="2673200"/>
              <a:ext cx="370300" cy="199325"/>
            </a:xfrm>
            <a:custGeom>
              <a:avLst/>
              <a:gdLst/>
              <a:ahLst/>
              <a:cxnLst/>
              <a:rect l="l" t="t" r="r" b="b"/>
              <a:pathLst>
                <a:path w="14812" h="7973" extrusionOk="0">
                  <a:moveTo>
                    <a:pt x="7406" y="0"/>
                  </a:moveTo>
                  <a:cubicBezTo>
                    <a:pt x="5655" y="0"/>
                    <a:pt x="3903" y="367"/>
                    <a:pt x="2269" y="1101"/>
                  </a:cubicBezTo>
                  <a:cubicBezTo>
                    <a:pt x="801" y="1868"/>
                    <a:pt x="1" y="2869"/>
                    <a:pt x="1" y="4003"/>
                  </a:cubicBezTo>
                  <a:cubicBezTo>
                    <a:pt x="1" y="5104"/>
                    <a:pt x="801" y="6138"/>
                    <a:pt x="2269" y="6872"/>
                  </a:cubicBezTo>
                  <a:cubicBezTo>
                    <a:pt x="3903" y="7606"/>
                    <a:pt x="5655" y="7972"/>
                    <a:pt x="7406" y="7972"/>
                  </a:cubicBezTo>
                  <a:cubicBezTo>
                    <a:pt x="9157" y="7972"/>
                    <a:pt x="10908" y="7606"/>
                    <a:pt x="12543" y="6872"/>
                  </a:cubicBezTo>
                  <a:cubicBezTo>
                    <a:pt x="13977" y="6138"/>
                    <a:pt x="14811" y="5104"/>
                    <a:pt x="14811" y="4003"/>
                  </a:cubicBezTo>
                  <a:cubicBezTo>
                    <a:pt x="14811" y="2869"/>
                    <a:pt x="13977" y="1835"/>
                    <a:pt x="12543" y="1101"/>
                  </a:cubicBezTo>
                  <a:cubicBezTo>
                    <a:pt x="10908" y="367"/>
                    <a:pt x="9157" y="0"/>
                    <a:pt x="74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4582;p75">
              <a:extLst>
                <a:ext uri="{FF2B5EF4-FFF2-40B4-BE49-F238E27FC236}">
                  <a16:creationId xmlns:a16="http://schemas.microsoft.com/office/drawing/2014/main" id="{69977E73-2588-4D5F-A1FF-F3EC2AE450CC}"/>
                </a:ext>
              </a:extLst>
            </p:cNvPr>
            <p:cNvSpPr/>
            <p:nvPr/>
          </p:nvSpPr>
          <p:spPr>
            <a:xfrm>
              <a:off x="4761900" y="2623975"/>
              <a:ext cx="533750" cy="297750"/>
            </a:xfrm>
            <a:custGeom>
              <a:avLst/>
              <a:gdLst/>
              <a:ahLst/>
              <a:cxnLst/>
              <a:rect l="l" t="t" r="r" b="b"/>
              <a:pathLst>
                <a:path w="21350" h="11910" extrusionOk="0">
                  <a:moveTo>
                    <a:pt x="10675" y="1969"/>
                  </a:moveTo>
                  <a:cubicBezTo>
                    <a:pt x="12426" y="1969"/>
                    <a:pt x="14177" y="2336"/>
                    <a:pt x="15812" y="3070"/>
                  </a:cubicBezTo>
                  <a:cubicBezTo>
                    <a:pt x="17246" y="3804"/>
                    <a:pt x="18080" y="4838"/>
                    <a:pt x="18080" y="5972"/>
                  </a:cubicBezTo>
                  <a:cubicBezTo>
                    <a:pt x="18080" y="7073"/>
                    <a:pt x="17246" y="8107"/>
                    <a:pt x="15812" y="8841"/>
                  </a:cubicBezTo>
                  <a:cubicBezTo>
                    <a:pt x="14177" y="9575"/>
                    <a:pt x="12426" y="9941"/>
                    <a:pt x="10675" y="9941"/>
                  </a:cubicBezTo>
                  <a:cubicBezTo>
                    <a:pt x="8924" y="9941"/>
                    <a:pt x="7172" y="9575"/>
                    <a:pt x="5538" y="8841"/>
                  </a:cubicBezTo>
                  <a:cubicBezTo>
                    <a:pt x="4070" y="8107"/>
                    <a:pt x="3270" y="7073"/>
                    <a:pt x="3270" y="5972"/>
                  </a:cubicBezTo>
                  <a:cubicBezTo>
                    <a:pt x="3270" y="4838"/>
                    <a:pt x="4070" y="3837"/>
                    <a:pt x="5538" y="3070"/>
                  </a:cubicBezTo>
                  <a:cubicBezTo>
                    <a:pt x="7172" y="2336"/>
                    <a:pt x="8924" y="1969"/>
                    <a:pt x="10675" y="1969"/>
                  </a:cubicBezTo>
                  <a:close/>
                  <a:moveTo>
                    <a:pt x="10675" y="1"/>
                  </a:moveTo>
                  <a:cubicBezTo>
                    <a:pt x="7773" y="1"/>
                    <a:pt x="5071" y="668"/>
                    <a:pt x="3036" y="1836"/>
                  </a:cubicBezTo>
                  <a:cubicBezTo>
                    <a:pt x="1068" y="2936"/>
                    <a:pt x="1" y="4404"/>
                    <a:pt x="1" y="5972"/>
                  </a:cubicBezTo>
                  <a:cubicBezTo>
                    <a:pt x="1" y="7506"/>
                    <a:pt x="1068" y="8974"/>
                    <a:pt x="3036" y="10108"/>
                  </a:cubicBezTo>
                  <a:cubicBezTo>
                    <a:pt x="5071" y="11276"/>
                    <a:pt x="7773" y="11910"/>
                    <a:pt x="10675" y="11910"/>
                  </a:cubicBezTo>
                  <a:cubicBezTo>
                    <a:pt x="13544" y="11910"/>
                    <a:pt x="16279" y="11276"/>
                    <a:pt x="18314" y="10108"/>
                  </a:cubicBezTo>
                  <a:cubicBezTo>
                    <a:pt x="20248" y="8974"/>
                    <a:pt x="21349" y="7506"/>
                    <a:pt x="21349" y="5972"/>
                  </a:cubicBezTo>
                  <a:cubicBezTo>
                    <a:pt x="21349" y="4437"/>
                    <a:pt x="20248" y="2970"/>
                    <a:pt x="18314" y="1836"/>
                  </a:cubicBezTo>
                  <a:cubicBezTo>
                    <a:pt x="16279" y="668"/>
                    <a:pt x="13577" y="1"/>
                    <a:pt x="1067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4583;p75">
              <a:extLst>
                <a:ext uri="{FF2B5EF4-FFF2-40B4-BE49-F238E27FC236}">
                  <a16:creationId xmlns:a16="http://schemas.microsoft.com/office/drawing/2014/main" id="{1D8541BF-5E7A-C186-11D1-62547B45B650}"/>
                </a:ext>
              </a:extLst>
            </p:cNvPr>
            <p:cNvSpPr/>
            <p:nvPr/>
          </p:nvSpPr>
          <p:spPr>
            <a:xfrm>
              <a:off x="4836125" y="2682775"/>
              <a:ext cx="385300" cy="180150"/>
            </a:xfrm>
            <a:custGeom>
              <a:avLst/>
              <a:gdLst/>
              <a:ahLst/>
              <a:cxnLst/>
              <a:rect l="l" t="t" r="r" b="b"/>
              <a:pathLst>
                <a:path w="15412" h="7206" extrusionOk="0">
                  <a:moveTo>
                    <a:pt x="7689" y="1"/>
                  </a:moveTo>
                  <a:cubicBezTo>
                    <a:pt x="5896" y="1"/>
                    <a:pt x="4103" y="351"/>
                    <a:pt x="2736" y="1051"/>
                  </a:cubicBezTo>
                  <a:cubicBezTo>
                    <a:pt x="0" y="2452"/>
                    <a:pt x="0" y="4754"/>
                    <a:pt x="2736" y="6155"/>
                  </a:cubicBezTo>
                  <a:cubicBezTo>
                    <a:pt x="4103" y="6856"/>
                    <a:pt x="5896" y="7206"/>
                    <a:pt x="7689" y="7206"/>
                  </a:cubicBezTo>
                  <a:cubicBezTo>
                    <a:pt x="9482" y="7206"/>
                    <a:pt x="11275" y="6856"/>
                    <a:pt x="12643" y="6155"/>
                  </a:cubicBezTo>
                  <a:cubicBezTo>
                    <a:pt x="15411" y="4754"/>
                    <a:pt x="15411" y="2452"/>
                    <a:pt x="12643" y="1051"/>
                  </a:cubicBezTo>
                  <a:cubicBezTo>
                    <a:pt x="11275" y="351"/>
                    <a:pt x="9482" y="1"/>
                    <a:pt x="76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4584;p75">
              <a:extLst>
                <a:ext uri="{FF2B5EF4-FFF2-40B4-BE49-F238E27FC236}">
                  <a16:creationId xmlns:a16="http://schemas.microsoft.com/office/drawing/2014/main" id="{CB71C731-BF60-CA71-931D-8D94B4A68EB0}"/>
                </a:ext>
              </a:extLst>
            </p:cNvPr>
            <p:cNvSpPr/>
            <p:nvPr/>
          </p:nvSpPr>
          <p:spPr>
            <a:xfrm>
              <a:off x="4836125" y="2682775"/>
              <a:ext cx="385300" cy="180150"/>
            </a:xfrm>
            <a:custGeom>
              <a:avLst/>
              <a:gdLst/>
              <a:ahLst/>
              <a:cxnLst/>
              <a:rect l="l" t="t" r="r" b="b"/>
              <a:pathLst>
                <a:path w="15412" h="7206" extrusionOk="0">
                  <a:moveTo>
                    <a:pt x="7689" y="1"/>
                  </a:moveTo>
                  <a:cubicBezTo>
                    <a:pt x="5896" y="1"/>
                    <a:pt x="4103" y="351"/>
                    <a:pt x="2736" y="1051"/>
                  </a:cubicBezTo>
                  <a:cubicBezTo>
                    <a:pt x="0" y="2452"/>
                    <a:pt x="0" y="4754"/>
                    <a:pt x="2736" y="6155"/>
                  </a:cubicBezTo>
                  <a:cubicBezTo>
                    <a:pt x="4103" y="6856"/>
                    <a:pt x="5896" y="7206"/>
                    <a:pt x="7689" y="7206"/>
                  </a:cubicBezTo>
                  <a:cubicBezTo>
                    <a:pt x="9482" y="7206"/>
                    <a:pt x="11275" y="6856"/>
                    <a:pt x="12643" y="6155"/>
                  </a:cubicBezTo>
                  <a:cubicBezTo>
                    <a:pt x="15411" y="4754"/>
                    <a:pt x="15411" y="2452"/>
                    <a:pt x="12643" y="1051"/>
                  </a:cubicBezTo>
                  <a:cubicBezTo>
                    <a:pt x="11275" y="351"/>
                    <a:pt x="9482" y="1"/>
                    <a:pt x="768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4585;p75">
              <a:extLst>
                <a:ext uri="{FF2B5EF4-FFF2-40B4-BE49-F238E27FC236}">
                  <a16:creationId xmlns:a16="http://schemas.microsoft.com/office/drawing/2014/main" id="{4683876B-B37D-E461-4295-F20A10D83C9E}"/>
                </a:ext>
              </a:extLst>
            </p:cNvPr>
            <p:cNvSpPr/>
            <p:nvPr/>
          </p:nvSpPr>
          <p:spPr>
            <a:xfrm>
              <a:off x="4836125" y="2682775"/>
              <a:ext cx="385300" cy="180150"/>
            </a:xfrm>
            <a:custGeom>
              <a:avLst/>
              <a:gdLst/>
              <a:ahLst/>
              <a:cxnLst/>
              <a:rect l="l" t="t" r="r" b="b"/>
              <a:pathLst>
                <a:path w="15412" h="7206" extrusionOk="0">
                  <a:moveTo>
                    <a:pt x="7689" y="1"/>
                  </a:moveTo>
                  <a:cubicBezTo>
                    <a:pt x="5896" y="1"/>
                    <a:pt x="4103" y="351"/>
                    <a:pt x="2736" y="1051"/>
                  </a:cubicBezTo>
                  <a:cubicBezTo>
                    <a:pt x="0" y="2452"/>
                    <a:pt x="0" y="4754"/>
                    <a:pt x="2736" y="6155"/>
                  </a:cubicBezTo>
                  <a:cubicBezTo>
                    <a:pt x="4103" y="6856"/>
                    <a:pt x="5896" y="7206"/>
                    <a:pt x="7689" y="7206"/>
                  </a:cubicBezTo>
                  <a:cubicBezTo>
                    <a:pt x="9482" y="7206"/>
                    <a:pt x="11275" y="6856"/>
                    <a:pt x="12643" y="6155"/>
                  </a:cubicBezTo>
                  <a:cubicBezTo>
                    <a:pt x="15411" y="4754"/>
                    <a:pt x="15411" y="2452"/>
                    <a:pt x="12643" y="1051"/>
                  </a:cubicBezTo>
                  <a:cubicBezTo>
                    <a:pt x="11275" y="351"/>
                    <a:pt x="9482" y="1"/>
                    <a:pt x="76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4586;p75">
              <a:extLst>
                <a:ext uri="{FF2B5EF4-FFF2-40B4-BE49-F238E27FC236}">
                  <a16:creationId xmlns:a16="http://schemas.microsoft.com/office/drawing/2014/main" id="{0DBF849B-A939-91B1-0457-4335C4EDCE11}"/>
                </a:ext>
              </a:extLst>
            </p:cNvPr>
            <p:cNvSpPr/>
            <p:nvPr/>
          </p:nvSpPr>
          <p:spPr>
            <a:xfrm>
              <a:off x="4854475" y="2706975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5" y="0"/>
                  </a:moveTo>
                  <a:cubicBezTo>
                    <a:pt x="5162" y="0"/>
                    <a:pt x="3369" y="350"/>
                    <a:pt x="2002" y="1051"/>
                  </a:cubicBezTo>
                  <a:cubicBezTo>
                    <a:pt x="868" y="1618"/>
                    <a:pt x="200" y="2352"/>
                    <a:pt x="0" y="3119"/>
                  </a:cubicBezTo>
                  <a:cubicBezTo>
                    <a:pt x="200" y="3886"/>
                    <a:pt x="868" y="4620"/>
                    <a:pt x="2002" y="5220"/>
                  </a:cubicBezTo>
                  <a:cubicBezTo>
                    <a:pt x="3369" y="5921"/>
                    <a:pt x="5162" y="6271"/>
                    <a:pt x="6955" y="6271"/>
                  </a:cubicBezTo>
                  <a:cubicBezTo>
                    <a:pt x="8748" y="6271"/>
                    <a:pt x="10541" y="5921"/>
                    <a:pt x="11909" y="5220"/>
                  </a:cubicBezTo>
                  <a:cubicBezTo>
                    <a:pt x="13043" y="4653"/>
                    <a:pt x="13710" y="3919"/>
                    <a:pt x="13910" y="3119"/>
                  </a:cubicBezTo>
                  <a:cubicBezTo>
                    <a:pt x="13710" y="2352"/>
                    <a:pt x="13043" y="1618"/>
                    <a:pt x="11909" y="1051"/>
                  </a:cubicBezTo>
                  <a:cubicBezTo>
                    <a:pt x="10541" y="350"/>
                    <a:pt x="8748" y="0"/>
                    <a:pt x="695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4587;p75">
              <a:extLst>
                <a:ext uri="{FF2B5EF4-FFF2-40B4-BE49-F238E27FC236}">
                  <a16:creationId xmlns:a16="http://schemas.microsoft.com/office/drawing/2014/main" id="{7C44CBF4-F7DD-D3DF-025D-BFDEF38C60E8}"/>
                </a:ext>
              </a:extLst>
            </p:cNvPr>
            <p:cNvSpPr/>
            <p:nvPr/>
          </p:nvSpPr>
          <p:spPr>
            <a:xfrm>
              <a:off x="4854475" y="2706975"/>
              <a:ext cx="347775" cy="156800"/>
            </a:xfrm>
            <a:custGeom>
              <a:avLst/>
              <a:gdLst/>
              <a:ahLst/>
              <a:cxnLst/>
              <a:rect l="l" t="t" r="r" b="b"/>
              <a:pathLst>
                <a:path w="13911" h="6272" extrusionOk="0">
                  <a:moveTo>
                    <a:pt x="6955" y="0"/>
                  </a:moveTo>
                  <a:cubicBezTo>
                    <a:pt x="5162" y="0"/>
                    <a:pt x="3369" y="350"/>
                    <a:pt x="2002" y="1051"/>
                  </a:cubicBezTo>
                  <a:cubicBezTo>
                    <a:pt x="868" y="1618"/>
                    <a:pt x="200" y="2352"/>
                    <a:pt x="0" y="3119"/>
                  </a:cubicBezTo>
                  <a:cubicBezTo>
                    <a:pt x="200" y="3886"/>
                    <a:pt x="868" y="4620"/>
                    <a:pt x="2002" y="5220"/>
                  </a:cubicBezTo>
                  <a:cubicBezTo>
                    <a:pt x="3369" y="5921"/>
                    <a:pt x="5162" y="6271"/>
                    <a:pt x="6955" y="6271"/>
                  </a:cubicBezTo>
                  <a:cubicBezTo>
                    <a:pt x="8748" y="6271"/>
                    <a:pt x="10541" y="5921"/>
                    <a:pt x="11909" y="5220"/>
                  </a:cubicBezTo>
                  <a:cubicBezTo>
                    <a:pt x="13043" y="4653"/>
                    <a:pt x="13710" y="3919"/>
                    <a:pt x="13910" y="3119"/>
                  </a:cubicBezTo>
                  <a:cubicBezTo>
                    <a:pt x="13710" y="2352"/>
                    <a:pt x="13043" y="1618"/>
                    <a:pt x="11909" y="1051"/>
                  </a:cubicBezTo>
                  <a:cubicBezTo>
                    <a:pt x="10541" y="350"/>
                    <a:pt x="8748" y="0"/>
                    <a:pt x="69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4588;p75">
              <a:extLst>
                <a:ext uri="{FF2B5EF4-FFF2-40B4-BE49-F238E27FC236}">
                  <a16:creationId xmlns:a16="http://schemas.microsoft.com/office/drawing/2014/main" id="{A8259135-628D-A0DF-538F-213D65F4C593}"/>
                </a:ext>
              </a:extLst>
            </p:cNvPr>
            <p:cNvSpPr/>
            <p:nvPr/>
          </p:nvSpPr>
          <p:spPr>
            <a:xfrm>
              <a:off x="5020425" y="2710725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1" y="0"/>
                  </a:moveTo>
                  <a:lnTo>
                    <a:pt x="0" y="1001"/>
                  </a:lnTo>
                  <a:lnTo>
                    <a:pt x="0" y="2068"/>
                  </a:lnTo>
                  <a:lnTo>
                    <a:pt x="634" y="1401"/>
                  </a:lnTo>
                  <a:lnTo>
                    <a:pt x="1001" y="1034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4589;p75">
              <a:extLst>
                <a:ext uri="{FF2B5EF4-FFF2-40B4-BE49-F238E27FC236}">
                  <a16:creationId xmlns:a16="http://schemas.microsoft.com/office/drawing/2014/main" id="{478623DC-9A24-B8AE-0930-2BEC65547B98}"/>
                </a:ext>
              </a:extLst>
            </p:cNvPr>
            <p:cNvSpPr/>
            <p:nvPr/>
          </p:nvSpPr>
          <p:spPr>
            <a:xfrm>
              <a:off x="5020425" y="2710725"/>
              <a:ext cx="25050" cy="51725"/>
            </a:xfrm>
            <a:custGeom>
              <a:avLst/>
              <a:gdLst/>
              <a:ahLst/>
              <a:cxnLst/>
              <a:rect l="l" t="t" r="r" b="b"/>
              <a:pathLst>
                <a:path w="1002" h="2069" extrusionOk="0">
                  <a:moveTo>
                    <a:pt x="1001" y="0"/>
                  </a:moveTo>
                  <a:lnTo>
                    <a:pt x="0" y="1001"/>
                  </a:lnTo>
                  <a:lnTo>
                    <a:pt x="0" y="2068"/>
                  </a:lnTo>
                  <a:lnTo>
                    <a:pt x="634" y="1401"/>
                  </a:lnTo>
                  <a:lnTo>
                    <a:pt x="1001" y="1034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4590;p75">
              <a:extLst>
                <a:ext uri="{FF2B5EF4-FFF2-40B4-BE49-F238E27FC236}">
                  <a16:creationId xmlns:a16="http://schemas.microsoft.com/office/drawing/2014/main" id="{AA35DA8D-A6B2-C742-137A-11C2E0FF265F}"/>
                </a:ext>
              </a:extLst>
            </p:cNvPr>
            <p:cNvSpPr/>
            <p:nvPr/>
          </p:nvSpPr>
          <p:spPr>
            <a:xfrm>
              <a:off x="4972050" y="2733450"/>
              <a:ext cx="48400" cy="25450"/>
            </a:xfrm>
            <a:custGeom>
              <a:avLst/>
              <a:gdLst/>
              <a:ahLst/>
              <a:cxnLst/>
              <a:rect l="l" t="t" r="r" b="b"/>
              <a:pathLst>
                <a:path w="1936" h="1018" extrusionOk="0">
                  <a:moveTo>
                    <a:pt x="1380" y="1"/>
                  </a:moveTo>
                  <a:cubicBezTo>
                    <a:pt x="1062" y="1"/>
                    <a:pt x="755" y="90"/>
                    <a:pt x="501" y="259"/>
                  </a:cubicBezTo>
                  <a:cubicBezTo>
                    <a:pt x="1" y="525"/>
                    <a:pt x="67" y="759"/>
                    <a:pt x="301" y="892"/>
                  </a:cubicBezTo>
                  <a:cubicBezTo>
                    <a:pt x="368" y="926"/>
                    <a:pt x="434" y="959"/>
                    <a:pt x="501" y="992"/>
                  </a:cubicBezTo>
                  <a:cubicBezTo>
                    <a:pt x="568" y="1009"/>
                    <a:pt x="643" y="1018"/>
                    <a:pt x="718" y="1018"/>
                  </a:cubicBezTo>
                  <a:cubicBezTo>
                    <a:pt x="793" y="1018"/>
                    <a:pt x="868" y="1009"/>
                    <a:pt x="935" y="992"/>
                  </a:cubicBezTo>
                  <a:cubicBezTo>
                    <a:pt x="1268" y="926"/>
                    <a:pt x="1602" y="826"/>
                    <a:pt x="1935" y="692"/>
                  </a:cubicBezTo>
                  <a:lnTo>
                    <a:pt x="1935" y="92"/>
                  </a:lnTo>
                  <a:cubicBezTo>
                    <a:pt x="1752" y="31"/>
                    <a:pt x="1564" y="1"/>
                    <a:pt x="138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4591;p75">
              <a:extLst>
                <a:ext uri="{FF2B5EF4-FFF2-40B4-BE49-F238E27FC236}">
                  <a16:creationId xmlns:a16="http://schemas.microsoft.com/office/drawing/2014/main" id="{BF9BD563-8413-C99E-77EB-0A807B0D6E0C}"/>
                </a:ext>
              </a:extLst>
            </p:cNvPr>
            <p:cNvSpPr/>
            <p:nvPr/>
          </p:nvSpPr>
          <p:spPr>
            <a:xfrm>
              <a:off x="4972050" y="2733450"/>
              <a:ext cx="48400" cy="25450"/>
            </a:xfrm>
            <a:custGeom>
              <a:avLst/>
              <a:gdLst/>
              <a:ahLst/>
              <a:cxnLst/>
              <a:rect l="l" t="t" r="r" b="b"/>
              <a:pathLst>
                <a:path w="1936" h="1018" extrusionOk="0">
                  <a:moveTo>
                    <a:pt x="1380" y="1"/>
                  </a:moveTo>
                  <a:cubicBezTo>
                    <a:pt x="1062" y="1"/>
                    <a:pt x="755" y="90"/>
                    <a:pt x="501" y="259"/>
                  </a:cubicBezTo>
                  <a:cubicBezTo>
                    <a:pt x="1" y="525"/>
                    <a:pt x="67" y="759"/>
                    <a:pt x="301" y="892"/>
                  </a:cubicBezTo>
                  <a:cubicBezTo>
                    <a:pt x="368" y="926"/>
                    <a:pt x="434" y="959"/>
                    <a:pt x="501" y="992"/>
                  </a:cubicBezTo>
                  <a:cubicBezTo>
                    <a:pt x="568" y="1009"/>
                    <a:pt x="643" y="1018"/>
                    <a:pt x="718" y="1018"/>
                  </a:cubicBezTo>
                  <a:cubicBezTo>
                    <a:pt x="793" y="1018"/>
                    <a:pt x="868" y="1009"/>
                    <a:pt x="935" y="992"/>
                  </a:cubicBezTo>
                  <a:cubicBezTo>
                    <a:pt x="1268" y="926"/>
                    <a:pt x="1602" y="826"/>
                    <a:pt x="1935" y="692"/>
                  </a:cubicBezTo>
                  <a:lnTo>
                    <a:pt x="1935" y="92"/>
                  </a:lnTo>
                  <a:cubicBezTo>
                    <a:pt x="1752" y="31"/>
                    <a:pt x="156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4592;p75">
              <a:extLst>
                <a:ext uri="{FF2B5EF4-FFF2-40B4-BE49-F238E27FC236}">
                  <a16:creationId xmlns:a16="http://schemas.microsoft.com/office/drawing/2014/main" id="{88339410-AB4A-128F-BED2-66B1EAD048E6}"/>
                </a:ext>
              </a:extLst>
            </p:cNvPr>
            <p:cNvSpPr/>
            <p:nvPr/>
          </p:nvSpPr>
          <p:spPr>
            <a:xfrm>
              <a:off x="4920350" y="2719050"/>
              <a:ext cx="216025" cy="128450"/>
            </a:xfrm>
            <a:custGeom>
              <a:avLst/>
              <a:gdLst/>
              <a:ahLst/>
              <a:cxnLst/>
              <a:rect l="l" t="t" r="r" b="b"/>
              <a:pathLst>
                <a:path w="8641" h="5138" extrusionOk="0">
                  <a:moveTo>
                    <a:pt x="1" y="1"/>
                  </a:moveTo>
                  <a:lnTo>
                    <a:pt x="1" y="901"/>
                  </a:lnTo>
                  <a:lnTo>
                    <a:pt x="301" y="1068"/>
                  </a:lnTo>
                  <a:lnTo>
                    <a:pt x="279" y="1196"/>
                  </a:lnTo>
                  <a:lnTo>
                    <a:pt x="279" y="1196"/>
                  </a:lnTo>
                  <a:cubicBezTo>
                    <a:pt x="368" y="903"/>
                    <a:pt x="570" y="660"/>
                    <a:pt x="834" y="501"/>
                  </a:cubicBezTo>
                  <a:lnTo>
                    <a:pt x="1" y="1"/>
                  </a:lnTo>
                  <a:close/>
                  <a:moveTo>
                    <a:pt x="279" y="1196"/>
                  </a:moveTo>
                  <a:cubicBezTo>
                    <a:pt x="256" y="1273"/>
                    <a:pt x="241" y="1352"/>
                    <a:pt x="234" y="1435"/>
                  </a:cubicBezTo>
                  <a:cubicBezTo>
                    <a:pt x="234" y="1445"/>
                    <a:pt x="234" y="1455"/>
                    <a:pt x="235" y="1465"/>
                  </a:cubicBezTo>
                  <a:lnTo>
                    <a:pt x="235" y="1465"/>
                  </a:lnTo>
                  <a:lnTo>
                    <a:pt x="279" y="1196"/>
                  </a:lnTo>
                  <a:close/>
                  <a:moveTo>
                    <a:pt x="235" y="1465"/>
                  </a:moveTo>
                  <a:lnTo>
                    <a:pt x="234" y="1468"/>
                  </a:lnTo>
                  <a:lnTo>
                    <a:pt x="234" y="2302"/>
                  </a:lnTo>
                  <a:cubicBezTo>
                    <a:pt x="234" y="2636"/>
                    <a:pt x="468" y="2969"/>
                    <a:pt x="968" y="3270"/>
                  </a:cubicBezTo>
                  <a:cubicBezTo>
                    <a:pt x="1462" y="3527"/>
                    <a:pt x="2011" y="3661"/>
                    <a:pt x="2562" y="3661"/>
                  </a:cubicBezTo>
                  <a:cubicBezTo>
                    <a:pt x="2867" y="3661"/>
                    <a:pt x="3173" y="3620"/>
                    <a:pt x="3470" y="3537"/>
                  </a:cubicBezTo>
                  <a:lnTo>
                    <a:pt x="3970" y="3403"/>
                  </a:lnTo>
                  <a:lnTo>
                    <a:pt x="3970" y="3403"/>
                  </a:lnTo>
                  <a:lnTo>
                    <a:pt x="4537" y="2836"/>
                  </a:lnTo>
                  <a:cubicBezTo>
                    <a:pt x="4752" y="2922"/>
                    <a:pt x="4984" y="2965"/>
                    <a:pt x="5220" y="2965"/>
                  </a:cubicBezTo>
                  <a:cubicBezTo>
                    <a:pt x="5534" y="2965"/>
                    <a:pt x="5852" y="2888"/>
                    <a:pt x="6138" y="2736"/>
                  </a:cubicBezTo>
                  <a:cubicBezTo>
                    <a:pt x="6505" y="2536"/>
                    <a:pt x="6605" y="2302"/>
                    <a:pt x="6272" y="2102"/>
                  </a:cubicBezTo>
                  <a:cubicBezTo>
                    <a:pt x="6131" y="2023"/>
                    <a:pt x="5982" y="1990"/>
                    <a:pt x="5820" y="1990"/>
                  </a:cubicBezTo>
                  <a:cubicBezTo>
                    <a:pt x="5369" y="1990"/>
                    <a:pt x="4825" y="2248"/>
                    <a:pt x="4137" y="2469"/>
                  </a:cubicBezTo>
                  <a:cubicBezTo>
                    <a:pt x="3602" y="2630"/>
                    <a:pt x="3048" y="2771"/>
                    <a:pt x="2480" y="2771"/>
                  </a:cubicBezTo>
                  <a:cubicBezTo>
                    <a:pt x="1985" y="2771"/>
                    <a:pt x="1480" y="2664"/>
                    <a:pt x="968" y="2369"/>
                  </a:cubicBezTo>
                  <a:cubicBezTo>
                    <a:pt x="482" y="2078"/>
                    <a:pt x="248" y="1786"/>
                    <a:pt x="235" y="1465"/>
                  </a:cubicBezTo>
                  <a:close/>
                  <a:moveTo>
                    <a:pt x="8640" y="3603"/>
                  </a:moveTo>
                  <a:lnTo>
                    <a:pt x="7539" y="4237"/>
                  </a:lnTo>
                  <a:lnTo>
                    <a:pt x="6705" y="3737"/>
                  </a:lnTo>
                  <a:cubicBezTo>
                    <a:pt x="6127" y="4014"/>
                    <a:pt x="5501" y="4147"/>
                    <a:pt x="4882" y="4147"/>
                  </a:cubicBezTo>
                  <a:cubicBezTo>
                    <a:pt x="4608" y="4147"/>
                    <a:pt x="4336" y="4121"/>
                    <a:pt x="4070" y="4070"/>
                  </a:cubicBezTo>
                  <a:cubicBezTo>
                    <a:pt x="3870" y="4037"/>
                    <a:pt x="3670" y="3970"/>
                    <a:pt x="3470" y="3904"/>
                  </a:cubicBezTo>
                  <a:lnTo>
                    <a:pt x="3470" y="4804"/>
                  </a:lnTo>
                  <a:cubicBezTo>
                    <a:pt x="3927" y="4966"/>
                    <a:pt x="4410" y="5050"/>
                    <a:pt x="4896" y="5050"/>
                  </a:cubicBezTo>
                  <a:cubicBezTo>
                    <a:pt x="5510" y="5050"/>
                    <a:pt x="6128" y="4917"/>
                    <a:pt x="6705" y="4637"/>
                  </a:cubicBezTo>
                  <a:lnTo>
                    <a:pt x="7539" y="5138"/>
                  </a:lnTo>
                  <a:lnTo>
                    <a:pt x="8640" y="4471"/>
                  </a:lnTo>
                  <a:lnTo>
                    <a:pt x="8640" y="3603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4593;p75">
              <a:extLst>
                <a:ext uri="{FF2B5EF4-FFF2-40B4-BE49-F238E27FC236}">
                  <a16:creationId xmlns:a16="http://schemas.microsoft.com/office/drawing/2014/main" id="{64D141E7-CA97-383F-5CB6-B049AC853C34}"/>
                </a:ext>
              </a:extLst>
            </p:cNvPr>
            <p:cNvSpPr/>
            <p:nvPr/>
          </p:nvSpPr>
          <p:spPr>
            <a:xfrm>
              <a:off x="4926200" y="2754925"/>
              <a:ext cx="210175" cy="92575"/>
            </a:xfrm>
            <a:custGeom>
              <a:avLst/>
              <a:gdLst/>
              <a:ahLst/>
              <a:cxnLst/>
              <a:rect l="l" t="t" r="r" b="b"/>
              <a:pathLst>
                <a:path w="8407" h="3703" extrusionOk="0">
                  <a:moveTo>
                    <a:pt x="0" y="0"/>
                  </a:moveTo>
                  <a:lnTo>
                    <a:pt x="0" y="867"/>
                  </a:lnTo>
                  <a:cubicBezTo>
                    <a:pt x="0" y="1201"/>
                    <a:pt x="234" y="1534"/>
                    <a:pt x="734" y="1801"/>
                  </a:cubicBezTo>
                  <a:cubicBezTo>
                    <a:pt x="1233" y="2083"/>
                    <a:pt x="1788" y="2224"/>
                    <a:pt x="2344" y="2224"/>
                  </a:cubicBezTo>
                  <a:cubicBezTo>
                    <a:pt x="2644" y="2224"/>
                    <a:pt x="2944" y="2183"/>
                    <a:pt x="3236" y="2102"/>
                  </a:cubicBezTo>
                  <a:lnTo>
                    <a:pt x="3736" y="1968"/>
                  </a:lnTo>
                  <a:lnTo>
                    <a:pt x="3736" y="1968"/>
                  </a:lnTo>
                  <a:lnTo>
                    <a:pt x="4303" y="1401"/>
                  </a:lnTo>
                  <a:cubicBezTo>
                    <a:pt x="4528" y="1506"/>
                    <a:pt x="4774" y="1557"/>
                    <a:pt x="5018" y="1557"/>
                  </a:cubicBezTo>
                  <a:cubicBezTo>
                    <a:pt x="5317" y="1557"/>
                    <a:pt x="5614" y="1481"/>
                    <a:pt x="5871" y="1334"/>
                  </a:cubicBezTo>
                  <a:cubicBezTo>
                    <a:pt x="6271" y="1101"/>
                    <a:pt x="6371" y="867"/>
                    <a:pt x="6038" y="667"/>
                  </a:cubicBezTo>
                  <a:cubicBezTo>
                    <a:pt x="5897" y="588"/>
                    <a:pt x="5748" y="555"/>
                    <a:pt x="5586" y="555"/>
                  </a:cubicBezTo>
                  <a:cubicBezTo>
                    <a:pt x="5135" y="555"/>
                    <a:pt x="4591" y="813"/>
                    <a:pt x="3903" y="1034"/>
                  </a:cubicBezTo>
                  <a:cubicBezTo>
                    <a:pt x="3368" y="1195"/>
                    <a:pt x="2814" y="1336"/>
                    <a:pt x="2246" y="1336"/>
                  </a:cubicBezTo>
                  <a:cubicBezTo>
                    <a:pt x="1751" y="1336"/>
                    <a:pt x="1246" y="1229"/>
                    <a:pt x="734" y="934"/>
                  </a:cubicBezTo>
                  <a:cubicBezTo>
                    <a:pt x="234" y="634"/>
                    <a:pt x="0" y="334"/>
                    <a:pt x="0" y="0"/>
                  </a:cubicBezTo>
                  <a:close/>
                  <a:moveTo>
                    <a:pt x="8406" y="2168"/>
                  </a:moveTo>
                  <a:lnTo>
                    <a:pt x="7305" y="2802"/>
                  </a:lnTo>
                  <a:lnTo>
                    <a:pt x="6471" y="2335"/>
                  </a:lnTo>
                  <a:cubicBezTo>
                    <a:pt x="5898" y="2587"/>
                    <a:pt x="5277" y="2713"/>
                    <a:pt x="4664" y="2713"/>
                  </a:cubicBezTo>
                  <a:cubicBezTo>
                    <a:pt x="4385" y="2713"/>
                    <a:pt x="4107" y="2687"/>
                    <a:pt x="3836" y="2635"/>
                  </a:cubicBezTo>
                  <a:cubicBezTo>
                    <a:pt x="3636" y="2602"/>
                    <a:pt x="3436" y="2535"/>
                    <a:pt x="3236" y="2469"/>
                  </a:cubicBezTo>
                  <a:lnTo>
                    <a:pt x="3236" y="3369"/>
                  </a:lnTo>
                  <a:cubicBezTo>
                    <a:pt x="3681" y="3527"/>
                    <a:pt x="4150" y="3605"/>
                    <a:pt x="4623" y="3605"/>
                  </a:cubicBezTo>
                  <a:cubicBezTo>
                    <a:pt x="5250" y="3605"/>
                    <a:pt x="5882" y="3468"/>
                    <a:pt x="6471" y="3202"/>
                  </a:cubicBezTo>
                  <a:lnTo>
                    <a:pt x="7305" y="3703"/>
                  </a:lnTo>
                  <a:lnTo>
                    <a:pt x="8406" y="3036"/>
                  </a:lnTo>
                  <a:lnTo>
                    <a:pt x="8406" y="21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4594;p75">
              <a:extLst>
                <a:ext uri="{FF2B5EF4-FFF2-40B4-BE49-F238E27FC236}">
                  <a16:creationId xmlns:a16="http://schemas.microsoft.com/office/drawing/2014/main" id="{37BD7511-4E11-290C-C8D7-2D503FF4823A}"/>
                </a:ext>
              </a:extLst>
            </p:cNvPr>
            <p:cNvSpPr/>
            <p:nvPr/>
          </p:nvSpPr>
          <p:spPr>
            <a:xfrm>
              <a:off x="4920350" y="2719050"/>
              <a:ext cx="20875" cy="26725"/>
            </a:xfrm>
            <a:custGeom>
              <a:avLst/>
              <a:gdLst/>
              <a:ahLst/>
              <a:cxnLst/>
              <a:rect l="l" t="t" r="r" b="b"/>
              <a:pathLst>
                <a:path w="835" h="1069" extrusionOk="0">
                  <a:moveTo>
                    <a:pt x="1" y="1"/>
                  </a:moveTo>
                  <a:lnTo>
                    <a:pt x="1" y="901"/>
                  </a:lnTo>
                  <a:lnTo>
                    <a:pt x="301" y="1068"/>
                  </a:lnTo>
                  <a:cubicBezTo>
                    <a:pt x="434" y="835"/>
                    <a:pt x="634" y="634"/>
                    <a:pt x="834" y="4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4595;p75">
              <a:extLst>
                <a:ext uri="{FF2B5EF4-FFF2-40B4-BE49-F238E27FC236}">
                  <a16:creationId xmlns:a16="http://schemas.microsoft.com/office/drawing/2014/main" id="{FF1C58E5-F033-E708-819A-B21ED476B225}"/>
                </a:ext>
              </a:extLst>
            </p:cNvPr>
            <p:cNvSpPr/>
            <p:nvPr/>
          </p:nvSpPr>
          <p:spPr>
            <a:xfrm>
              <a:off x="5115500" y="2774925"/>
              <a:ext cx="16700" cy="30050"/>
            </a:xfrm>
            <a:custGeom>
              <a:avLst/>
              <a:gdLst/>
              <a:ahLst/>
              <a:cxnLst/>
              <a:rect l="l" t="t" r="r" b="b"/>
              <a:pathLst>
                <a:path w="668" h="1202" extrusionOk="0">
                  <a:moveTo>
                    <a:pt x="634" y="1"/>
                  </a:moveTo>
                  <a:cubicBezTo>
                    <a:pt x="601" y="401"/>
                    <a:pt x="367" y="734"/>
                    <a:pt x="0" y="868"/>
                  </a:cubicBezTo>
                  <a:lnTo>
                    <a:pt x="567" y="1201"/>
                  </a:lnTo>
                  <a:cubicBezTo>
                    <a:pt x="634" y="1068"/>
                    <a:pt x="667" y="935"/>
                    <a:pt x="667" y="768"/>
                  </a:cubicBezTo>
                  <a:cubicBezTo>
                    <a:pt x="667" y="768"/>
                    <a:pt x="667" y="267"/>
                    <a:pt x="6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4596;p75">
              <a:extLst>
                <a:ext uri="{FF2B5EF4-FFF2-40B4-BE49-F238E27FC236}">
                  <a16:creationId xmlns:a16="http://schemas.microsoft.com/office/drawing/2014/main" id="{177AAD17-FDD4-C5CC-0208-C3D82C93B1F4}"/>
                </a:ext>
              </a:extLst>
            </p:cNvPr>
            <p:cNvSpPr/>
            <p:nvPr/>
          </p:nvSpPr>
          <p:spPr>
            <a:xfrm>
              <a:off x="5115500" y="2774925"/>
              <a:ext cx="16700" cy="30050"/>
            </a:xfrm>
            <a:custGeom>
              <a:avLst/>
              <a:gdLst/>
              <a:ahLst/>
              <a:cxnLst/>
              <a:rect l="l" t="t" r="r" b="b"/>
              <a:pathLst>
                <a:path w="668" h="1202" extrusionOk="0">
                  <a:moveTo>
                    <a:pt x="634" y="1"/>
                  </a:moveTo>
                  <a:cubicBezTo>
                    <a:pt x="601" y="401"/>
                    <a:pt x="367" y="734"/>
                    <a:pt x="0" y="868"/>
                  </a:cubicBezTo>
                  <a:lnTo>
                    <a:pt x="567" y="1201"/>
                  </a:lnTo>
                  <a:cubicBezTo>
                    <a:pt x="634" y="1068"/>
                    <a:pt x="667" y="935"/>
                    <a:pt x="667" y="768"/>
                  </a:cubicBezTo>
                  <a:cubicBezTo>
                    <a:pt x="667" y="768"/>
                    <a:pt x="667" y="267"/>
                    <a:pt x="6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4597;p75">
              <a:extLst>
                <a:ext uri="{FF2B5EF4-FFF2-40B4-BE49-F238E27FC236}">
                  <a16:creationId xmlns:a16="http://schemas.microsoft.com/office/drawing/2014/main" id="{6BD3CEBB-B271-38C8-FC03-0A0789F1FF27}"/>
                </a:ext>
              </a:extLst>
            </p:cNvPr>
            <p:cNvSpPr/>
            <p:nvPr/>
          </p:nvSpPr>
          <p:spPr>
            <a:xfrm>
              <a:off x="4920350" y="2702375"/>
              <a:ext cx="216025" cy="123450"/>
            </a:xfrm>
            <a:custGeom>
              <a:avLst/>
              <a:gdLst/>
              <a:ahLst/>
              <a:cxnLst/>
              <a:rect l="l" t="t" r="r" b="b"/>
              <a:pathLst>
                <a:path w="8641" h="4938" extrusionOk="0">
                  <a:moveTo>
                    <a:pt x="1168" y="1"/>
                  </a:moveTo>
                  <a:lnTo>
                    <a:pt x="1" y="668"/>
                  </a:lnTo>
                  <a:lnTo>
                    <a:pt x="834" y="1135"/>
                  </a:lnTo>
                  <a:cubicBezTo>
                    <a:pt x="501" y="1335"/>
                    <a:pt x="267" y="1702"/>
                    <a:pt x="234" y="2102"/>
                  </a:cubicBezTo>
                  <a:cubicBezTo>
                    <a:pt x="234" y="2436"/>
                    <a:pt x="468" y="2736"/>
                    <a:pt x="968" y="3003"/>
                  </a:cubicBezTo>
                  <a:cubicBezTo>
                    <a:pt x="1499" y="3308"/>
                    <a:pt x="2022" y="3420"/>
                    <a:pt x="2534" y="3420"/>
                  </a:cubicBezTo>
                  <a:cubicBezTo>
                    <a:pt x="3083" y="3420"/>
                    <a:pt x="3619" y="3292"/>
                    <a:pt x="4137" y="3136"/>
                  </a:cubicBezTo>
                  <a:cubicBezTo>
                    <a:pt x="4825" y="2915"/>
                    <a:pt x="5369" y="2657"/>
                    <a:pt x="5820" y="2657"/>
                  </a:cubicBezTo>
                  <a:cubicBezTo>
                    <a:pt x="5982" y="2657"/>
                    <a:pt x="6131" y="2690"/>
                    <a:pt x="6272" y="2769"/>
                  </a:cubicBezTo>
                  <a:cubicBezTo>
                    <a:pt x="6605" y="2969"/>
                    <a:pt x="6505" y="3203"/>
                    <a:pt x="6105" y="3403"/>
                  </a:cubicBezTo>
                  <a:cubicBezTo>
                    <a:pt x="5838" y="3555"/>
                    <a:pt x="5528" y="3632"/>
                    <a:pt x="5217" y="3632"/>
                  </a:cubicBezTo>
                  <a:cubicBezTo>
                    <a:pt x="4984" y="3632"/>
                    <a:pt x="4752" y="3589"/>
                    <a:pt x="4537" y="3503"/>
                  </a:cubicBezTo>
                  <a:lnTo>
                    <a:pt x="3470" y="4571"/>
                  </a:lnTo>
                  <a:cubicBezTo>
                    <a:pt x="3670" y="4637"/>
                    <a:pt x="3870" y="4671"/>
                    <a:pt x="4070" y="4737"/>
                  </a:cubicBezTo>
                  <a:cubicBezTo>
                    <a:pt x="4370" y="4804"/>
                    <a:pt x="4737" y="4837"/>
                    <a:pt x="5071" y="4837"/>
                  </a:cubicBezTo>
                  <a:cubicBezTo>
                    <a:pt x="5638" y="4804"/>
                    <a:pt x="6172" y="4671"/>
                    <a:pt x="6672" y="4437"/>
                  </a:cubicBezTo>
                  <a:lnTo>
                    <a:pt x="7506" y="4937"/>
                  </a:lnTo>
                  <a:lnTo>
                    <a:pt x="8640" y="4270"/>
                  </a:lnTo>
                  <a:lnTo>
                    <a:pt x="8473" y="4170"/>
                  </a:lnTo>
                  <a:lnTo>
                    <a:pt x="7806" y="3770"/>
                  </a:lnTo>
                  <a:cubicBezTo>
                    <a:pt x="8206" y="3603"/>
                    <a:pt x="8440" y="3236"/>
                    <a:pt x="8473" y="2803"/>
                  </a:cubicBezTo>
                  <a:cubicBezTo>
                    <a:pt x="8473" y="2769"/>
                    <a:pt x="8473" y="2736"/>
                    <a:pt x="8473" y="2702"/>
                  </a:cubicBezTo>
                  <a:cubicBezTo>
                    <a:pt x="8440" y="2402"/>
                    <a:pt x="8206" y="2102"/>
                    <a:pt x="7739" y="1835"/>
                  </a:cubicBezTo>
                  <a:cubicBezTo>
                    <a:pt x="7272" y="1568"/>
                    <a:pt x="6772" y="1435"/>
                    <a:pt x="6238" y="1435"/>
                  </a:cubicBezTo>
                  <a:lnTo>
                    <a:pt x="5705" y="1435"/>
                  </a:lnTo>
                  <a:cubicBezTo>
                    <a:pt x="5471" y="1468"/>
                    <a:pt x="5238" y="1535"/>
                    <a:pt x="5004" y="1602"/>
                  </a:cubicBezTo>
                  <a:cubicBezTo>
                    <a:pt x="4871" y="1635"/>
                    <a:pt x="4771" y="1668"/>
                    <a:pt x="4637" y="1702"/>
                  </a:cubicBezTo>
                  <a:lnTo>
                    <a:pt x="4170" y="1835"/>
                  </a:lnTo>
                  <a:lnTo>
                    <a:pt x="4003" y="1902"/>
                  </a:lnTo>
                  <a:cubicBezTo>
                    <a:pt x="3670" y="2035"/>
                    <a:pt x="3336" y="2135"/>
                    <a:pt x="3003" y="2202"/>
                  </a:cubicBezTo>
                  <a:cubicBezTo>
                    <a:pt x="2936" y="2219"/>
                    <a:pt x="2869" y="2227"/>
                    <a:pt x="2803" y="2227"/>
                  </a:cubicBezTo>
                  <a:cubicBezTo>
                    <a:pt x="2736" y="2227"/>
                    <a:pt x="2669" y="2219"/>
                    <a:pt x="2602" y="2202"/>
                  </a:cubicBezTo>
                  <a:cubicBezTo>
                    <a:pt x="2502" y="2169"/>
                    <a:pt x="2436" y="2135"/>
                    <a:pt x="2369" y="2102"/>
                  </a:cubicBezTo>
                  <a:cubicBezTo>
                    <a:pt x="2135" y="1969"/>
                    <a:pt x="2102" y="1735"/>
                    <a:pt x="2569" y="1468"/>
                  </a:cubicBezTo>
                  <a:cubicBezTo>
                    <a:pt x="2832" y="1307"/>
                    <a:pt x="3131" y="1218"/>
                    <a:pt x="3430" y="1218"/>
                  </a:cubicBezTo>
                  <a:cubicBezTo>
                    <a:pt x="3625" y="1218"/>
                    <a:pt x="3819" y="1256"/>
                    <a:pt x="4003" y="1335"/>
                  </a:cubicBezTo>
                  <a:lnTo>
                    <a:pt x="5004" y="301"/>
                  </a:lnTo>
                  <a:cubicBezTo>
                    <a:pt x="4587" y="176"/>
                    <a:pt x="4158" y="114"/>
                    <a:pt x="3732" y="114"/>
                  </a:cubicBezTo>
                  <a:cubicBezTo>
                    <a:pt x="3136" y="114"/>
                    <a:pt x="2547" y="234"/>
                    <a:pt x="2002" y="468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4598;p75">
              <a:extLst>
                <a:ext uri="{FF2B5EF4-FFF2-40B4-BE49-F238E27FC236}">
                  <a16:creationId xmlns:a16="http://schemas.microsoft.com/office/drawing/2014/main" id="{5C2D8C37-2768-E425-4C5B-7DBD20A6EF62}"/>
                </a:ext>
              </a:extLst>
            </p:cNvPr>
            <p:cNvSpPr/>
            <p:nvPr/>
          </p:nvSpPr>
          <p:spPr>
            <a:xfrm>
              <a:off x="5087975" y="2813300"/>
              <a:ext cx="20875" cy="34200"/>
            </a:xfrm>
            <a:custGeom>
              <a:avLst/>
              <a:gdLst/>
              <a:ahLst/>
              <a:cxnLst/>
              <a:rect l="l" t="t" r="r" b="b"/>
              <a:pathLst>
                <a:path w="835" h="1368" extrusionOk="0">
                  <a:moveTo>
                    <a:pt x="0" y="0"/>
                  </a:moveTo>
                  <a:lnTo>
                    <a:pt x="0" y="867"/>
                  </a:lnTo>
                  <a:lnTo>
                    <a:pt x="834" y="1368"/>
                  </a:lnTo>
                  <a:lnTo>
                    <a:pt x="834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4599;p75">
              <a:extLst>
                <a:ext uri="{FF2B5EF4-FFF2-40B4-BE49-F238E27FC236}">
                  <a16:creationId xmlns:a16="http://schemas.microsoft.com/office/drawing/2014/main" id="{F887EEE5-0233-365F-1E43-B58979F93A13}"/>
                </a:ext>
              </a:extLst>
            </p:cNvPr>
            <p:cNvSpPr/>
            <p:nvPr/>
          </p:nvSpPr>
          <p:spPr>
            <a:xfrm>
              <a:off x="5087975" y="2813300"/>
              <a:ext cx="20875" cy="34200"/>
            </a:xfrm>
            <a:custGeom>
              <a:avLst/>
              <a:gdLst/>
              <a:ahLst/>
              <a:cxnLst/>
              <a:rect l="l" t="t" r="r" b="b"/>
              <a:pathLst>
                <a:path w="835" h="1368" extrusionOk="0">
                  <a:moveTo>
                    <a:pt x="0" y="0"/>
                  </a:moveTo>
                  <a:lnTo>
                    <a:pt x="0" y="867"/>
                  </a:lnTo>
                  <a:lnTo>
                    <a:pt x="834" y="1368"/>
                  </a:lnTo>
                  <a:lnTo>
                    <a:pt x="834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4600;p75">
              <a:extLst>
                <a:ext uri="{FF2B5EF4-FFF2-40B4-BE49-F238E27FC236}">
                  <a16:creationId xmlns:a16="http://schemas.microsoft.com/office/drawing/2014/main" id="{5D1E41D5-88BE-7C43-8373-B840B2F32B2A}"/>
                </a:ext>
              </a:extLst>
            </p:cNvPr>
            <p:cNvSpPr/>
            <p:nvPr/>
          </p:nvSpPr>
          <p:spPr>
            <a:xfrm>
              <a:off x="4920350" y="2703200"/>
              <a:ext cx="49225" cy="15875"/>
            </a:xfrm>
            <a:custGeom>
              <a:avLst/>
              <a:gdLst/>
              <a:ahLst/>
              <a:cxnLst/>
              <a:rect l="l" t="t" r="r" b="b"/>
              <a:pathLst>
                <a:path w="1969" h="635" extrusionOk="0">
                  <a:moveTo>
                    <a:pt x="1135" y="1"/>
                  </a:moveTo>
                  <a:lnTo>
                    <a:pt x="1" y="635"/>
                  </a:lnTo>
                  <a:lnTo>
                    <a:pt x="1135" y="134"/>
                  </a:lnTo>
                  <a:lnTo>
                    <a:pt x="1969" y="468"/>
                  </a:lnTo>
                  <a:lnTo>
                    <a:pt x="113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4601;p75">
              <a:extLst>
                <a:ext uri="{FF2B5EF4-FFF2-40B4-BE49-F238E27FC236}">
                  <a16:creationId xmlns:a16="http://schemas.microsoft.com/office/drawing/2014/main" id="{FA510C4F-2D25-E70A-7517-5BB5B49815D3}"/>
                </a:ext>
              </a:extLst>
            </p:cNvPr>
            <p:cNvSpPr/>
            <p:nvPr/>
          </p:nvSpPr>
          <p:spPr>
            <a:xfrm>
              <a:off x="4983725" y="2710725"/>
              <a:ext cx="61750" cy="29200"/>
            </a:xfrm>
            <a:custGeom>
              <a:avLst/>
              <a:gdLst/>
              <a:ahLst/>
              <a:cxnLst/>
              <a:rect l="l" t="t" r="r" b="b"/>
              <a:pathLst>
                <a:path w="2470" h="1168" extrusionOk="0">
                  <a:moveTo>
                    <a:pt x="2469" y="0"/>
                  </a:moveTo>
                  <a:lnTo>
                    <a:pt x="1468" y="901"/>
                  </a:lnTo>
                  <a:cubicBezTo>
                    <a:pt x="1309" y="848"/>
                    <a:pt x="1143" y="822"/>
                    <a:pt x="977" y="822"/>
                  </a:cubicBezTo>
                  <a:cubicBezTo>
                    <a:pt x="623" y="822"/>
                    <a:pt x="273" y="940"/>
                    <a:pt x="1" y="1168"/>
                  </a:cubicBezTo>
                  <a:cubicBezTo>
                    <a:pt x="263" y="1006"/>
                    <a:pt x="563" y="918"/>
                    <a:pt x="869" y="918"/>
                  </a:cubicBezTo>
                  <a:cubicBezTo>
                    <a:pt x="1068" y="918"/>
                    <a:pt x="1271" y="955"/>
                    <a:pt x="1468" y="1034"/>
                  </a:cubicBezTo>
                  <a:lnTo>
                    <a:pt x="246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4602;p75">
              <a:extLst>
                <a:ext uri="{FF2B5EF4-FFF2-40B4-BE49-F238E27FC236}">
                  <a16:creationId xmlns:a16="http://schemas.microsoft.com/office/drawing/2014/main" id="{0A571994-CDC3-F59A-A9C5-164E9B786D57}"/>
                </a:ext>
              </a:extLst>
            </p:cNvPr>
            <p:cNvSpPr/>
            <p:nvPr/>
          </p:nvSpPr>
          <p:spPr>
            <a:xfrm>
              <a:off x="5007075" y="2790775"/>
              <a:ext cx="40050" cy="32550"/>
            </a:xfrm>
            <a:custGeom>
              <a:avLst/>
              <a:gdLst/>
              <a:ahLst/>
              <a:cxnLst/>
              <a:rect l="l" t="t" r="r" b="b"/>
              <a:pathLst>
                <a:path w="1602" h="1302" extrusionOk="0">
                  <a:moveTo>
                    <a:pt x="1035" y="0"/>
                  </a:moveTo>
                  <a:lnTo>
                    <a:pt x="1" y="1035"/>
                  </a:lnTo>
                  <a:cubicBezTo>
                    <a:pt x="201" y="1101"/>
                    <a:pt x="401" y="1168"/>
                    <a:pt x="601" y="1201"/>
                  </a:cubicBezTo>
                  <a:cubicBezTo>
                    <a:pt x="901" y="1301"/>
                    <a:pt x="1268" y="1301"/>
                    <a:pt x="1602" y="1301"/>
                  </a:cubicBezTo>
                  <a:cubicBezTo>
                    <a:pt x="1101" y="1301"/>
                    <a:pt x="601" y="1201"/>
                    <a:pt x="167" y="1001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4603;p75">
              <a:extLst>
                <a:ext uri="{FF2B5EF4-FFF2-40B4-BE49-F238E27FC236}">
                  <a16:creationId xmlns:a16="http://schemas.microsoft.com/office/drawing/2014/main" id="{FAA14E97-DE8E-6229-27EB-B9BC8A169584}"/>
                </a:ext>
              </a:extLst>
            </p:cNvPr>
            <p:cNvSpPr/>
            <p:nvPr/>
          </p:nvSpPr>
          <p:spPr>
            <a:xfrm>
              <a:off x="5087975" y="2809125"/>
              <a:ext cx="48400" cy="15875"/>
            </a:xfrm>
            <a:custGeom>
              <a:avLst/>
              <a:gdLst/>
              <a:ahLst/>
              <a:cxnLst/>
              <a:rect l="l" t="t" r="r" b="b"/>
              <a:pathLst>
                <a:path w="1936" h="635" extrusionOk="0">
                  <a:moveTo>
                    <a:pt x="1935" y="0"/>
                  </a:moveTo>
                  <a:lnTo>
                    <a:pt x="834" y="534"/>
                  </a:lnTo>
                  <a:lnTo>
                    <a:pt x="0" y="167"/>
                  </a:lnTo>
                  <a:lnTo>
                    <a:pt x="834" y="634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4604;p75">
              <a:extLst>
                <a:ext uri="{FF2B5EF4-FFF2-40B4-BE49-F238E27FC236}">
                  <a16:creationId xmlns:a16="http://schemas.microsoft.com/office/drawing/2014/main" id="{9A8C7BD3-B395-DA63-619B-B8CF6283814F}"/>
                </a:ext>
              </a:extLst>
            </p:cNvPr>
            <p:cNvSpPr/>
            <p:nvPr/>
          </p:nvSpPr>
          <p:spPr>
            <a:xfrm>
              <a:off x="4761900" y="2623975"/>
              <a:ext cx="266875" cy="149300"/>
            </a:xfrm>
            <a:custGeom>
              <a:avLst/>
              <a:gdLst/>
              <a:ahLst/>
              <a:cxnLst/>
              <a:rect l="l" t="t" r="r" b="b"/>
              <a:pathLst>
                <a:path w="10675" h="5972" extrusionOk="0">
                  <a:moveTo>
                    <a:pt x="10675" y="1"/>
                  </a:moveTo>
                  <a:cubicBezTo>
                    <a:pt x="7773" y="1"/>
                    <a:pt x="5071" y="668"/>
                    <a:pt x="3036" y="1836"/>
                  </a:cubicBezTo>
                  <a:cubicBezTo>
                    <a:pt x="1068" y="2970"/>
                    <a:pt x="1" y="4404"/>
                    <a:pt x="1" y="5972"/>
                  </a:cubicBezTo>
                  <a:cubicBezTo>
                    <a:pt x="1" y="5972"/>
                    <a:pt x="101" y="3804"/>
                    <a:pt x="3103" y="1969"/>
                  </a:cubicBezTo>
                  <a:cubicBezTo>
                    <a:pt x="6072" y="168"/>
                    <a:pt x="10675" y="1"/>
                    <a:pt x="1067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4605;p75">
              <a:extLst>
                <a:ext uri="{FF2B5EF4-FFF2-40B4-BE49-F238E27FC236}">
                  <a16:creationId xmlns:a16="http://schemas.microsoft.com/office/drawing/2014/main" id="{5ACF3866-7756-0E75-ED76-0D8504AE8618}"/>
                </a:ext>
              </a:extLst>
            </p:cNvPr>
            <p:cNvSpPr/>
            <p:nvPr/>
          </p:nvSpPr>
          <p:spPr>
            <a:xfrm>
              <a:off x="5007075" y="2754925"/>
              <a:ext cx="310225" cy="178925"/>
            </a:xfrm>
            <a:custGeom>
              <a:avLst/>
              <a:gdLst/>
              <a:ahLst/>
              <a:cxnLst/>
              <a:rect l="l" t="t" r="r" b="b"/>
              <a:pathLst>
                <a:path w="12409" h="7157" extrusionOk="0">
                  <a:moveTo>
                    <a:pt x="11943" y="0"/>
                  </a:moveTo>
                  <a:cubicBezTo>
                    <a:pt x="11943" y="2"/>
                    <a:pt x="12409" y="3069"/>
                    <a:pt x="8573" y="5170"/>
                  </a:cubicBezTo>
                  <a:cubicBezTo>
                    <a:pt x="5140" y="7035"/>
                    <a:pt x="1050" y="7140"/>
                    <a:pt x="172" y="7140"/>
                  </a:cubicBezTo>
                  <a:cubicBezTo>
                    <a:pt x="60" y="7140"/>
                    <a:pt x="1" y="7139"/>
                    <a:pt x="1" y="7139"/>
                  </a:cubicBezTo>
                  <a:lnTo>
                    <a:pt x="1" y="7139"/>
                  </a:lnTo>
                  <a:cubicBezTo>
                    <a:pt x="285" y="7151"/>
                    <a:pt x="569" y="7157"/>
                    <a:pt x="853" y="7157"/>
                  </a:cubicBezTo>
                  <a:cubicBezTo>
                    <a:pt x="3710" y="7157"/>
                    <a:pt x="6556" y="6545"/>
                    <a:pt x="8740" y="5271"/>
                  </a:cubicBezTo>
                  <a:cubicBezTo>
                    <a:pt x="11242" y="3836"/>
                    <a:pt x="12309" y="1901"/>
                    <a:pt x="11943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4606;p75">
              <a:extLst>
                <a:ext uri="{FF2B5EF4-FFF2-40B4-BE49-F238E27FC236}">
                  <a16:creationId xmlns:a16="http://schemas.microsoft.com/office/drawing/2014/main" id="{173D055C-BE33-847C-993B-5E11FD3CE2E0}"/>
                </a:ext>
              </a:extLst>
            </p:cNvPr>
            <p:cNvSpPr/>
            <p:nvPr/>
          </p:nvSpPr>
          <p:spPr>
            <a:xfrm>
              <a:off x="4053900" y="3015925"/>
              <a:ext cx="63400" cy="391150"/>
            </a:xfrm>
            <a:custGeom>
              <a:avLst/>
              <a:gdLst/>
              <a:ahLst/>
              <a:cxnLst/>
              <a:rect l="l" t="t" r="r" b="b"/>
              <a:pathLst>
                <a:path w="2536" h="15646" extrusionOk="0">
                  <a:moveTo>
                    <a:pt x="1401" y="1"/>
                  </a:moveTo>
                  <a:lnTo>
                    <a:pt x="0" y="34"/>
                  </a:lnTo>
                  <a:lnTo>
                    <a:pt x="1135" y="15645"/>
                  </a:lnTo>
                  <a:lnTo>
                    <a:pt x="2536" y="15612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4607;p75">
              <a:extLst>
                <a:ext uri="{FF2B5EF4-FFF2-40B4-BE49-F238E27FC236}">
                  <a16:creationId xmlns:a16="http://schemas.microsoft.com/office/drawing/2014/main" id="{2E5F1B43-BA8A-4135-76DF-EFE1C9A7BA83}"/>
                </a:ext>
              </a:extLst>
            </p:cNvPr>
            <p:cNvSpPr/>
            <p:nvPr/>
          </p:nvSpPr>
          <p:spPr>
            <a:xfrm>
              <a:off x="3752850" y="3181050"/>
              <a:ext cx="65075" cy="391150"/>
            </a:xfrm>
            <a:custGeom>
              <a:avLst/>
              <a:gdLst/>
              <a:ahLst/>
              <a:cxnLst/>
              <a:rect l="l" t="t" r="r" b="b"/>
              <a:pathLst>
                <a:path w="2603" h="15646" extrusionOk="0">
                  <a:moveTo>
                    <a:pt x="1435" y="1"/>
                  </a:moveTo>
                  <a:lnTo>
                    <a:pt x="1" y="34"/>
                  </a:lnTo>
                  <a:lnTo>
                    <a:pt x="1168" y="15645"/>
                  </a:lnTo>
                  <a:lnTo>
                    <a:pt x="2602" y="15612"/>
                  </a:lnTo>
                  <a:lnTo>
                    <a:pt x="143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4608;p75">
              <a:extLst>
                <a:ext uri="{FF2B5EF4-FFF2-40B4-BE49-F238E27FC236}">
                  <a16:creationId xmlns:a16="http://schemas.microsoft.com/office/drawing/2014/main" id="{C6CF336A-1CB4-91D1-B3B3-7F0375603DB5}"/>
                </a:ext>
              </a:extLst>
            </p:cNvPr>
            <p:cNvSpPr/>
            <p:nvPr/>
          </p:nvSpPr>
          <p:spPr>
            <a:xfrm>
              <a:off x="3686125" y="3605525"/>
              <a:ext cx="143475" cy="612950"/>
            </a:xfrm>
            <a:custGeom>
              <a:avLst/>
              <a:gdLst/>
              <a:ahLst/>
              <a:cxnLst/>
              <a:rect l="l" t="t" r="r" b="b"/>
              <a:pathLst>
                <a:path w="5739" h="24518" extrusionOk="0">
                  <a:moveTo>
                    <a:pt x="3403" y="0"/>
                  </a:moveTo>
                  <a:lnTo>
                    <a:pt x="34" y="24151"/>
                  </a:lnTo>
                  <a:cubicBezTo>
                    <a:pt x="1" y="24251"/>
                    <a:pt x="101" y="24351"/>
                    <a:pt x="201" y="24418"/>
                  </a:cubicBezTo>
                  <a:cubicBezTo>
                    <a:pt x="318" y="24485"/>
                    <a:pt x="460" y="24518"/>
                    <a:pt x="606" y="24518"/>
                  </a:cubicBezTo>
                  <a:cubicBezTo>
                    <a:pt x="752" y="24518"/>
                    <a:pt x="902" y="24485"/>
                    <a:pt x="1035" y="24418"/>
                  </a:cubicBezTo>
                  <a:cubicBezTo>
                    <a:pt x="1102" y="24351"/>
                    <a:pt x="1168" y="24284"/>
                    <a:pt x="1202" y="24218"/>
                  </a:cubicBezTo>
                  <a:lnTo>
                    <a:pt x="573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4609;p75">
              <a:extLst>
                <a:ext uri="{FF2B5EF4-FFF2-40B4-BE49-F238E27FC236}">
                  <a16:creationId xmlns:a16="http://schemas.microsoft.com/office/drawing/2014/main" id="{95B7BB03-EF31-E8C5-FB35-08E1066DDB2C}"/>
                </a:ext>
              </a:extLst>
            </p:cNvPr>
            <p:cNvSpPr/>
            <p:nvPr/>
          </p:nvSpPr>
          <p:spPr>
            <a:xfrm>
              <a:off x="4035550" y="3402875"/>
              <a:ext cx="142625" cy="612975"/>
            </a:xfrm>
            <a:custGeom>
              <a:avLst/>
              <a:gdLst/>
              <a:ahLst/>
              <a:cxnLst/>
              <a:rect l="l" t="t" r="r" b="b"/>
              <a:pathLst>
                <a:path w="5705" h="24519" extrusionOk="0">
                  <a:moveTo>
                    <a:pt x="3403" y="1"/>
                  </a:moveTo>
                  <a:lnTo>
                    <a:pt x="34" y="24185"/>
                  </a:lnTo>
                  <a:cubicBezTo>
                    <a:pt x="1" y="24285"/>
                    <a:pt x="101" y="24385"/>
                    <a:pt x="201" y="24418"/>
                  </a:cubicBezTo>
                  <a:cubicBezTo>
                    <a:pt x="318" y="24485"/>
                    <a:pt x="459" y="24518"/>
                    <a:pt x="605" y="24518"/>
                  </a:cubicBezTo>
                  <a:cubicBezTo>
                    <a:pt x="751" y="24518"/>
                    <a:pt x="901" y="24485"/>
                    <a:pt x="1035" y="24418"/>
                  </a:cubicBezTo>
                  <a:cubicBezTo>
                    <a:pt x="1101" y="24385"/>
                    <a:pt x="1168" y="24318"/>
                    <a:pt x="1201" y="24218"/>
                  </a:cubicBezTo>
                  <a:lnTo>
                    <a:pt x="570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4610;p75">
              <a:extLst>
                <a:ext uri="{FF2B5EF4-FFF2-40B4-BE49-F238E27FC236}">
                  <a16:creationId xmlns:a16="http://schemas.microsoft.com/office/drawing/2014/main" id="{491F3D2A-375C-DCDE-FF90-1EA772EA6129}"/>
                </a:ext>
              </a:extLst>
            </p:cNvPr>
            <p:cNvSpPr/>
            <p:nvPr/>
          </p:nvSpPr>
          <p:spPr>
            <a:xfrm>
              <a:off x="4469200" y="3605525"/>
              <a:ext cx="159300" cy="601275"/>
            </a:xfrm>
            <a:custGeom>
              <a:avLst/>
              <a:gdLst/>
              <a:ahLst/>
              <a:cxnLst/>
              <a:rect l="l" t="t" r="r" b="b"/>
              <a:pathLst>
                <a:path w="6372" h="24051" extrusionOk="0">
                  <a:moveTo>
                    <a:pt x="0" y="0"/>
                  </a:moveTo>
                  <a:lnTo>
                    <a:pt x="5204" y="23751"/>
                  </a:lnTo>
                  <a:cubicBezTo>
                    <a:pt x="5204" y="23851"/>
                    <a:pt x="5271" y="23918"/>
                    <a:pt x="5337" y="23951"/>
                  </a:cubicBezTo>
                  <a:cubicBezTo>
                    <a:pt x="5471" y="24018"/>
                    <a:pt x="5621" y="24051"/>
                    <a:pt x="5771" y="24051"/>
                  </a:cubicBezTo>
                  <a:cubicBezTo>
                    <a:pt x="5921" y="24051"/>
                    <a:pt x="6071" y="24018"/>
                    <a:pt x="6205" y="23951"/>
                  </a:cubicBezTo>
                  <a:cubicBezTo>
                    <a:pt x="6305" y="23918"/>
                    <a:pt x="6372" y="23817"/>
                    <a:pt x="6338" y="23684"/>
                  </a:cubicBezTo>
                  <a:lnTo>
                    <a:pt x="2335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4611;p75">
              <a:extLst>
                <a:ext uri="{FF2B5EF4-FFF2-40B4-BE49-F238E27FC236}">
                  <a16:creationId xmlns:a16="http://schemas.microsoft.com/office/drawing/2014/main" id="{EAEFE19B-F777-604C-4394-B418C9AE7859}"/>
                </a:ext>
              </a:extLst>
            </p:cNvPr>
            <p:cNvSpPr/>
            <p:nvPr/>
          </p:nvSpPr>
          <p:spPr>
            <a:xfrm>
              <a:off x="4107275" y="3812350"/>
              <a:ext cx="142625" cy="612950"/>
            </a:xfrm>
            <a:custGeom>
              <a:avLst/>
              <a:gdLst/>
              <a:ahLst/>
              <a:cxnLst/>
              <a:rect l="l" t="t" r="r" b="b"/>
              <a:pathLst>
                <a:path w="5705" h="24518" extrusionOk="0">
                  <a:moveTo>
                    <a:pt x="0" y="0"/>
                  </a:moveTo>
                  <a:lnTo>
                    <a:pt x="4537" y="24217"/>
                  </a:lnTo>
                  <a:cubicBezTo>
                    <a:pt x="4537" y="24284"/>
                    <a:pt x="4604" y="24384"/>
                    <a:pt x="4704" y="24417"/>
                  </a:cubicBezTo>
                  <a:cubicBezTo>
                    <a:pt x="4837" y="24484"/>
                    <a:pt x="4979" y="24518"/>
                    <a:pt x="5121" y="24518"/>
                  </a:cubicBezTo>
                  <a:cubicBezTo>
                    <a:pt x="5262" y="24518"/>
                    <a:pt x="5404" y="24484"/>
                    <a:pt x="5538" y="24417"/>
                  </a:cubicBezTo>
                  <a:cubicBezTo>
                    <a:pt x="5638" y="24351"/>
                    <a:pt x="5704" y="24251"/>
                    <a:pt x="5704" y="24151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4612;p75">
              <a:extLst>
                <a:ext uri="{FF2B5EF4-FFF2-40B4-BE49-F238E27FC236}">
                  <a16:creationId xmlns:a16="http://schemas.microsoft.com/office/drawing/2014/main" id="{6D154B46-E628-0B57-3C99-E1CF240893A8}"/>
                </a:ext>
              </a:extLst>
            </p:cNvPr>
            <p:cNvSpPr/>
            <p:nvPr/>
          </p:nvSpPr>
          <p:spPr>
            <a:xfrm>
              <a:off x="4469200" y="3605525"/>
              <a:ext cx="69225" cy="108425"/>
            </a:xfrm>
            <a:custGeom>
              <a:avLst/>
              <a:gdLst/>
              <a:ahLst/>
              <a:cxnLst/>
              <a:rect l="l" t="t" r="r" b="b"/>
              <a:pathLst>
                <a:path w="2769" h="4337" extrusionOk="0">
                  <a:moveTo>
                    <a:pt x="0" y="0"/>
                  </a:moveTo>
                  <a:lnTo>
                    <a:pt x="934" y="4337"/>
                  </a:lnTo>
                  <a:cubicBezTo>
                    <a:pt x="1468" y="3903"/>
                    <a:pt x="2002" y="3436"/>
                    <a:pt x="2502" y="2969"/>
                  </a:cubicBezTo>
                  <a:cubicBezTo>
                    <a:pt x="2602" y="2869"/>
                    <a:pt x="2702" y="2736"/>
                    <a:pt x="2769" y="2602"/>
                  </a:cubicBezTo>
                  <a:lnTo>
                    <a:pt x="233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4613;p75">
              <a:extLst>
                <a:ext uri="{FF2B5EF4-FFF2-40B4-BE49-F238E27FC236}">
                  <a16:creationId xmlns:a16="http://schemas.microsoft.com/office/drawing/2014/main" id="{27FDE8A7-7770-43BC-DA68-4660BD49AB67}"/>
                </a:ext>
              </a:extLst>
            </p:cNvPr>
            <p:cNvSpPr/>
            <p:nvPr/>
          </p:nvSpPr>
          <p:spPr>
            <a:xfrm>
              <a:off x="3761200" y="3605525"/>
              <a:ext cx="68400" cy="121775"/>
            </a:xfrm>
            <a:custGeom>
              <a:avLst/>
              <a:gdLst/>
              <a:ahLst/>
              <a:cxnLst/>
              <a:rect l="l" t="t" r="r" b="b"/>
              <a:pathLst>
                <a:path w="2736" h="4871" extrusionOk="0">
                  <a:moveTo>
                    <a:pt x="400" y="0"/>
                  </a:moveTo>
                  <a:lnTo>
                    <a:pt x="0" y="2869"/>
                  </a:lnTo>
                  <a:cubicBezTo>
                    <a:pt x="67" y="3169"/>
                    <a:pt x="234" y="3436"/>
                    <a:pt x="434" y="3670"/>
                  </a:cubicBezTo>
                  <a:cubicBezTo>
                    <a:pt x="867" y="4070"/>
                    <a:pt x="1334" y="4470"/>
                    <a:pt x="1801" y="4871"/>
                  </a:cubicBezTo>
                  <a:lnTo>
                    <a:pt x="273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4614;p75">
              <a:extLst>
                <a:ext uri="{FF2B5EF4-FFF2-40B4-BE49-F238E27FC236}">
                  <a16:creationId xmlns:a16="http://schemas.microsoft.com/office/drawing/2014/main" id="{4977C037-F3B6-D392-D65C-3F868C8F9578}"/>
                </a:ext>
              </a:extLst>
            </p:cNvPr>
            <p:cNvSpPr/>
            <p:nvPr/>
          </p:nvSpPr>
          <p:spPr>
            <a:xfrm>
              <a:off x="4107275" y="3812350"/>
              <a:ext cx="69225" cy="100925"/>
            </a:xfrm>
            <a:custGeom>
              <a:avLst/>
              <a:gdLst/>
              <a:ahLst/>
              <a:cxnLst/>
              <a:rect l="l" t="t" r="r" b="b"/>
              <a:pathLst>
                <a:path w="2769" h="4037" extrusionOk="0">
                  <a:moveTo>
                    <a:pt x="0" y="0"/>
                  </a:moveTo>
                  <a:lnTo>
                    <a:pt x="734" y="4036"/>
                  </a:lnTo>
                  <a:cubicBezTo>
                    <a:pt x="1435" y="3803"/>
                    <a:pt x="2102" y="3569"/>
                    <a:pt x="2769" y="3336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4615;p75">
              <a:extLst>
                <a:ext uri="{FF2B5EF4-FFF2-40B4-BE49-F238E27FC236}">
                  <a16:creationId xmlns:a16="http://schemas.microsoft.com/office/drawing/2014/main" id="{1933E100-203B-E91C-CC80-9B7F2A9E0A75}"/>
                </a:ext>
              </a:extLst>
            </p:cNvPr>
            <p:cNvSpPr/>
            <p:nvPr/>
          </p:nvSpPr>
          <p:spPr>
            <a:xfrm>
              <a:off x="4052225" y="3417900"/>
              <a:ext cx="120950" cy="488700"/>
            </a:xfrm>
            <a:custGeom>
              <a:avLst/>
              <a:gdLst/>
              <a:ahLst/>
              <a:cxnLst/>
              <a:rect l="l" t="t" r="r" b="b"/>
              <a:pathLst>
                <a:path w="4838" h="19548" extrusionOk="0">
                  <a:moveTo>
                    <a:pt x="2636" y="0"/>
                  </a:moveTo>
                  <a:lnTo>
                    <a:pt x="1" y="18880"/>
                  </a:lnTo>
                  <a:cubicBezTo>
                    <a:pt x="401" y="19114"/>
                    <a:pt x="835" y="19347"/>
                    <a:pt x="1268" y="19547"/>
                  </a:cubicBezTo>
                  <a:lnTo>
                    <a:pt x="4838" y="434"/>
                  </a:lnTo>
                  <a:cubicBezTo>
                    <a:pt x="4237" y="300"/>
                    <a:pt x="3603" y="133"/>
                    <a:pt x="2936" y="33"/>
                  </a:cubicBezTo>
                  <a:cubicBezTo>
                    <a:pt x="2836" y="0"/>
                    <a:pt x="2736" y="0"/>
                    <a:pt x="2636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4616;p75">
              <a:extLst>
                <a:ext uri="{FF2B5EF4-FFF2-40B4-BE49-F238E27FC236}">
                  <a16:creationId xmlns:a16="http://schemas.microsoft.com/office/drawing/2014/main" id="{719D6E17-E840-7152-B822-422915C20964}"/>
                </a:ext>
              </a:extLst>
            </p:cNvPr>
            <p:cNvSpPr/>
            <p:nvPr/>
          </p:nvSpPr>
          <p:spPr>
            <a:xfrm>
              <a:off x="3759525" y="3372000"/>
              <a:ext cx="785575" cy="497650"/>
            </a:xfrm>
            <a:custGeom>
              <a:avLst/>
              <a:gdLst/>
              <a:ahLst/>
              <a:cxnLst/>
              <a:rect l="l" t="t" r="r" b="b"/>
              <a:pathLst>
                <a:path w="31423" h="19906" extrusionOk="0">
                  <a:moveTo>
                    <a:pt x="14181" y="0"/>
                  </a:moveTo>
                  <a:cubicBezTo>
                    <a:pt x="13880" y="0"/>
                    <a:pt x="13578" y="37"/>
                    <a:pt x="13277" y="101"/>
                  </a:cubicBezTo>
                  <a:cubicBezTo>
                    <a:pt x="7706" y="1803"/>
                    <a:pt x="3436" y="4238"/>
                    <a:pt x="501" y="7440"/>
                  </a:cubicBezTo>
                  <a:cubicBezTo>
                    <a:pt x="201" y="7774"/>
                    <a:pt x="34" y="8241"/>
                    <a:pt x="0" y="8674"/>
                  </a:cubicBezTo>
                  <a:lnTo>
                    <a:pt x="0" y="9942"/>
                  </a:lnTo>
                  <a:cubicBezTo>
                    <a:pt x="34" y="10375"/>
                    <a:pt x="201" y="10809"/>
                    <a:pt x="534" y="11143"/>
                  </a:cubicBezTo>
                  <a:cubicBezTo>
                    <a:pt x="3870" y="14212"/>
                    <a:pt x="8607" y="17347"/>
                    <a:pt x="13310" y="19749"/>
                  </a:cubicBezTo>
                  <a:cubicBezTo>
                    <a:pt x="13581" y="19853"/>
                    <a:pt x="13865" y="19905"/>
                    <a:pt x="14146" y="19905"/>
                  </a:cubicBezTo>
                  <a:cubicBezTo>
                    <a:pt x="14314" y="19905"/>
                    <a:pt x="14482" y="19886"/>
                    <a:pt x="14644" y="19849"/>
                  </a:cubicBezTo>
                  <a:cubicBezTo>
                    <a:pt x="20648" y="17914"/>
                    <a:pt x="26219" y="14712"/>
                    <a:pt x="30889" y="10476"/>
                  </a:cubicBezTo>
                  <a:cubicBezTo>
                    <a:pt x="31223" y="10142"/>
                    <a:pt x="31389" y="9708"/>
                    <a:pt x="31423" y="9275"/>
                  </a:cubicBezTo>
                  <a:lnTo>
                    <a:pt x="31423" y="8007"/>
                  </a:lnTo>
                  <a:cubicBezTo>
                    <a:pt x="31389" y="7573"/>
                    <a:pt x="31189" y="7140"/>
                    <a:pt x="30856" y="6873"/>
                  </a:cubicBezTo>
                  <a:cubicBezTo>
                    <a:pt x="26019" y="3404"/>
                    <a:pt x="20515" y="1069"/>
                    <a:pt x="14678" y="35"/>
                  </a:cubicBezTo>
                  <a:cubicBezTo>
                    <a:pt x="14512" y="11"/>
                    <a:pt x="14347" y="0"/>
                    <a:pt x="1418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4617;p75">
              <a:extLst>
                <a:ext uri="{FF2B5EF4-FFF2-40B4-BE49-F238E27FC236}">
                  <a16:creationId xmlns:a16="http://schemas.microsoft.com/office/drawing/2014/main" id="{B3B0248E-E4A4-D351-52B8-5FBB572D4B72}"/>
                </a:ext>
              </a:extLst>
            </p:cNvPr>
            <p:cNvSpPr/>
            <p:nvPr/>
          </p:nvSpPr>
          <p:spPr>
            <a:xfrm>
              <a:off x="4107275" y="3371475"/>
              <a:ext cx="437000" cy="497925"/>
            </a:xfrm>
            <a:custGeom>
              <a:avLst/>
              <a:gdLst/>
              <a:ahLst/>
              <a:cxnLst/>
              <a:rect l="l" t="t" r="r" b="b"/>
              <a:pathLst>
                <a:path w="17480" h="19917" extrusionOk="0">
                  <a:moveTo>
                    <a:pt x="303" y="0"/>
                  </a:moveTo>
                  <a:cubicBezTo>
                    <a:pt x="199" y="0"/>
                    <a:pt x="97" y="9"/>
                    <a:pt x="0" y="22"/>
                  </a:cubicBezTo>
                  <a:lnTo>
                    <a:pt x="0" y="19903"/>
                  </a:lnTo>
                  <a:cubicBezTo>
                    <a:pt x="63" y="19912"/>
                    <a:pt x="128" y="19916"/>
                    <a:pt x="194" y="19916"/>
                  </a:cubicBezTo>
                  <a:cubicBezTo>
                    <a:pt x="374" y="19916"/>
                    <a:pt x="563" y="19885"/>
                    <a:pt x="734" y="19837"/>
                  </a:cubicBezTo>
                  <a:cubicBezTo>
                    <a:pt x="6738" y="17935"/>
                    <a:pt x="12276" y="14733"/>
                    <a:pt x="16979" y="10497"/>
                  </a:cubicBezTo>
                  <a:cubicBezTo>
                    <a:pt x="17279" y="10163"/>
                    <a:pt x="17479" y="9729"/>
                    <a:pt x="17479" y="9262"/>
                  </a:cubicBezTo>
                  <a:lnTo>
                    <a:pt x="17479" y="8028"/>
                  </a:lnTo>
                  <a:cubicBezTo>
                    <a:pt x="17479" y="7594"/>
                    <a:pt x="17279" y="7161"/>
                    <a:pt x="16912" y="6894"/>
                  </a:cubicBezTo>
                  <a:cubicBezTo>
                    <a:pt x="12109" y="3425"/>
                    <a:pt x="6572" y="1090"/>
                    <a:pt x="734" y="56"/>
                  </a:cubicBezTo>
                  <a:cubicBezTo>
                    <a:pt x="597" y="17"/>
                    <a:pt x="449" y="0"/>
                    <a:pt x="30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4618;p75">
              <a:extLst>
                <a:ext uri="{FF2B5EF4-FFF2-40B4-BE49-F238E27FC236}">
                  <a16:creationId xmlns:a16="http://schemas.microsoft.com/office/drawing/2014/main" id="{621603E1-7F3B-BED9-668D-C1C30A9649AC}"/>
                </a:ext>
              </a:extLst>
            </p:cNvPr>
            <p:cNvSpPr/>
            <p:nvPr/>
          </p:nvSpPr>
          <p:spPr>
            <a:xfrm>
              <a:off x="3759525" y="3372025"/>
              <a:ext cx="347775" cy="497050"/>
            </a:xfrm>
            <a:custGeom>
              <a:avLst/>
              <a:gdLst/>
              <a:ahLst/>
              <a:cxnLst/>
              <a:rect l="l" t="t" r="r" b="b"/>
              <a:pathLst>
                <a:path w="13911" h="19882" extrusionOk="0">
                  <a:moveTo>
                    <a:pt x="13910" y="0"/>
                  </a:moveTo>
                  <a:cubicBezTo>
                    <a:pt x="13677" y="0"/>
                    <a:pt x="13477" y="34"/>
                    <a:pt x="13277" y="100"/>
                  </a:cubicBezTo>
                  <a:cubicBezTo>
                    <a:pt x="7706" y="1802"/>
                    <a:pt x="3436" y="4237"/>
                    <a:pt x="467" y="7439"/>
                  </a:cubicBezTo>
                  <a:cubicBezTo>
                    <a:pt x="167" y="7773"/>
                    <a:pt x="0" y="8240"/>
                    <a:pt x="0" y="8673"/>
                  </a:cubicBezTo>
                  <a:lnTo>
                    <a:pt x="0" y="9941"/>
                  </a:lnTo>
                  <a:cubicBezTo>
                    <a:pt x="0" y="10374"/>
                    <a:pt x="201" y="10808"/>
                    <a:pt x="501" y="11142"/>
                  </a:cubicBezTo>
                  <a:cubicBezTo>
                    <a:pt x="3836" y="14211"/>
                    <a:pt x="8607" y="17346"/>
                    <a:pt x="13310" y="19748"/>
                  </a:cubicBezTo>
                  <a:cubicBezTo>
                    <a:pt x="13510" y="19815"/>
                    <a:pt x="13710" y="19881"/>
                    <a:pt x="13910" y="19881"/>
                  </a:cubicBezTo>
                  <a:lnTo>
                    <a:pt x="139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4619;p75">
              <a:extLst>
                <a:ext uri="{FF2B5EF4-FFF2-40B4-BE49-F238E27FC236}">
                  <a16:creationId xmlns:a16="http://schemas.microsoft.com/office/drawing/2014/main" id="{38AB2D1F-A9D8-7751-AD56-FDC5930BEB21}"/>
                </a:ext>
              </a:extLst>
            </p:cNvPr>
            <p:cNvSpPr/>
            <p:nvPr/>
          </p:nvSpPr>
          <p:spPr>
            <a:xfrm>
              <a:off x="3764525" y="3372000"/>
              <a:ext cx="774750" cy="430050"/>
            </a:xfrm>
            <a:custGeom>
              <a:avLst/>
              <a:gdLst/>
              <a:ahLst/>
              <a:cxnLst/>
              <a:rect l="l" t="t" r="r" b="b"/>
              <a:pathLst>
                <a:path w="30990" h="17202" extrusionOk="0">
                  <a:moveTo>
                    <a:pt x="13981" y="0"/>
                  </a:moveTo>
                  <a:cubicBezTo>
                    <a:pt x="13680" y="0"/>
                    <a:pt x="13378" y="37"/>
                    <a:pt x="13077" y="101"/>
                  </a:cubicBezTo>
                  <a:cubicBezTo>
                    <a:pt x="7506" y="1803"/>
                    <a:pt x="3270" y="4238"/>
                    <a:pt x="301" y="7407"/>
                  </a:cubicBezTo>
                  <a:cubicBezTo>
                    <a:pt x="1" y="7707"/>
                    <a:pt x="34" y="8174"/>
                    <a:pt x="301" y="8441"/>
                  </a:cubicBezTo>
                  <a:cubicBezTo>
                    <a:pt x="3636" y="11510"/>
                    <a:pt x="8407" y="14645"/>
                    <a:pt x="13110" y="17014"/>
                  </a:cubicBezTo>
                  <a:cubicBezTo>
                    <a:pt x="13388" y="17142"/>
                    <a:pt x="13666" y="17202"/>
                    <a:pt x="13953" y="17202"/>
                  </a:cubicBezTo>
                  <a:cubicBezTo>
                    <a:pt x="14113" y="17202"/>
                    <a:pt x="14277" y="17183"/>
                    <a:pt x="14444" y="17147"/>
                  </a:cubicBezTo>
                  <a:cubicBezTo>
                    <a:pt x="20448" y="15212"/>
                    <a:pt x="26019" y="12043"/>
                    <a:pt x="30689" y="7774"/>
                  </a:cubicBezTo>
                  <a:cubicBezTo>
                    <a:pt x="30989" y="7540"/>
                    <a:pt x="30956" y="7073"/>
                    <a:pt x="30656" y="6873"/>
                  </a:cubicBezTo>
                  <a:cubicBezTo>
                    <a:pt x="25819" y="3404"/>
                    <a:pt x="20315" y="1069"/>
                    <a:pt x="14478" y="35"/>
                  </a:cubicBezTo>
                  <a:cubicBezTo>
                    <a:pt x="14312" y="11"/>
                    <a:pt x="14147" y="0"/>
                    <a:pt x="1398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4620;p75">
              <a:extLst>
                <a:ext uri="{FF2B5EF4-FFF2-40B4-BE49-F238E27FC236}">
                  <a16:creationId xmlns:a16="http://schemas.microsoft.com/office/drawing/2014/main" id="{8E6CE547-5A67-CF31-AA42-DE80139F7094}"/>
                </a:ext>
              </a:extLst>
            </p:cNvPr>
            <p:cNvSpPr/>
            <p:nvPr/>
          </p:nvSpPr>
          <p:spPr>
            <a:xfrm>
              <a:off x="3764525" y="3372000"/>
              <a:ext cx="774750" cy="430050"/>
            </a:xfrm>
            <a:custGeom>
              <a:avLst/>
              <a:gdLst/>
              <a:ahLst/>
              <a:cxnLst/>
              <a:rect l="l" t="t" r="r" b="b"/>
              <a:pathLst>
                <a:path w="30990" h="17202" extrusionOk="0">
                  <a:moveTo>
                    <a:pt x="13981" y="0"/>
                  </a:moveTo>
                  <a:cubicBezTo>
                    <a:pt x="13680" y="0"/>
                    <a:pt x="13378" y="37"/>
                    <a:pt x="13077" y="101"/>
                  </a:cubicBezTo>
                  <a:cubicBezTo>
                    <a:pt x="7506" y="1803"/>
                    <a:pt x="3270" y="4238"/>
                    <a:pt x="301" y="7407"/>
                  </a:cubicBezTo>
                  <a:cubicBezTo>
                    <a:pt x="1" y="7707"/>
                    <a:pt x="34" y="8174"/>
                    <a:pt x="301" y="8441"/>
                  </a:cubicBezTo>
                  <a:cubicBezTo>
                    <a:pt x="3636" y="11510"/>
                    <a:pt x="8407" y="14645"/>
                    <a:pt x="13110" y="17014"/>
                  </a:cubicBezTo>
                  <a:cubicBezTo>
                    <a:pt x="13388" y="17142"/>
                    <a:pt x="13666" y="17202"/>
                    <a:pt x="13953" y="17202"/>
                  </a:cubicBezTo>
                  <a:cubicBezTo>
                    <a:pt x="14113" y="17202"/>
                    <a:pt x="14277" y="17183"/>
                    <a:pt x="14444" y="17147"/>
                  </a:cubicBezTo>
                  <a:cubicBezTo>
                    <a:pt x="20448" y="15212"/>
                    <a:pt x="26019" y="12043"/>
                    <a:pt x="30689" y="7774"/>
                  </a:cubicBezTo>
                  <a:cubicBezTo>
                    <a:pt x="30989" y="7540"/>
                    <a:pt x="30956" y="7073"/>
                    <a:pt x="30656" y="6873"/>
                  </a:cubicBezTo>
                  <a:cubicBezTo>
                    <a:pt x="25819" y="3404"/>
                    <a:pt x="20315" y="1069"/>
                    <a:pt x="14478" y="35"/>
                  </a:cubicBezTo>
                  <a:cubicBezTo>
                    <a:pt x="14312" y="11"/>
                    <a:pt x="14147" y="0"/>
                    <a:pt x="139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4621;p75">
              <a:extLst>
                <a:ext uri="{FF2B5EF4-FFF2-40B4-BE49-F238E27FC236}">
                  <a16:creationId xmlns:a16="http://schemas.microsoft.com/office/drawing/2014/main" id="{E160CE79-FA3D-F68F-2E70-4C9D4CF4B979}"/>
                </a:ext>
              </a:extLst>
            </p:cNvPr>
            <p:cNvSpPr/>
            <p:nvPr/>
          </p:nvSpPr>
          <p:spPr>
            <a:xfrm>
              <a:off x="3673625" y="2864800"/>
              <a:ext cx="494550" cy="445050"/>
            </a:xfrm>
            <a:custGeom>
              <a:avLst/>
              <a:gdLst/>
              <a:ahLst/>
              <a:cxnLst/>
              <a:rect l="l" t="t" r="r" b="b"/>
              <a:pathLst>
                <a:path w="19782" h="17802" extrusionOk="0">
                  <a:moveTo>
                    <a:pt x="18124" y="0"/>
                  </a:moveTo>
                  <a:cubicBezTo>
                    <a:pt x="18054" y="0"/>
                    <a:pt x="17984" y="3"/>
                    <a:pt x="17913" y="8"/>
                  </a:cubicBezTo>
                  <a:cubicBezTo>
                    <a:pt x="10942" y="876"/>
                    <a:pt x="4637" y="4511"/>
                    <a:pt x="434" y="10082"/>
                  </a:cubicBezTo>
                  <a:cubicBezTo>
                    <a:pt x="167" y="10482"/>
                    <a:pt x="1" y="10916"/>
                    <a:pt x="1" y="11383"/>
                  </a:cubicBezTo>
                  <a:lnTo>
                    <a:pt x="1" y="16653"/>
                  </a:lnTo>
                  <a:cubicBezTo>
                    <a:pt x="1" y="17087"/>
                    <a:pt x="234" y="17487"/>
                    <a:pt x="568" y="17721"/>
                  </a:cubicBezTo>
                  <a:cubicBezTo>
                    <a:pt x="687" y="17775"/>
                    <a:pt x="810" y="17801"/>
                    <a:pt x="931" y="17801"/>
                  </a:cubicBezTo>
                  <a:cubicBezTo>
                    <a:pt x="1181" y="17801"/>
                    <a:pt x="1422" y="17690"/>
                    <a:pt x="1602" y="17487"/>
                  </a:cubicBezTo>
                  <a:cubicBezTo>
                    <a:pt x="5805" y="11883"/>
                    <a:pt x="12109" y="8247"/>
                    <a:pt x="19048" y="7414"/>
                  </a:cubicBezTo>
                  <a:cubicBezTo>
                    <a:pt x="19481" y="7347"/>
                    <a:pt x="19748" y="7013"/>
                    <a:pt x="19781" y="6580"/>
                  </a:cubicBezTo>
                  <a:lnTo>
                    <a:pt x="19781" y="1309"/>
                  </a:lnTo>
                  <a:cubicBezTo>
                    <a:pt x="19748" y="876"/>
                    <a:pt x="19548" y="509"/>
                    <a:pt x="19181" y="242"/>
                  </a:cubicBezTo>
                  <a:cubicBezTo>
                    <a:pt x="18846" y="74"/>
                    <a:pt x="18487" y="0"/>
                    <a:pt x="181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4622;p75">
              <a:extLst>
                <a:ext uri="{FF2B5EF4-FFF2-40B4-BE49-F238E27FC236}">
                  <a16:creationId xmlns:a16="http://schemas.microsoft.com/office/drawing/2014/main" id="{45F53D94-9E84-8564-5A32-8BF76FB14DF4}"/>
                </a:ext>
              </a:extLst>
            </p:cNvPr>
            <p:cNvSpPr/>
            <p:nvPr/>
          </p:nvSpPr>
          <p:spPr>
            <a:xfrm>
              <a:off x="3673625" y="3133525"/>
              <a:ext cx="129275" cy="177125"/>
            </a:xfrm>
            <a:custGeom>
              <a:avLst/>
              <a:gdLst/>
              <a:ahLst/>
              <a:cxnLst/>
              <a:rect l="l" t="t" r="r" b="b"/>
              <a:pathLst>
                <a:path w="5171" h="7085" extrusionOk="0">
                  <a:moveTo>
                    <a:pt x="101" y="0"/>
                  </a:moveTo>
                  <a:cubicBezTo>
                    <a:pt x="34" y="200"/>
                    <a:pt x="1" y="401"/>
                    <a:pt x="1" y="634"/>
                  </a:cubicBezTo>
                  <a:lnTo>
                    <a:pt x="1" y="5938"/>
                  </a:lnTo>
                  <a:cubicBezTo>
                    <a:pt x="1" y="6371"/>
                    <a:pt x="234" y="6738"/>
                    <a:pt x="568" y="7005"/>
                  </a:cubicBezTo>
                  <a:cubicBezTo>
                    <a:pt x="685" y="7058"/>
                    <a:pt x="805" y="7084"/>
                    <a:pt x="923" y="7084"/>
                  </a:cubicBezTo>
                  <a:cubicBezTo>
                    <a:pt x="1176" y="7084"/>
                    <a:pt x="1420" y="6966"/>
                    <a:pt x="1602" y="6738"/>
                  </a:cubicBezTo>
                  <a:cubicBezTo>
                    <a:pt x="2669" y="5371"/>
                    <a:pt x="3870" y="4070"/>
                    <a:pt x="5171" y="2902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4623;p75">
              <a:extLst>
                <a:ext uri="{FF2B5EF4-FFF2-40B4-BE49-F238E27FC236}">
                  <a16:creationId xmlns:a16="http://schemas.microsoft.com/office/drawing/2014/main" id="{E8A6E594-D5CD-6C64-1C47-C841339F4E66}"/>
                </a:ext>
              </a:extLst>
            </p:cNvPr>
            <p:cNvSpPr/>
            <p:nvPr/>
          </p:nvSpPr>
          <p:spPr>
            <a:xfrm>
              <a:off x="3676125" y="2864800"/>
              <a:ext cx="492050" cy="341300"/>
            </a:xfrm>
            <a:custGeom>
              <a:avLst/>
              <a:gdLst/>
              <a:ahLst/>
              <a:cxnLst/>
              <a:rect l="l" t="t" r="r" b="b"/>
              <a:pathLst>
                <a:path w="19682" h="13652" extrusionOk="0">
                  <a:moveTo>
                    <a:pt x="18024" y="0"/>
                  </a:moveTo>
                  <a:cubicBezTo>
                    <a:pt x="17954" y="0"/>
                    <a:pt x="17884" y="3"/>
                    <a:pt x="17813" y="8"/>
                  </a:cubicBezTo>
                  <a:cubicBezTo>
                    <a:pt x="10842" y="876"/>
                    <a:pt x="4537" y="4511"/>
                    <a:pt x="334" y="10082"/>
                  </a:cubicBezTo>
                  <a:cubicBezTo>
                    <a:pt x="201" y="10282"/>
                    <a:pt x="67" y="10516"/>
                    <a:pt x="1" y="10716"/>
                  </a:cubicBezTo>
                  <a:lnTo>
                    <a:pt x="5071" y="13651"/>
                  </a:lnTo>
                  <a:cubicBezTo>
                    <a:pt x="8974" y="10216"/>
                    <a:pt x="13811" y="8047"/>
                    <a:pt x="18948" y="7414"/>
                  </a:cubicBezTo>
                  <a:cubicBezTo>
                    <a:pt x="19381" y="7347"/>
                    <a:pt x="19648" y="7013"/>
                    <a:pt x="19681" y="6580"/>
                  </a:cubicBezTo>
                  <a:lnTo>
                    <a:pt x="19681" y="1309"/>
                  </a:lnTo>
                  <a:cubicBezTo>
                    <a:pt x="19648" y="876"/>
                    <a:pt x="19448" y="509"/>
                    <a:pt x="19081" y="242"/>
                  </a:cubicBezTo>
                  <a:cubicBezTo>
                    <a:pt x="18746" y="74"/>
                    <a:pt x="18387" y="0"/>
                    <a:pt x="180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4624;p75">
              <a:extLst>
                <a:ext uri="{FF2B5EF4-FFF2-40B4-BE49-F238E27FC236}">
                  <a16:creationId xmlns:a16="http://schemas.microsoft.com/office/drawing/2014/main" id="{54D0FAE7-C85E-BD7A-3661-2C40155BDFEF}"/>
                </a:ext>
              </a:extLst>
            </p:cNvPr>
            <p:cNvSpPr/>
            <p:nvPr/>
          </p:nvSpPr>
          <p:spPr>
            <a:xfrm>
              <a:off x="3703175" y="2881450"/>
              <a:ext cx="465750" cy="425275"/>
            </a:xfrm>
            <a:custGeom>
              <a:avLst/>
              <a:gdLst/>
              <a:ahLst/>
              <a:cxnLst/>
              <a:rect l="l" t="t" r="r" b="b"/>
              <a:pathLst>
                <a:path w="18630" h="17011" extrusionOk="0">
                  <a:moveTo>
                    <a:pt x="18002" y="0"/>
                  </a:moveTo>
                  <a:cubicBezTo>
                    <a:pt x="17968" y="0"/>
                    <a:pt x="17933" y="3"/>
                    <a:pt x="17899" y="9"/>
                  </a:cubicBezTo>
                  <a:cubicBezTo>
                    <a:pt x="10961" y="877"/>
                    <a:pt x="4656" y="4513"/>
                    <a:pt x="420" y="10117"/>
                  </a:cubicBezTo>
                  <a:cubicBezTo>
                    <a:pt x="186" y="10484"/>
                    <a:pt x="19" y="10917"/>
                    <a:pt x="19" y="11384"/>
                  </a:cubicBezTo>
                  <a:lnTo>
                    <a:pt x="19" y="16688"/>
                  </a:lnTo>
                  <a:cubicBezTo>
                    <a:pt x="0" y="16899"/>
                    <a:pt x="58" y="17010"/>
                    <a:pt x="155" y="17010"/>
                  </a:cubicBezTo>
                  <a:cubicBezTo>
                    <a:pt x="227" y="17010"/>
                    <a:pt x="320" y="16949"/>
                    <a:pt x="420" y="16821"/>
                  </a:cubicBezTo>
                  <a:cubicBezTo>
                    <a:pt x="4623" y="11217"/>
                    <a:pt x="10927" y="7581"/>
                    <a:pt x="17899" y="6748"/>
                  </a:cubicBezTo>
                  <a:cubicBezTo>
                    <a:pt x="18299" y="6681"/>
                    <a:pt x="18599" y="6347"/>
                    <a:pt x="18599" y="5914"/>
                  </a:cubicBezTo>
                  <a:lnTo>
                    <a:pt x="18599" y="643"/>
                  </a:lnTo>
                  <a:cubicBezTo>
                    <a:pt x="18630" y="281"/>
                    <a:pt x="18331" y="0"/>
                    <a:pt x="180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4625;p75">
              <a:extLst>
                <a:ext uri="{FF2B5EF4-FFF2-40B4-BE49-F238E27FC236}">
                  <a16:creationId xmlns:a16="http://schemas.microsoft.com/office/drawing/2014/main" id="{6A67EE3B-1B7F-49FB-6699-5A91D8123912}"/>
                </a:ext>
              </a:extLst>
            </p:cNvPr>
            <p:cNvSpPr/>
            <p:nvPr/>
          </p:nvSpPr>
          <p:spPr>
            <a:xfrm>
              <a:off x="3703175" y="2881450"/>
              <a:ext cx="465750" cy="425275"/>
            </a:xfrm>
            <a:custGeom>
              <a:avLst/>
              <a:gdLst/>
              <a:ahLst/>
              <a:cxnLst/>
              <a:rect l="l" t="t" r="r" b="b"/>
              <a:pathLst>
                <a:path w="18630" h="17011" extrusionOk="0">
                  <a:moveTo>
                    <a:pt x="18002" y="0"/>
                  </a:moveTo>
                  <a:cubicBezTo>
                    <a:pt x="17968" y="0"/>
                    <a:pt x="17933" y="3"/>
                    <a:pt x="17899" y="9"/>
                  </a:cubicBezTo>
                  <a:cubicBezTo>
                    <a:pt x="10961" y="877"/>
                    <a:pt x="4656" y="4513"/>
                    <a:pt x="420" y="10117"/>
                  </a:cubicBezTo>
                  <a:cubicBezTo>
                    <a:pt x="186" y="10484"/>
                    <a:pt x="19" y="10917"/>
                    <a:pt x="19" y="11384"/>
                  </a:cubicBezTo>
                  <a:lnTo>
                    <a:pt x="19" y="16688"/>
                  </a:lnTo>
                  <a:cubicBezTo>
                    <a:pt x="0" y="16899"/>
                    <a:pt x="58" y="17010"/>
                    <a:pt x="155" y="17010"/>
                  </a:cubicBezTo>
                  <a:cubicBezTo>
                    <a:pt x="227" y="17010"/>
                    <a:pt x="320" y="16949"/>
                    <a:pt x="420" y="16821"/>
                  </a:cubicBezTo>
                  <a:cubicBezTo>
                    <a:pt x="4623" y="11217"/>
                    <a:pt x="10927" y="7581"/>
                    <a:pt x="17899" y="6748"/>
                  </a:cubicBezTo>
                  <a:cubicBezTo>
                    <a:pt x="18299" y="6681"/>
                    <a:pt x="18599" y="6347"/>
                    <a:pt x="18599" y="5914"/>
                  </a:cubicBezTo>
                  <a:lnTo>
                    <a:pt x="18599" y="643"/>
                  </a:lnTo>
                  <a:cubicBezTo>
                    <a:pt x="18630" y="281"/>
                    <a:pt x="18331" y="0"/>
                    <a:pt x="180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4626;p75">
              <a:extLst>
                <a:ext uri="{FF2B5EF4-FFF2-40B4-BE49-F238E27FC236}">
                  <a16:creationId xmlns:a16="http://schemas.microsoft.com/office/drawing/2014/main" id="{4DEDFFE2-DDAA-7FDE-9E2D-2615877F2874}"/>
                </a:ext>
              </a:extLst>
            </p:cNvPr>
            <p:cNvSpPr/>
            <p:nvPr/>
          </p:nvSpPr>
          <p:spPr>
            <a:xfrm>
              <a:off x="4459200" y="4344375"/>
              <a:ext cx="359375" cy="281300"/>
            </a:xfrm>
            <a:custGeom>
              <a:avLst/>
              <a:gdLst/>
              <a:ahLst/>
              <a:cxnLst/>
              <a:rect l="l" t="t" r="r" b="b"/>
              <a:pathLst>
                <a:path w="14375" h="11252" extrusionOk="0">
                  <a:moveTo>
                    <a:pt x="600" y="1"/>
                  </a:moveTo>
                  <a:cubicBezTo>
                    <a:pt x="200" y="1"/>
                    <a:pt x="200" y="468"/>
                    <a:pt x="167" y="1502"/>
                  </a:cubicBezTo>
                  <a:cubicBezTo>
                    <a:pt x="0" y="2603"/>
                    <a:pt x="67" y="3704"/>
                    <a:pt x="400" y="4738"/>
                  </a:cubicBezTo>
                  <a:cubicBezTo>
                    <a:pt x="1468" y="6405"/>
                    <a:pt x="2702" y="6339"/>
                    <a:pt x="4003" y="8007"/>
                  </a:cubicBezTo>
                  <a:cubicBezTo>
                    <a:pt x="5037" y="9374"/>
                    <a:pt x="6538" y="11076"/>
                    <a:pt x="9407" y="11242"/>
                  </a:cubicBezTo>
                  <a:cubicBezTo>
                    <a:pt x="9540" y="11249"/>
                    <a:pt x="9670" y="11252"/>
                    <a:pt x="9797" y="11252"/>
                  </a:cubicBezTo>
                  <a:cubicBezTo>
                    <a:pt x="13080" y="11252"/>
                    <a:pt x="14374" y="9243"/>
                    <a:pt x="13443" y="8440"/>
                  </a:cubicBezTo>
                  <a:cubicBezTo>
                    <a:pt x="12409" y="7540"/>
                    <a:pt x="9874" y="6405"/>
                    <a:pt x="6872" y="2903"/>
                  </a:cubicBezTo>
                  <a:cubicBezTo>
                    <a:pt x="5404" y="1135"/>
                    <a:pt x="600" y="1"/>
                    <a:pt x="6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4627;p75">
              <a:extLst>
                <a:ext uri="{FF2B5EF4-FFF2-40B4-BE49-F238E27FC236}">
                  <a16:creationId xmlns:a16="http://schemas.microsoft.com/office/drawing/2014/main" id="{A1864BAD-1261-6F5C-EBD0-C768EA37D0B6}"/>
                </a:ext>
              </a:extLst>
            </p:cNvPr>
            <p:cNvSpPr/>
            <p:nvPr/>
          </p:nvSpPr>
          <p:spPr>
            <a:xfrm>
              <a:off x="4418325" y="4165925"/>
              <a:ext cx="334425" cy="384800"/>
            </a:xfrm>
            <a:custGeom>
              <a:avLst/>
              <a:gdLst/>
              <a:ahLst/>
              <a:cxnLst/>
              <a:rect l="l" t="t" r="r" b="b"/>
              <a:pathLst>
                <a:path w="13377" h="15392" extrusionOk="0">
                  <a:moveTo>
                    <a:pt x="5471" y="0"/>
                  </a:moveTo>
                  <a:lnTo>
                    <a:pt x="1" y="301"/>
                  </a:lnTo>
                  <a:cubicBezTo>
                    <a:pt x="267" y="734"/>
                    <a:pt x="1802" y="5037"/>
                    <a:pt x="2035" y="5738"/>
                  </a:cubicBezTo>
                  <a:cubicBezTo>
                    <a:pt x="2235" y="6305"/>
                    <a:pt x="2302" y="6872"/>
                    <a:pt x="2235" y="7406"/>
                  </a:cubicBezTo>
                  <a:cubicBezTo>
                    <a:pt x="2202" y="7839"/>
                    <a:pt x="2269" y="8273"/>
                    <a:pt x="2469" y="8673"/>
                  </a:cubicBezTo>
                  <a:cubicBezTo>
                    <a:pt x="2836" y="9274"/>
                    <a:pt x="3270" y="9807"/>
                    <a:pt x="3770" y="10241"/>
                  </a:cubicBezTo>
                  <a:cubicBezTo>
                    <a:pt x="5338" y="11776"/>
                    <a:pt x="6072" y="12776"/>
                    <a:pt x="7873" y="14077"/>
                  </a:cubicBezTo>
                  <a:cubicBezTo>
                    <a:pt x="9129" y="14959"/>
                    <a:pt x="10277" y="15391"/>
                    <a:pt x="11422" y="15391"/>
                  </a:cubicBezTo>
                  <a:cubicBezTo>
                    <a:pt x="11706" y="15391"/>
                    <a:pt x="11991" y="15365"/>
                    <a:pt x="12276" y="15311"/>
                  </a:cubicBezTo>
                  <a:cubicBezTo>
                    <a:pt x="12876" y="15178"/>
                    <a:pt x="13377" y="14811"/>
                    <a:pt x="12743" y="14211"/>
                  </a:cubicBezTo>
                  <a:cubicBezTo>
                    <a:pt x="12443" y="13944"/>
                    <a:pt x="11742" y="13277"/>
                    <a:pt x="11409" y="12910"/>
                  </a:cubicBezTo>
                  <a:cubicBezTo>
                    <a:pt x="9874" y="11242"/>
                    <a:pt x="8273" y="9407"/>
                    <a:pt x="7272" y="7639"/>
                  </a:cubicBezTo>
                  <a:cubicBezTo>
                    <a:pt x="6205" y="5771"/>
                    <a:pt x="5471" y="0"/>
                    <a:pt x="5471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4628;p75">
              <a:extLst>
                <a:ext uri="{FF2B5EF4-FFF2-40B4-BE49-F238E27FC236}">
                  <a16:creationId xmlns:a16="http://schemas.microsoft.com/office/drawing/2014/main" id="{04A1CC6C-42CD-5427-5341-588A7BCB1D53}"/>
                </a:ext>
              </a:extLst>
            </p:cNvPr>
            <p:cNvSpPr/>
            <p:nvPr/>
          </p:nvSpPr>
          <p:spPr>
            <a:xfrm>
              <a:off x="4675175" y="4212625"/>
              <a:ext cx="359250" cy="281400"/>
            </a:xfrm>
            <a:custGeom>
              <a:avLst/>
              <a:gdLst/>
              <a:ahLst/>
              <a:cxnLst/>
              <a:rect l="l" t="t" r="r" b="b"/>
              <a:pathLst>
                <a:path w="14370" h="11256" extrusionOk="0">
                  <a:moveTo>
                    <a:pt x="601" y="0"/>
                  </a:moveTo>
                  <a:cubicBezTo>
                    <a:pt x="201" y="0"/>
                    <a:pt x="201" y="501"/>
                    <a:pt x="167" y="1535"/>
                  </a:cubicBezTo>
                  <a:cubicBezTo>
                    <a:pt x="1" y="2602"/>
                    <a:pt x="67" y="3736"/>
                    <a:pt x="401" y="4771"/>
                  </a:cubicBezTo>
                  <a:cubicBezTo>
                    <a:pt x="1468" y="6438"/>
                    <a:pt x="2702" y="6338"/>
                    <a:pt x="4003" y="8040"/>
                  </a:cubicBezTo>
                  <a:cubicBezTo>
                    <a:pt x="5037" y="9374"/>
                    <a:pt x="6539" y="11108"/>
                    <a:pt x="9407" y="11242"/>
                  </a:cubicBezTo>
                  <a:cubicBezTo>
                    <a:pt x="9566" y="11251"/>
                    <a:pt x="9720" y="11255"/>
                    <a:pt x="9870" y="11255"/>
                  </a:cubicBezTo>
                  <a:cubicBezTo>
                    <a:pt x="13099" y="11255"/>
                    <a:pt x="14369" y="9270"/>
                    <a:pt x="13477" y="8473"/>
                  </a:cubicBezTo>
                  <a:cubicBezTo>
                    <a:pt x="12409" y="7573"/>
                    <a:pt x="9874" y="6438"/>
                    <a:pt x="6872" y="2903"/>
                  </a:cubicBezTo>
                  <a:cubicBezTo>
                    <a:pt x="5404" y="1168"/>
                    <a:pt x="601" y="0"/>
                    <a:pt x="6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4629;p75">
              <a:extLst>
                <a:ext uri="{FF2B5EF4-FFF2-40B4-BE49-F238E27FC236}">
                  <a16:creationId xmlns:a16="http://schemas.microsoft.com/office/drawing/2014/main" id="{90E5268A-3D48-61BF-7E0E-26D471855BC5}"/>
                </a:ext>
              </a:extLst>
            </p:cNvPr>
            <p:cNvSpPr/>
            <p:nvPr/>
          </p:nvSpPr>
          <p:spPr>
            <a:xfrm>
              <a:off x="4637650" y="4003300"/>
              <a:ext cx="331100" cy="416075"/>
            </a:xfrm>
            <a:custGeom>
              <a:avLst/>
              <a:gdLst/>
              <a:ahLst/>
              <a:cxnLst/>
              <a:rect l="l" t="t" r="r" b="b"/>
              <a:pathLst>
                <a:path w="13244" h="16643" extrusionOk="0">
                  <a:moveTo>
                    <a:pt x="5271" y="1"/>
                  </a:moveTo>
                  <a:lnTo>
                    <a:pt x="0" y="1368"/>
                  </a:lnTo>
                  <a:cubicBezTo>
                    <a:pt x="401" y="2469"/>
                    <a:pt x="1868" y="6772"/>
                    <a:pt x="1969" y="7239"/>
                  </a:cubicBezTo>
                  <a:cubicBezTo>
                    <a:pt x="2102" y="7706"/>
                    <a:pt x="2135" y="8173"/>
                    <a:pt x="2102" y="8674"/>
                  </a:cubicBezTo>
                  <a:cubicBezTo>
                    <a:pt x="2069" y="9074"/>
                    <a:pt x="2135" y="9508"/>
                    <a:pt x="2335" y="9908"/>
                  </a:cubicBezTo>
                  <a:cubicBezTo>
                    <a:pt x="2702" y="10508"/>
                    <a:pt x="3136" y="11042"/>
                    <a:pt x="3636" y="11509"/>
                  </a:cubicBezTo>
                  <a:cubicBezTo>
                    <a:pt x="5204" y="13010"/>
                    <a:pt x="5938" y="14011"/>
                    <a:pt x="7739" y="15312"/>
                  </a:cubicBezTo>
                  <a:cubicBezTo>
                    <a:pt x="8973" y="16204"/>
                    <a:pt x="10103" y="16642"/>
                    <a:pt x="11228" y="16642"/>
                  </a:cubicBezTo>
                  <a:cubicBezTo>
                    <a:pt x="11532" y="16642"/>
                    <a:pt x="11837" y="16610"/>
                    <a:pt x="12142" y="16546"/>
                  </a:cubicBezTo>
                  <a:cubicBezTo>
                    <a:pt x="12743" y="16446"/>
                    <a:pt x="13243" y="16079"/>
                    <a:pt x="12609" y="15479"/>
                  </a:cubicBezTo>
                  <a:cubicBezTo>
                    <a:pt x="12309" y="15212"/>
                    <a:pt x="11609" y="14511"/>
                    <a:pt x="11275" y="14178"/>
                  </a:cubicBezTo>
                  <a:cubicBezTo>
                    <a:pt x="9774" y="12510"/>
                    <a:pt x="8140" y="10642"/>
                    <a:pt x="7139" y="8907"/>
                  </a:cubicBezTo>
                  <a:cubicBezTo>
                    <a:pt x="6071" y="7039"/>
                    <a:pt x="5271" y="1"/>
                    <a:pt x="5271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4630;p75">
              <a:extLst>
                <a:ext uri="{FF2B5EF4-FFF2-40B4-BE49-F238E27FC236}">
                  <a16:creationId xmlns:a16="http://schemas.microsoft.com/office/drawing/2014/main" id="{115523EA-E90F-B07C-B897-26B3B8F6A8BE}"/>
                </a:ext>
              </a:extLst>
            </p:cNvPr>
            <p:cNvSpPr/>
            <p:nvPr/>
          </p:nvSpPr>
          <p:spPr>
            <a:xfrm>
              <a:off x="3845500" y="3276950"/>
              <a:ext cx="719625" cy="969900"/>
            </a:xfrm>
            <a:custGeom>
              <a:avLst/>
              <a:gdLst/>
              <a:ahLst/>
              <a:cxnLst/>
              <a:rect l="l" t="t" r="r" b="b"/>
              <a:pathLst>
                <a:path w="28785" h="38796" extrusionOk="0">
                  <a:moveTo>
                    <a:pt x="18177" y="1"/>
                  </a:moveTo>
                  <a:lnTo>
                    <a:pt x="1298" y="1068"/>
                  </a:lnTo>
                  <a:cubicBezTo>
                    <a:pt x="1298" y="1068"/>
                    <a:pt x="1298" y="1068"/>
                    <a:pt x="1298" y="1068"/>
                  </a:cubicBezTo>
                  <a:cubicBezTo>
                    <a:pt x="1289" y="1068"/>
                    <a:pt x="0" y="5915"/>
                    <a:pt x="864" y="9007"/>
                  </a:cubicBezTo>
                  <a:cubicBezTo>
                    <a:pt x="1732" y="12109"/>
                    <a:pt x="3433" y="14077"/>
                    <a:pt x="8770" y="16679"/>
                  </a:cubicBezTo>
                  <a:cubicBezTo>
                    <a:pt x="12406" y="18447"/>
                    <a:pt x="17043" y="20649"/>
                    <a:pt x="18110" y="21082"/>
                  </a:cubicBezTo>
                  <a:cubicBezTo>
                    <a:pt x="19077" y="21683"/>
                    <a:pt x="18877" y="22283"/>
                    <a:pt x="19044" y="24285"/>
                  </a:cubicBezTo>
                  <a:cubicBezTo>
                    <a:pt x="19244" y="26720"/>
                    <a:pt x="19578" y="27120"/>
                    <a:pt x="21146" y="31457"/>
                  </a:cubicBezTo>
                  <a:cubicBezTo>
                    <a:pt x="22813" y="36060"/>
                    <a:pt x="23881" y="38762"/>
                    <a:pt x="23881" y="38762"/>
                  </a:cubicBezTo>
                  <a:cubicBezTo>
                    <a:pt x="23881" y="38762"/>
                    <a:pt x="24141" y="38795"/>
                    <a:pt x="24561" y="38795"/>
                  </a:cubicBezTo>
                  <a:cubicBezTo>
                    <a:pt x="25534" y="38795"/>
                    <a:pt x="27363" y="38616"/>
                    <a:pt x="28784" y="37427"/>
                  </a:cubicBezTo>
                  <a:cubicBezTo>
                    <a:pt x="28784" y="37427"/>
                    <a:pt x="26816" y="19782"/>
                    <a:pt x="25882" y="17213"/>
                  </a:cubicBezTo>
                  <a:cubicBezTo>
                    <a:pt x="24948" y="14645"/>
                    <a:pt x="16509" y="7106"/>
                    <a:pt x="16509" y="7106"/>
                  </a:cubicBezTo>
                  <a:cubicBezTo>
                    <a:pt x="16509" y="7106"/>
                    <a:pt x="17476" y="3003"/>
                    <a:pt x="1817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4631;p75">
              <a:extLst>
                <a:ext uri="{FF2B5EF4-FFF2-40B4-BE49-F238E27FC236}">
                  <a16:creationId xmlns:a16="http://schemas.microsoft.com/office/drawing/2014/main" id="{C5205305-506B-B21F-EB27-AAA32C002AC8}"/>
                </a:ext>
              </a:extLst>
            </p:cNvPr>
            <p:cNvSpPr/>
            <p:nvPr/>
          </p:nvSpPr>
          <p:spPr>
            <a:xfrm>
              <a:off x="4108950" y="3155200"/>
              <a:ext cx="679675" cy="984425"/>
            </a:xfrm>
            <a:custGeom>
              <a:avLst/>
              <a:gdLst/>
              <a:ahLst/>
              <a:cxnLst/>
              <a:rect l="l" t="t" r="r" b="b"/>
              <a:pathLst>
                <a:path w="27187" h="39377" extrusionOk="0">
                  <a:moveTo>
                    <a:pt x="701" y="1"/>
                  </a:moveTo>
                  <a:cubicBezTo>
                    <a:pt x="167" y="3003"/>
                    <a:pt x="0" y="4704"/>
                    <a:pt x="1034" y="7739"/>
                  </a:cubicBezTo>
                  <a:cubicBezTo>
                    <a:pt x="2102" y="10775"/>
                    <a:pt x="4570" y="15612"/>
                    <a:pt x="8806" y="17980"/>
                  </a:cubicBezTo>
                  <a:cubicBezTo>
                    <a:pt x="12309" y="19948"/>
                    <a:pt x="16178" y="21116"/>
                    <a:pt x="17212" y="21583"/>
                  </a:cubicBezTo>
                  <a:cubicBezTo>
                    <a:pt x="17980" y="22050"/>
                    <a:pt x="17613" y="23551"/>
                    <a:pt x="18213" y="26686"/>
                  </a:cubicBezTo>
                  <a:cubicBezTo>
                    <a:pt x="18580" y="28654"/>
                    <a:pt x="19547" y="31423"/>
                    <a:pt x="20515" y="34158"/>
                  </a:cubicBezTo>
                  <a:cubicBezTo>
                    <a:pt x="21482" y="36894"/>
                    <a:pt x="22283" y="39262"/>
                    <a:pt x="22283" y="39262"/>
                  </a:cubicBezTo>
                  <a:cubicBezTo>
                    <a:pt x="22493" y="39340"/>
                    <a:pt x="22830" y="39376"/>
                    <a:pt x="23233" y="39376"/>
                  </a:cubicBezTo>
                  <a:cubicBezTo>
                    <a:pt x="24551" y="39376"/>
                    <a:pt x="26573" y="38990"/>
                    <a:pt x="27186" y="38428"/>
                  </a:cubicBezTo>
                  <a:cubicBezTo>
                    <a:pt x="27186" y="38428"/>
                    <a:pt x="25685" y="20115"/>
                    <a:pt x="24518" y="17179"/>
                  </a:cubicBezTo>
                  <a:cubicBezTo>
                    <a:pt x="23350" y="14211"/>
                    <a:pt x="18313" y="11442"/>
                    <a:pt x="15444" y="9774"/>
                  </a:cubicBezTo>
                  <a:cubicBezTo>
                    <a:pt x="12542" y="8140"/>
                    <a:pt x="10941" y="7106"/>
                    <a:pt x="7672" y="4871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4632;p75">
              <a:extLst>
                <a:ext uri="{FF2B5EF4-FFF2-40B4-BE49-F238E27FC236}">
                  <a16:creationId xmlns:a16="http://schemas.microsoft.com/office/drawing/2014/main" id="{85C7EB5A-9925-E669-E009-9AD89177B404}"/>
                </a:ext>
              </a:extLst>
            </p:cNvPr>
            <p:cNvSpPr/>
            <p:nvPr/>
          </p:nvSpPr>
          <p:spPr>
            <a:xfrm>
              <a:off x="4258200" y="3387875"/>
              <a:ext cx="53400" cy="80075"/>
            </a:xfrm>
            <a:custGeom>
              <a:avLst/>
              <a:gdLst/>
              <a:ahLst/>
              <a:cxnLst/>
              <a:rect l="l" t="t" r="r" b="b"/>
              <a:pathLst>
                <a:path w="2136" h="3203" extrusionOk="0">
                  <a:moveTo>
                    <a:pt x="2136" y="0"/>
                  </a:moveTo>
                  <a:cubicBezTo>
                    <a:pt x="1469" y="934"/>
                    <a:pt x="768" y="1835"/>
                    <a:pt x="1" y="2669"/>
                  </a:cubicBezTo>
                  <a:lnTo>
                    <a:pt x="601" y="3202"/>
                  </a:lnTo>
                  <a:cubicBezTo>
                    <a:pt x="1335" y="2235"/>
                    <a:pt x="1836" y="1168"/>
                    <a:pt x="2136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4633;p75">
              <a:extLst>
                <a:ext uri="{FF2B5EF4-FFF2-40B4-BE49-F238E27FC236}">
                  <a16:creationId xmlns:a16="http://schemas.microsoft.com/office/drawing/2014/main" id="{E44D5EA9-1485-5A35-4265-009B3E61C100}"/>
                </a:ext>
              </a:extLst>
            </p:cNvPr>
            <p:cNvSpPr/>
            <p:nvPr/>
          </p:nvSpPr>
          <p:spPr>
            <a:xfrm>
              <a:off x="4214850" y="2732175"/>
              <a:ext cx="396975" cy="569000"/>
            </a:xfrm>
            <a:custGeom>
              <a:avLst/>
              <a:gdLst/>
              <a:ahLst/>
              <a:cxnLst/>
              <a:rect l="l" t="t" r="r" b="b"/>
              <a:pathLst>
                <a:path w="15879" h="22760" extrusionOk="0">
                  <a:moveTo>
                    <a:pt x="320" y="1"/>
                  </a:moveTo>
                  <a:cubicBezTo>
                    <a:pt x="213" y="1"/>
                    <a:pt x="106" y="4"/>
                    <a:pt x="0" y="9"/>
                  </a:cubicBezTo>
                  <a:cubicBezTo>
                    <a:pt x="0" y="9"/>
                    <a:pt x="167" y="8382"/>
                    <a:pt x="2069" y="14520"/>
                  </a:cubicBezTo>
                  <a:cubicBezTo>
                    <a:pt x="3403" y="18823"/>
                    <a:pt x="3369" y="19156"/>
                    <a:pt x="4604" y="19757"/>
                  </a:cubicBezTo>
                  <a:cubicBezTo>
                    <a:pt x="5805" y="20357"/>
                    <a:pt x="12776" y="22759"/>
                    <a:pt x="12776" y="22759"/>
                  </a:cubicBezTo>
                  <a:lnTo>
                    <a:pt x="15878" y="20257"/>
                  </a:lnTo>
                  <a:cubicBezTo>
                    <a:pt x="13010" y="18823"/>
                    <a:pt x="7873" y="15621"/>
                    <a:pt x="7873" y="15621"/>
                  </a:cubicBezTo>
                  <a:cubicBezTo>
                    <a:pt x="7873" y="15621"/>
                    <a:pt x="5237" y="4846"/>
                    <a:pt x="4537" y="2745"/>
                  </a:cubicBezTo>
                  <a:cubicBezTo>
                    <a:pt x="3846" y="767"/>
                    <a:pt x="2033" y="1"/>
                    <a:pt x="320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4634;p75">
              <a:extLst>
                <a:ext uri="{FF2B5EF4-FFF2-40B4-BE49-F238E27FC236}">
                  <a16:creationId xmlns:a16="http://schemas.microsoft.com/office/drawing/2014/main" id="{4FE25985-31D5-262A-7242-D3446EB12634}"/>
                </a:ext>
              </a:extLst>
            </p:cNvPr>
            <p:cNvSpPr/>
            <p:nvPr/>
          </p:nvSpPr>
          <p:spPr>
            <a:xfrm>
              <a:off x="3870425" y="2729575"/>
              <a:ext cx="474550" cy="661050"/>
            </a:xfrm>
            <a:custGeom>
              <a:avLst/>
              <a:gdLst/>
              <a:ahLst/>
              <a:cxnLst/>
              <a:rect l="l" t="t" r="r" b="b"/>
              <a:pathLst>
                <a:path w="18982" h="26442" extrusionOk="0">
                  <a:moveTo>
                    <a:pt x="12084" y="1"/>
                  </a:moveTo>
                  <a:cubicBezTo>
                    <a:pt x="11893" y="1"/>
                    <a:pt x="11701" y="5"/>
                    <a:pt x="11509" y="13"/>
                  </a:cubicBezTo>
                  <a:cubicBezTo>
                    <a:pt x="11509" y="13"/>
                    <a:pt x="8440" y="247"/>
                    <a:pt x="6305" y="380"/>
                  </a:cubicBezTo>
                  <a:cubicBezTo>
                    <a:pt x="5105" y="447"/>
                    <a:pt x="3937" y="614"/>
                    <a:pt x="2770" y="914"/>
                  </a:cubicBezTo>
                  <a:cubicBezTo>
                    <a:pt x="2770" y="914"/>
                    <a:pt x="4871" y="3416"/>
                    <a:pt x="3503" y="7819"/>
                  </a:cubicBezTo>
                  <a:cubicBezTo>
                    <a:pt x="2569" y="10955"/>
                    <a:pt x="1802" y="11088"/>
                    <a:pt x="1" y="11688"/>
                  </a:cubicBezTo>
                  <a:cubicBezTo>
                    <a:pt x="1235" y="17026"/>
                    <a:pt x="168" y="23097"/>
                    <a:pt x="168" y="23097"/>
                  </a:cubicBezTo>
                  <a:cubicBezTo>
                    <a:pt x="168" y="23097"/>
                    <a:pt x="2861" y="26442"/>
                    <a:pt x="9005" y="26442"/>
                  </a:cubicBezTo>
                  <a:cubicBezTo>
                    <a:pt x="9526" y="26442"/>
                    <a:pt x="10071" y="26418"/>
                    <a:pt x="10642" y="26366"/>
                  </a:cubicBezTo>
                  <a:cubicBezTo>
                    <a:pt x="17080" y="25798"/>
                    <a:pt x="17213" y="21896"/>
                    <a:pt x="17213" y="21896"/>
                  </a:cubicBezTo>
                  <a:lnTo>
                    <a:pt x="15545" y="19060"/>
                  </a:lnTo>
                  <a:lnTo>
                    <a:pt x="16046" y="12656"/>
                  </a:lnTo>
                  <a:cubicBezTo>
                    <a:pt x="16046" y="12656"/>
                    <a:pt x="18981" y="10988"/>
                    <a:pt x="17980" y="7219"/>
                  </a:cubicBezTo>
                  <a:cubicBezTo>
                    <a:pt x="17080" y="3849"/>
                    <a:pt x="13777" y="113"/>
                    <a:pt x="13777" y="113"/>
                  </a:cubicBezTo>
                  <a:cubicBezTo>
                    <a:pt x="13227" y="38"/>
                    <a:pt x="12658" y="1"/>
                    <a:pt x="1208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4635;p75">
              <a:extLst>
                <a:ext uri="{FF2B5EF4-FFF2-40B4-BE49-F238E27FC236}">
                  <a16:creationId xmlns:a16="http://schemas.microsoft.com/office/drawing/2014/main" id="{B7E29F84-AF54-6A13-95E7-B299A1A7A334}"/>
                </a:ext>
              </a:extLst>
            </p:cNvPr>
            <p:cNvSpPr/>
            <p:nvPr/>
          </p:nvSpPr>
          <p:spPr>
            <a:xfrm>
              <a:off x="3873775" y="2240150"/>
              <a:ext cx="474550" cy="439725"/>
            </a:xfrm>
            <a:custGeom>
              <a:avLst/>
              <a:gdLst/>
              <a:ahLst/>
              <a:cxnLst/>
              <a:rect l="l" t="t" r="r" b="b"/>
              <a:pathLst>
                <a:path w="18982" h="17589" extrusionOk="0">
                  <a:moveTo>
                    <a:pt x="14506" y="0"/>
                  </a:moveTo>
                  <a:cubicBezTo>
                    <a:pt x="14384" y="0"/>
                    <a:pt x="14263" y="4"/>
                    <a:pt x="14144" y="10"/>
                  </a:cubicBezTo>
                  <a:cubicBezTo>
                    <a:pt x="12943" y="43"/>
                    <a:pt x="11775" y="76"/>
                    <a:pt x="10541" y="110"/>
                  </a:cubicBezTo>
                  <a:cubicBezTo>
                    <a:pt x="9607" y="110"/>
                    <a:pt x="8640" y="210"/>
                    <a:pt x="7672" y="410"/>
                  </a:cubicBezTo>
                  <a:cubicBezTo>
                    <a:pt x="6038" y="710"/>
                    <a:pt x="4504" y="1411"/>
                    <a:pt x="3236" y="2478"/>
                  </a:cubicBezTo>
                  <a:cubicBezTo>
                    <a:pt x="1168" y="4213"/>
                    <a:pt x="0" y="6881"/>
                    <a:pt x="501" y="9583"/>
                  </a:cubicBezTo>
                  <a:cubicBezTo>
                    <a:pt x="1268" y="13553"/>
                    <a:pt x="3436" y="15120"/>
                    <a:pt x="5504" y="17589"/>
                  </a:cubicBezTo>
                  <a:lnTo>
                    <a:pt x="8573" y="17089"/>
                  </a:lnTo>
                  <a:cubicBezTo>
                    <a:pt x="9174" y="16955"/>
                    <a:pt x="9774" y="16855"/>
                    <a:pt x="10374" y="16788"/>
                  </a:cubicBezTo>
                  <a:cubicBezTo>
                    <a:pt x="11242" y="16755"/>
                    <a:pt x="12042" y="16388"/>
                    <a:pt x="12643" y="15821"/>
                  </a:cubicBezTo>
                  <a:cubicBezTo>
                    <a:pt x="13543" y="15054"/>
                    <a:pt x="14144" y="14020"/>
                    <a:pt x="14411" y="12886"/>
                  </a:cubicBezTo>
                  <a:cubicBezTo>
                    <a:pt x="14511" y="12318"/>
                    <a:pt x="14544" y="11685"/>
                    <a:pt x="14878" y="11218"/>
                  </a:cubicBezTo>
                  <a:cubicBezTo>
                    <a:pt x="15245" y="10884"/>
                    <a:pt x="15645" y="10584"/>
                    <a:pt x="16078" y="10384"/>
                  </a:cubicBezTo>
                  <a:cubicBezTo>
                    <a:pt x="17213" y="9583"/>
                    <a:pt x="17680" y="8115"/>
                    <a:pt x="17246" y="6781"/>
                  </a:cubicBezTo>
                  <a:cubicBezTo>
                    <a:pt x="18981" y="5930"/>
                    <a:pt x="18338" y="3343"/>
                    <a:pt x="16421" y="3343"/>
                  </a:cubicBezTo>
                  <a:cubicBezTo>
                    <a:pt x="16385" y="3343"/>
                    <a:pt x="16349" y="3344"/>
                    <a:pt x="16312" y="3345"/>
                  </a:cubicBezTo>
                  <a:cubicBezTo>
                    <a:pt x="16512" y="2878"/>
                    <a:pt x="16646" y="2378"/>
                    <a:pt x="16679" y="1878"/>
                  </a:cubicBezTo>
                  <a:cubicBezTo>
                    <a:pt x="16679" y="1344"/>
                    <a:pt x="16479" y="844"/>
                    <a:pt x="16145" y="477"/>
                  </a:cubicBezTo>
                  <a:cubicBezTo>
                    <a:pt x="15702" y="89"/>
                    <a:pt x="15099" y="0"/>
                    <a:pt x="145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4636;p75">
              <a:extLst>
                <a:ext uri="{FF2B5EF4-FFF2-40B4-BE49-F238E27FC236}">
                  <a16:creationId xmlns:a16="http://schemas.microsoft.com/office/drawing/2014/main" id="{2E095D96-E76F-29F3-40AA-CFF30799D616}"/>
                </a:ext>
              </a:extLst>
            </p:cNvPr>
            <p:cNvSpPr/>
            <p:nvPr/>
          </p:nvSpPr>
          <p:spPr>
            <a:xfrm>
              <a:off x="3934650" y="2367975"/>
              <a:ext cx="356100" cy="489025"/>
            </a:xfrm>
            <a:custGeom>
              <a:avLst/>
              <a:gdLst/>
              <a:ahLst/>
              <a:cxnLst/>
              <a:rect l="l" t="t" r="r" b="b"/>
              <a:pathLst>
                <a:path w="14244" h="19561" extrusionOk="0">
                  <a:moveTo>
                    <a:pt x="12176" y="0"/>
                  </a:moveTo>
                  <a:cubicBezTo>
                    <a:pt x="11275" y="2102"/>
                    <a:pt x="8607" y="2335"/>
                    <a:pt x="6338" y="3136"/>
                  </a:cubicBezTo>
                  <a:cubicBezTo>
                    <a:pt x="3269" y="4203"/>
                    <a:pt x="3369" y="6372"/>
                    <a:pt x="3369" y="6372"/>
                  </a:cubicBezTo>
                  <a:cubicBezTo>
                    <a:pt x="3161" y="5593"/>
                    <a:pt x="2628" y="5247"/>
                    <a:pt x="2059" y="5247"/>
                  </a:cubicBezTo>
                  <a:cubicBezTo>
                    <a:pt x="1629" y="5247"/>
                    <a:pt x="1179" y="5445"/>
                    <a:pt x="834" y="5804"/>
                  </a:cubicBezTo>
                  <a:cubicBezTo>
                    <a:pt x="0" y="6638"/>
                    <a:pt x="434" y="8406"/>
                    <a:pt x="1468" y="9073"/>
                  </a:cubicBezTo>
                  <a:cubicBezTo>
                    <a:pt x="1791" y="9285"/>
                    <a:pt x="2076" y="9355"/>
                    <a:pt x="2313" y="9355"/>
                  </a:cubicBezTo>
                  <a:cubicBezTo>
                    <a:pt x="2788" y="9355"/>
                    <a:pt x="3069" y="9073"/>
                    <a:pt x="3069" y="9073"/>
                  </a:cubicBezTo>
                  <a:lnTo>
                    <a:pt x="3069" y="15078"/>
                  </a:lnTo>
                  <a:cubicBezTo>
                    <a:pt x="3770" y="16245"/>
                    <a:pt x="4704" y="17246"/>
                    <a:pt x="5805" y="18047"/>
                  </a:cubicBezTo>
                  <a:cubicBezTo>
                    <a:pt x="6976" y="18827"/>
                    <a:pt x="8369" y="19561"/>
                    <a:pt x="9166" y="19561"/>
                  </a:cubicBezTo>
                  <a:cubicBezTo>
                    <a:pt x="9527" y="19561"/>
                    <a:pt x="9766" y="19411"/>
                    <a:pt x="9807" y="19047"/>
                  </a:cubicBezTo>
                  <a:cubicBezTo>
                    <a:pt x="10108" y="17079"/>
                    <a:pt x="8707" y="14344"/>
                    <a:pt x="8707" y="14344"/>
                  </a:cubicBezTo>
                  <a:lnTo>
                    <a:pt x="8707" y="12609"/>
                  </a:lnTo>
                  <a:cubicBezTo>
                    <a:pt x="9496" y="12731"/>
                    <a:pt x="10285" y="12840"/>
                    <a:pt x="10941" y="12840"/>
                  </a:cubicBezTo>
                  <a:cubicBezTo>
                    <a:pt x="11365" y="12840"/>
                    <a:pt x="11734" y="12794"/>
                    <a:pt x="12009" y="12676"/>
                  </a:cubicBezTo>
                  <a:cubicBezTo>
                    <a:pt x="12709" y="12376"/>
                    <a:pt x="14077" y="11308"/>
                    <a:pt x="14144" y="7072"/>
                  </a:cubicBezTo>
                  <a:cubicBezTo>
                    <a:pt x="14244" y="2068"/>
                    <a:pt x="13143" y="567"/>
                    <a:pt x="12176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4637;p75">
              <a:extLst>
                <a:ext uri="{FF2B5EF4-FFF2-40B4-BE49-F238E27FC236}">
                  <a16:creationId xmlns:a16="http://schemas.microsoft.com/office/drawing/2014/main" id="{0CEA54B0-1BE3-6154-C663-BBC9D98A586B}"/>
                </a:ext>
              </a:extLst>
            </p:cNvPr>
            <p:cNvSpPr/>
            <p:nvPr/>
          </p:nvSpPr>
          <p:spPr>
            <a:xfrm>
              <a:off x="4015750" y="2464525"/>
              <a:ext cx="37350" cy="99450"/>
            </a:xfrm>
            <a:custGeom>
              <a:avLst/>
              <a:gdLst/>
              <a:ahLst/>
              <a:cxnLst/>
              <a:rect l="l" t="t" r="r" b="b"/>
              <a:pathLst>
                <a:path w="1494" h="3978" extrusionOk="0">
                  <a:moveTo>
                    <a:pt x="1360" y="0"/>
                  </a:moveTo>
                  <a:cubicBezTo>
                    <a:pt x="0" y="0"/>
                    <a:pt x="125" y="2476"/>
                    <a:pt x="125" y="2476"/>
                  </a:cubicBezTo>
                  <a:lnTo>
                    <a:pt x="125" y="3977"/>
                  </a:lnTo>
                  <a:cubicBezTo>
                    <a:pt x="559" y="3944"/>
                    <a:pt x="926" y="3577"/>
                    <a:pt x="893" y="3110"/>
                  </a:cubicBezTo>
                  <a:cubicBezTo>
                    <a:pt x="893" y="2176"/>
                    <a:pt x="1160" y="375"/>
                    <a:pt x="1493" y="8"/>
                  </a:cubicBezTo>
                  <a:cubicBezTo>
                    <a:pt x="1447" y="3"/>
                    <a:pt x="1403" y="0"/>
                    <a:pt x="13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4638;p75">
              <a:extLst>
                <a:ext uri="{FF2B5EF4-FFF2-40B4-BE49-F238E27FC236}">
                  <a16:creationId xmlns:a16="http://schemas.microsoft.com/office/drawing/2014/main" id="{BD4B8871-FCFB-EBEE-8C65-B7D22D2ACBC5}"/>
                </a:ext>
              </a:extLst>
            </p:cNvPr>
            <p:cNvSpPr/>
            <p:nvPr/>
          </p:nvSpPr>
          <p:spPr>
            <a:xfrm>
              <a:off x="4128500" y="2505650"/>
              <a:ext cx="31325" cy="30800"/>
            </a:xfrm>
            <a:custGeom>
              <a:avLst/>
              <a:gdLst/>
              <a:ahLst/>
              <a:cxnLst/>
              <a:rect l="l" t="t" r="r" b="b"/>
              <a:pathLst>
                <a:path w="1253" h="1232" extrusionOk="0">
                  <a:moveTo>
                    <a:pt x="639" y="1"/>
                  </a:moveTo>
                  <a:cubicBezTo>
                    <a:pt x="321" y="1"/>
                    <a:pt x="0" y="219"/>
                    <a:pt x="52" y="631"/>
                  </a:cubicBezTo>
                  <a:cubicBezTo>
                    <a:pt x="85" y="965"/>
                    <a:pt x="352" y="1231"/>
                    <a:pt x="686" y="1231"/>
                  </a:cubicBezTo>
                  <a:cubicBezTo>
                    <a:pt x="1019" y="1198"/>
                    <a:pt x="1253" y="898"/>
                    <a:pt x="1219" y="598"/>
                  </a:cubicBezTo>
                  <a:cubicBezTo>
                    <a:pt x="1236" y="193"/>
                    <a:pt x="938" y="1"/>
                    <a:pt x="6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4639;p75">
              <a:extLst>
                <a:ext uri="{FF2B5EF4-FFF2-40B4-BE49-F238E27FC236}">
                  <a16:creationId xmlns:a16="http://schemas.microsoft.com/office/drawing/2014/main" id="{2226E52E-4B86-DF27-C185-9E268D5C6FBD}"/>
                </a:ext>
              </a:extLst>
            </p:cNvPr>
            <p:cNvSpPr/>
            <p:nvPr/>
          </p:nvSpPr>
          <p:spPr>
            <a:xfrm>
              <a:off x="4150625" y="2601475"/>
              <a:ext cx="60075" cy="38925"/>
            </a:xfrm>
            <a:custGeom>
              <a:avLst/>
              <a:gdLst/>
              <a:ahLst/>
              <a:cxnLst/>
              <a:rect l="l" t="t" r="r" b="b"/>
              <a:pathLst>
                <a:path w="2403" h="1557" extrusionOk="0">
                  <a:moveTo>
                    <a:pt x="168" y="0"/>
                  </a:moveTo>
                  <a:lnTo>
                    <a:pt x="168" y="0"/>
                  </a:lnTo>
                  <a:cubicBezTo>
                    <a:pt x="1" y="634"/>
                    <a:pt x="334" y="1268"/>
                    <a:pt x="968" y="1501"/>
                  </a:cubicBezTo>
                  <a:cubicBezTo>
                    <a:pt x="1086" y="1539"/>
                    <a:pt x="1204" y="1556"/>
                    <a:pt x="1318" y="1556"/>
                  </a:cubicBezTo>
                  <a:cubicBezTo>
                    <a:pt x="1821" y="1556"/>
                    <a:pt x="2267" y="1217"/>
                    <a:pt x="2403" y="701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4640;p75">
              <a:extLst>
                <a:ext uri="{FF2B5EF4-FFF2-40B4-BE49-F238E27FC236}">
                  <a16:creationId xmlns:a16="http://schemas.microsoft.com/office/drawing/2014/main" id="{C2CA2054-8D13-DF55-B631-0F9CA6655FE2}"/>
                </a:ext>
              </a:extLst>
            </p:cNvPr>
            <p:cNvSpPr/>
            <p:nvPr/>
          </p:nvSpPr>
          <p:spPr>
            <a:xfrm>
              <a:off x="4153975" y="2613150"/>
              <a:ext cx="32550" cy="27050"/>
            </a:xfrm>
            <a:custGeom>
              <a:avLst/>
              <a:gdLst/>
              <a:ahLst/>
              <a:cxnLst/>
              <a:rect l="l" t="t" r="r" b="b"/>
              <a:pathLst>
                <a:path w="1302" h="1082" extrusionOk="0">
                  <a:moveTo>
                    <a:pt x="367" y="0"/>
                  </a:moveTo>
                  <a:cubicBezTo>
                    <a:pt x="234" y="0"/>
                    <a:pt x="134" y="34"/>
                    <a:pt x="0" y="67"/>
                  </a:cubicBezTo>
                  <a:cubicBezTo>
                    <a:pt x="100" y="534"/>
                    <a:pt x="401" y="901"/>
                    <a:pt x="834" y="1034"/>
                  </a:cubicBezTo>
                  <a:cubicBezTo>
                    <a:pt x="952" y="1058"/>
                    <a:pt x="1070" y="1082"/>
                    <a:pt x="1176" y="1082"/>
                  </a:cubicBezTo>
                  <a:cubicBezTo>
                    <a:pt x="1220" y="1082"/>
                    <a:pt x="1262" y="1078"/>
                    <a:pt x="1301" y="1068"/>
                  </a:cubicBezTo>
                  <a:cubicBezTo>
                    <a:pt x="1301" y="1034"/>
                    <a:pt x="1301" y="968"/>
                    <a:pt x="1301" y="934"/>
                  </a:cubicBezTo>
                  <a:cubicBezTo>
                    <a:pt x="1301" y="401"/>
                    <a:pt x="901" y="0"/>
                    <a:pt x="367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4641;p75">
              <a:extLst>
                <a:ext uri="{FF2B5EF4-FFF2-40B4-BE49-F238E27FC236}">
                  <a16:creationId xmlns:a16="http://schemas.microsoft.com/office/drawing/2014/main" id="{E0B89D7B-54ED-B27B-040E-95613ACD4482}"/>
                </a:ext>
              </a:extLst>
            </p:cNvPr>
            <p:cNvSpPr/>
            <p:nvPr/>
          </p:nvSpPr>
          <p:spPr>
            <a:xfrm>
              <a:off x="4237375" y="2439475"/>
              <a:ext cx="35100" cy="19425"/>
            </a:xfrm>
            <a:custGeom>
              <a:avLst/>
              <a:gdLst/>
              <a:ahLst/>
              <a:cxnLst/>
              <a:rect l="l" t="t" r="r" b="b"/>
              <a:pathLst>
                <a:path w="1404" h="777" extrusionOk="0">
                  <a:moveTo>
                    <a:pt x="664" y="0"/>
                  </a:moveTo>
                  <a:cubicBezTo>
                    <a:pt x="352" y="0"/>
                    <a:pt x="46" y="196"/>
                    <a:pt x="0" y="609"/>
                  </a:cubicBezTo>
                  <a:lnTo>
                    <a:pt x="1368" y="776"/>
                  </a:lnTo>
                  <a:cubicBezTo>
                    <a:pt x="1404" y="271"/>
                    <a:pt x="1030" y="0"/>
                    <a:pt x="6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4642;p75">
              <a:extLst>
                <a:ext uri="{FF2B5EF4-FFF2-40B4-BE49-F238E27FC236}">
                  <a16:creationId xmlns:a16="http://schemas.microsoft.com/office/drawing/2014/main" id="{4F3CC9EB-2EA7-B077-9C1E-9F785696BF68}"/>
                </a:ext>
              </a:extLst>
            </p:cNvPr>
            <p:cNvSpPr/>
            <p:nvPr/>
          </p:nvSpPr>
          <p:spPr>
            <a:xfrm>
              <a:off x="4105025" y="2454075"/>
              <a:ext cx="38125" cy="25675"/>
            </a:xfrm>
            <a:custGeom>
              <a:avLst/>
              <a:gdLst/>
              <a:ahLst/>
              <a:cxnLst/>
              <a:rect l="l" t="t" r="r" b="b"/>
              <a:pathLst>
                <a:path w="1525" h="1027" extrusionOk="0">
                  <a:moveTo>
                    <a:pt x="934" y="1"/>
                  </a:moveTo>
                  <a:cubicBezTo>
                    <a:pt x="471" y="1"/>
                    <a:pt x="1" y="469"/>
                    <a:pt x="290" y="1026"/>
                  </a:cubicBezTo>
                  <a:lnTo>
                    <a:pt x="1525" y="392"/>
                  </a:lnTo>
                  <a:cubicBezTo>
                    <a:pt x="1392" y="116"/>
                    <a:pt x="1164" y="1"/>
                    <a:pt x="9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4643;p75">
              <a:extLst>
                <a:ext uri="{FF2B5EF4-FFF2-40B4-BE49-F238E27FC236}">
                  <a16:creationId xmlns:a16="http://schemas.microsoft.com/office/drawing/2014/main" id="{701A7B0D-E176-50C7-B138-ECBBDA5BA216}"/>
                </a:ext>
              </a:extLst>
            </p:cNvPr>
            <p:cNvSpPr/>
            <p:nvPr/>
          </p:nvSpPr>
          <p:spPr>
            <a:xfrm>
              <a:off x="4235700" y="2499650"/>
              <a:ext cx="30050" cy="30125"/>
            </a:xfrm>
            <a:custGeom>
              <a:avLst/>
              <a:gdLst/>
              <a:ahLst/>
              <a:cxnLst/>
              <a:rect l="l" t="t" r="r" b="b"/>
              <a:pathLst>
                <a:path w="1202" h="1205" extrusionOk="0">
                  <a:moveTo>
                    <a:pt x="624" y="1"/>
                  </a:moveTo>
                  <a:cubicBezTo>
                    <a:pt x="605" y="1"/>
                    <a:pt x="586" y="2"/>
                    <a:pt x="567" y="4"/>
                  </a:cubicBezTo>
                  <a:cubicBezTo>
                    <a:pt x="234" y="4"/>
                    <a:pt x="0" y="304"/>
                    <a:pt x="34" y="638"/>
                  </a:cubicBezTo>
                  <a:cubicBezTo>
                    <a:pt x="34" y="971"/>
                    <a:pt x="301" y="1205"/>
                    <a:pt x="634" y="1205"/>
                  </a:cubicBezTo>
                  <a:cubicBezTo>
                    <a:pt x="968" y="1171"/>
                    <a:pt x="1201" y="904"/>
                    <a:pt x="1201" y="571"/>
                  </a:cubicBezTo>
                  <a:cubicBezTo>
                    <a:pt x="1170" y="256"/>
                    <a:pt x="931" y="1"/>
                    <a:pt x="6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4644;p75">
              <a:extLst>
                <a:ext uri="{FF2B5EF4-FFF2-40B4-BE49-F238E27FC236}">
                  <a16:creationId xmlns:a16="http://schemas.microsoft.com/office/drawing/2014/main" id="{068D7DB4-A295-AA58-FCFF-5066E3A5E103}"/>
                </a:ext>
              </a:extLst>
            </p:cNvPr>
            <p:cNvSpPr/>
            <p:nvPr/>
          </p:nvSpPr>
          <p:spPr>
            <a:xfrm>
              <a:off x="4199825" y="2511400"/>
              <a:ext cx="47575" cy="81750"/>
            </a:xfrm>
            <a:custGeom>
              <a:avLst/>
              <a:gdLst/>
              <a:ahLst/>
              <a:cxnLst/>
              <a:rect l="l" t="t" r="r" b="b"/>
              <a:pathLst>
                <a:path w="1903" h="3270" extrusionOk="0">
                  <a:moveTo>
                    <a:pt x="1" y="1"/>
                  </a:moveTo>
                  <a:lnTo>
                    <a:pt x="268" y="3270"/>
                  </a:lnTo>
                  <a:lnTo>
                    <a:pt x="1902" y="253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4645;p75">
              <a:extLst>
                <a:ext uri="{FF2B5EF4-FFF2-40B4-BE49-F238E27FC236}">
                  <a16:creationId xmlns:a16="http://schemas.microsoft.com/office/drawing/2014/main" id="{39867133-D3F6-2B27-2246-8537D82C6BB3}"/>
                </a:ext>
              </a:extLst>
            </p:cNvPr>
            <p:cNvSpPr/>
            <p:nvPr/>
          </p:nvSpPr>
          <p:spPr>
            <a:xfrm>
              <a:off x="4037225" y="2630650"/>
              <a:ext cx="115100" cy="72575"/>
            </a:xfrm>
            <a:custGeom>
              <a:avLst/>
              <a:gdLst/>
              <a:ahLst/>
              <a:cxnLst/>
              <a:rect l="l" t="t" r="r" b="b"/>
              <a:pathLst>
                <a:path w="4604" h="2903" extrusionOk="0">
                  <a:moveTo>
                    <a:pt x="0" y="1"/>
                  </a:moveTo>
                  <a:cubicBezTo>
                    <a:pt x="167" y="568"/>
                    <a:pt x="501" y="1035"/>
                    <a:pt x="968" y="1402"/>
                  </a:cubicBezTo>
                  <a:cubicBezTo>
                    <a:pt x="1802" y="2102"/>
                    <a:pt x="4604" y="2903"/>
                    <a:pt x="4604" y="2903"/>
                  </a:cubicBezTo>
                  <a:lnTo>
                    <a:pt x="4604" y="2069"/>
                  </a:lnTo>
                  <a:cubicBezTo>
                    <a:pt x="3236" y="1902"/>
                    <a:pt x="434" y="1135"/>
                    <a:pt x="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4646;p75">
              <a:extLst>
                <a:ext uri="{FF2B5EF4-FFF2-40B4-BE49-F238E27FC236}">
                  <a16:creationId xmlns:a16="http://schemas.microsoft.com/office/drawing/2014/main" id="{8D2A83D1-E0D9-29D8-84E2-3CEEEE7FE253}"/>
                </a:ext>
              </a:extLst>
            </p:cNvPr>
            <p:cNvSpPr/>
            <p:nvPr/>
          </p:nvSpPr>
          <p:spPr>
            <a:xfrm>
              <a:off x="4288225" y="3804000"/>
              <a:ext cx="1176700" cy="988450"/>
            </a:xfrm>
            <a:custGeom>
              <a:avLst/>
              <a:gdLst/>
              <a:ahLst/>
              <a:cxnLst/>
              <a:rect l="l" t="t" r="r" b="b"/>
              <a:pathLst>
                <a:path w="47068" h="39538" extrusionOk="0">
                  <a:moveTo>
                    <a:pt x="4250" y="0"/>
                  </a:moveTo>
                  <a:cubicBezTo>
                    <a:pt x="3962" y="0"/>
                    <a:pt x="3670" y="67"/>
                    <a:pt x="3403" y="201"/>
                  </a:cubicBezTo>
                  <a:cubicBezTo>
                    <a:pt x="3203" y="267"/>
                    <a:pt x="3070" y="467"/>
                    <a:pt x="3070" y="668"/>
                  </a:cubicBezTo>
                  <a:lnTo>
                    <a:pt x="1" y="31290"/>
                  </a:lnTo>
                  <a:cubicBezTo>
                    <a:pt x="34" y="31456"/>
                    <a:pt x="101" y="31556"/>
                    <a:pt x="268" y="31623"/>
                  </a:cubicBezTo>
                  <a:cubicBezTo>
                    <a:pt x="451" y="31723"/>
                    <a:pt x="651" y="31773"/>
                    <a:pt x="851" y="31773"/>
                  </a:cubicBezTo>
                  <a:cubicBezTo>
                    <a:pt x="1052" y="31773"/>
                    <a:pt x="1252" y="31723"/>
                    <a:pt x="1435" y="31623"/>
                  </a:cubicBezTo>
                  <a:cubicBezTo>
                    <a:pt x="1569" y="31556"/>
                    <a:pt x="1669" y="31456"/>
                    <a:pt x="1702" y="31290"/>
                  </a:cubicBezTo>
                  <a:lnTo>
                    <a:pt x="5438" y="668"/>
                  </a:lnTo>
                  <a:cubicBezTo>
                    <a:pt x="5405" y="467"/>
                    <a:pt x="5271" y="267"/>
                    <a:pt x="5071" y="201"/>
                  </a:cubicBezTo>
                  <a:cubicBezTo>
                    <a:pt x="4821" y="67"/>
                    <a:pt x="4537" y="0"/>
                    <a:pt x="4250" y="0"/>
                  </a:cubicBezTo>
                  <a:close/>
                  <a:moveTo>
                    <a:pt x="42815" y="0"/>
                  </a:moveTo>
                  <a:cubicBezTo>
                    <a:pt x="42523" y="0"/>
                    <a:pt x="42231" y="67"/>
                    <a:pt x="41964" y="201"/>
                  </a:cubicBezTo>
                  <a:cubicBezTo>
                    <a:pt x="41797" y="267"/>
                    <a:pt x="41664" y="467"/>
                    <a:pt x="41631" y="668"/>
                  </a:cubicBezTo>
                  <a:lnTo>
                    <a:pt x="45367" y="31290"/>
                  </a:lnTo>
                  <a:cubicBezTo>
                    <a:pt x="45400" y="31456"/>
                    <a:pt x="45500" y="31556"/>
                    <a:pt x="45633" y="31623"/>
                  </a:cubicBezTo>
                  <a:cubicBezTo>
                    <a:pt x="45817" y="31723"/>
                    <a:pt x="46017" y="31773"/>
                    <a:pt x="46221" y="31773"/>
                  </a:cubicBezTo>
                  <a:cubicBezTo>
                    <a:pt x="46426" y="31773"/>
                    <a:pt x="46634" y="31723"/>
                    <a:pt x="46834" y="31623"/>
                  </a:cubicBezTo>
                  <a:cubicBezTo>
                    <a:pt x="46968" y="31556"/>
                    <a:pt x="47034" y="31456"/>
                    <a:pt x="47068" y="31290"/>
                  </a:cubicBezTo>
                  <a:lnTo>
                    <a:pt x="43999" y="668"/>
                  </a:lnTo>
                  <a:cubicBezTo>
                    <a:pt x="43999" y="467"/>
                    <a:pt x="43865" y="267"/>
                    <a:pt x="43665" y="201"/>
                  </a:cubicBezTo>
                  <a:cubicBezTo>
                    <a:pt x="43398" y="67"/>
                    <a:pt x="43107" y="0"/>
                    <a:pt x="42815" y="0"/>
                  </a:cubicBezTo>
                  <a:close/>
                  <a:moveTo>
                    <a:pt x="23518" y="4946"/>
                  </a:moveTo>
                  <a:cubicBezTo>
                    <a:pt x="23201" y="4946"/>
                    <a:pt x="22884" y="5021"/>
                    <a:pt x="22584" y="5171"/>
                  </a:cubicBezTo>
                  <a:cubicBezTo>
                    <a:pt x="22383" y="5238"/>
                    <a:pt x="22217" y="5438"/>
                    <a:pt x="22217" y="5705"/>
                  </a:cubicBezTo>
                  <a:lnTo>
                    <a:pt x="22584" y="38995"/>
                  </a:lnTo>
                  <a:cubicBezTo>
                    <a:pt x="22617" y="39162"/>
                    <a:pt x="22717" y="39295"/>
                    <a:pt x="22850" y="39362"/>
                  </a:cubicBezTo>
                  <a:cubicBezTo>
                    <a:pt x="23067" y="39479"/>
                    <a:pt x="23292" y="39537"/>
                    <a:pt x="23518" y="39537"/>
                  </a:cubicBezTo>
                  <a:cubicBezTo>
                    <a:pt x="23743" y="39537"/>
                    <a:pt x="23968" y="39479"/>
                    <a:pt x="24185" y="39362"/>
                  </a:cubicBezTo>
                  <a:cubicBezTo>
                    <a:pt x="24318" y="39295"/>
                    <a:pt x="24418" y="39162"/>
                    <a:pt x="24418" y="38995"/>
                  </a:cubicBezTo>
                  <a:lnTo>
                    <a:pt x="24819" y="5705"/>
                  </a:lnTo>
                  <a:cubicBezTo>
                    <a:pt x="24785" y="5471"/>
                    <a:pt x="24652" y="5238"/>
                    <a:pt x="24452" y="5171"/>
                  </a:cubicBezTo>
                  <a:cubicBezTo>
                    <a:pt x="24151" y="5021"/>
                    <a:pt x="23835" y="4946"/>
                    <a:pt x="23518" y="4946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4647;p75">
              <a:extLst>
                <a:ext uri="{FF2B5EF4-FFF2-40B4-BE49-F238E27FC236}">
                  <a16:creationId xmlns:a16="http://schemas.microsoft.com/office/drawing/2014/main" id="{FD702F3F-4DFC-0EA1-23F6-3F7DC17BB05C}"/>
                </a:ext>
              </a:extLst>
            </p:cNvPr>
            <p:cNvSpPr/>
            <p:nvPr/>
          </p:nvSpPr>
          <p:spPr>
            <a:xfrm>
              <a:off x="4843625" y="3927625"/>
              <a:ext cx="65075" cy="255625"/>
            </a:xfrm>
            <a:custGeom>
              <a:avLst/>
              <a:gdLst/>
              <a:ahLst/>
              <a:cxnLst/>
              <a:rect l="l" t="t" r="r" b="b"/>
              <a:pathLst>
                <a:path w="2603" h="10225" extrusionOk="0">
                  <a:moveTo>
                    <a:pt x="1302" y="1"/>
                  </a:moveTo>
                  <a:cubicBezTo>
                    <a:pt x="985" y="1"/>
                    <a:pt x="668" y="76"/>
                    <a:pt x="368" y="226"/>
                  </a:cubicBezTo>
                  <a:cubicBezTo>
                    <a:pt x="167" y="293"/>
                    <a:pt x="1" y="493"/>
                    <a:pt x="1" y="760"/>
                  </a:cubicBezTo>
                  <a:lnTo>
                    <a:pt x="101" y="10200"/>
                  </a:lnTo>
                  <a:cubicBezTo>
                    <a:pt x="501" y="10216"/>
                    <a:pt x="901" y="10225"/>
                    <a:pt x="1302" y="10225"/>
                  </a:cubicBezTo>
                  <a:cubicBezTo>
                    <a:pt x="1702" y="10225"/>
                    <a:pt x="2102" y="10216"/>
                    <a:pt x="2502" y="10200"/>
                  </a:cubicBezTo>
                  <a:lnTo>
                    <a:pt x="2603" y="760"/>
                  </a:lnTo>
                  <a:cubicBezTo>
                    <a:pt x="2569" y="493"/>
                    <a:pt x="2436" y="293"/>
                    <a:pt x="2236" y="226"/>
                  </a:cubicBezTo>
                  <a:cubicBezTo>
                    <a:pt x="1935" y="76"/>
                    <a:pt x="1619" y="1"/>
                    <a:pt x="13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4648;p75">
              <a:extLst>
                <a:ext uri="{FF2B5EF4-FFF2-40B4-BE49-F238E27FC236}">
                  <a16:creationId xmlns:a16="http://schemas.microsoft.com/office/drawing/2014/main" id="{3F98539E-6864-584F-17FC-8F5AB6D8BA3F}"/>
                </a:ext>
              </a:extLst>
            </p:cNvPr>
            <p:cNvSpPr/>
            <p:nvPr/>
          </p:nvSpPr>
          <p:spPr>
            <a:xfrm>
              <a:off x="5328975" y="3804000"/>
              <a:ext cx="81750" cy="267725"/>
            </a:xfrm>
            <a:custGeom>
              <a:avLst/>
              <a:gdLst/>
              <a:ahLst/>
              <a:cxnLst/>
              <a:rect l="l" t="t" r="r" b="b"/>
              <a:pathLst>
                <a:path w="3270" h="10709" extrusionOk="0">
                  <a:moveTo>
                    <a:pt x="1185" y="0"/>
                  </a:moveTo>
                  <a:cubicBezTo>
                    <a:pt x="893" y="0"/>
                    <a:pt x="601" y="67"/>
                    <a:pt x="334" y="201"/>
                  </a:cubicBezTo>
                  <a:cubicBezTo>
                    <a:pt x="167" y="267"/>
                    <a:pt x="34" y="467"/>
                    <a:pt x="1" y="668"/>
                  </a:cubicBezTo>
                  <a:lnTo>
                    <a:pt x="1235" y="10708"/>
                  </a:lnTo>
                  <a:lnTo>
                    <a:pt x="1768" y="10408"/>
                  </a:lnTo>
                  <a:cubicBezTo>
                    <a:pt x="2302" y="10108"/>
                    <a:pt x="2803" y="9807"/>
                    <a:pt x="3270" y="9474"/>
                  </a:cubicBezTo>
                  <a:lnTo>
                    <a:pt x="2369" y="668"/>
                  </a:lnTo>
                  <a:cubicBezTo>
                    <a:pt x="2369" y="467"/>
                    <a:pt x="2235" y="267"/>
                    <a:pt x="2035" y="201"/>
                  </a:cubicBezTo>
                  <a:cubicBezTo>
                    <a:pt x="1768" y="67"/>
                    <a:pt x="1477" y="0"/>
                    <a:pt x="11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4649;p75">
              <a:extLst>
                <a:ext uri="{FF2B5EF4-FFF2-40B4-BE49-F238E27FC236}">
                  <a16:creationId xmlns:a16="http://schemas.microsoft.com/office/drawing/2014/main" id="{4A77139C-EBEB-4A1C-9712-A7897DDA0D37}"/>
                </a:ext>
              </a:extLst>
            </p:cNvPr>
            <p:cNvSpPr/>
            <p:nvPr/>
          </p:nvSpPr>
          <p:spPr>
            <a:xfrm>
              <a:off x="4343275" y="3804000"/>
              <a:ext cx="80925" cy="267725"/>
            </a:xfrm>
            <a:custGeom>
              <a:avLst/>
              <a:gdLst/>
              <a:ahLst/>
              <a:cxnLst/>
              <a:rect l="l" t="t" r="r" b="b"/>
              <a:pathLst>
                <a:path w="3237" h="10709" extrusionOk="0">
                  <a:moveTo>
                    <a:pt x="2048" y="0"/>
                  </a:moveTo>
                  <a:cubicBezTo>
                    <a:pt x="1760" y="0"/>
                    <a:pt x="1468" y="67"/>
                    <a:pt x="1201" y="201"/>
                  </a:cubicBezTo>
                  <a:cubicBezTo>
                    <a:pt x="1001" y="267"/>
                    <a:pt x="868" y="467"/>
                    <a:pt x="868" y="668"/>
                  </a:cubicBezTo>
                  <a:lnTo>
                    <a:pt x="0" y="9441"/>
                  </a:lnTo>
                  <a:cubicBezTo>
                    <a:pt x="467" y="9774"/>
                    <a:pt x="968" y="10108"/>
                    <a:pt x="1501" y="10408"/>
                  </a:cubicBezTo>
                  <a:lnTo>
                    <a:pt x="2035" y="10708"/>
                  </a:lnTo>
                  <a:lnTo>
                    <a:pt x="3236" y="701"/>
                  </a:lnTo>
                  <a:cubicBezTo>
                    <a:pt x="3236" y="467"/>
                    <a:pt x="3069" y="267"/>
                    <a:pt x="2869" y="201"/>
                  </a:cubicBezTo>
                  <a:cubicBezTo>
                    <a:pt x="2619" y="67"/>
                    <a:pt x="2335" y="0"/>
                    <a:pt x="20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4650;p75">
              <a:extLst>
                <a:ext uri="{FF2B5EF4-FFF2-40B4-BE49-F238E27FC236}">
                  <a16:creationId xmlns:a16="http://schemas.microsoft.com/office/drawing/2014/main" id="{5BBF85EF-AF2B-7961-059D-F71CD5F6492D}"/>
                </a:ext>
              </a:extLst>
            </p:cNvPr>
            <p:cNvSpPr/>
            <p:nvPr/>
          </p:nvSpPr>
          <p:spPr>
            <a:xfrm>
              <a:off x="4174825" y="3262350"/>
              <a:ext cx="1404350" cy="830625"/>
            </a:xfrm>
            <a:custGeom>
              <a:avLst/>
              <a:gdLst/>
              <a:ahLst/>
              <a:cxnLst/>
              <a:rect l="l" t="t" r="r" b="b"/>
              <a:pathLst>
                <a:path w="56174" h="33225" extrusionOk="0">
                  <a:moveTo>
                    <a:pt x="28074" y="1"/>
                  </a:moveTo>
                  <a:cubicBezTo>
                    <a:pt x="20890" y="1"/>
                    <a:pt x="13710" y="1585"/>
                    <a:pt x="8239" y="4754"/>
                  </a:cubicBezTo>
                  <a:cubicBezTo>
                    <a:pt x="2736" y="7923"/>
                    <a:pt x="0" y="12060"/>
                    <a:pt x="34" y="16229"/>
                  </a:cubicBezTo>
                  <a:lnTo>
                    <a:pt x="34" y="17030"/>
                  </a:lnTo>
                  <a:cubicBezTo>
                    <a:pt x="34" y="21166"/>
                    <a:pt x="2769" y="25302"/>
                    <a:pt x="8239" y="28471"/>
                  </a:cubicBezTo>
                  <a:cubicBezTo>
                    <a:pt x="13727" y="31640"/>
                    <a:pt x="20915" y="33225"/>
                    <a:pt x="28099" y="33225"/>
                  </a:cubicBezTo>
                  <a:cubicBezTo>
                    <a:pt x="35284" y="33225"/>
                    <a:pt x="42464" y="31640"/>
                    <a:pt x="47934" y="28471"/>
                  </a:cubicBezTo>
                  <a:cubicBezTo>
                    <a:pt x="53438" y="25302"/>
                    <a:pt x="56174" y="21166"/>
                    <a:pt x="56174" y="17030"/>
                  </a:cubicBezTo>
                  <a:lnTo>
                    <a:pt x="56174" y="16229"/>
                  </a:lnTo>
                  <a:cubicBezTo>
                    <a:pt x="56174" y="12060"/>
                    <a:pt x="53405" y="7923"/>
                    <a:pt x="47934" y="4754"/>
                  </a:cubicBezTo>
                  <a:cubicBezTo>
                    <a:pt x="42447" y="1585"/>
                    <a:pt x="35259" y="1"/>
                    <a:pt x="280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4651;p75">
              <a:extLst>
                <a:ext uri="{FF2B5EF4-FFF2-40B4-BE49-F238E27FC236}">
                  <a16:creationId xmlns:a16="http://schemas.microsoft.com/office/drawing/2014/main" id="{149481D8-9F3B-2D84-F376-C18840E031D0}"/>
                </a:ext>
              </a:extLst>
            </p:cNvPr>
            <p:cNvSpPr/>
            <p:nvPr/>
          </p:nvSpPr>
          <p:spPr>
            <a:xfrm>
              <a:off x="4174825" y="3209825"/>
              <a:ext cx="1402675" cy="845000"/>
            </a:xfrm>
            <a:custGeom>
              <a:avLst/>
              <a:gdLst/>
              <a:ahLst/>
              <a:cxnLst/>
              <a:rect l="l" t="t" r="r" b="b"/>
              <a:pathLst>
                <a:path w="56107" h="33800" extrusionOk="0">
                  <a:moveTo>
                    <a:pt x="28054" y="0"/>
                  </a:moveTo>
                  <a:cubicBezTo>
                    <a:pt x="20874" y="0"/>
                    <a:pt x="13693" y="1585"/>
                    <a:pt x="8206" y="4754"/>
                  </a:cubicBezTo>
                  <a:cubicBezTo>
                    <a:pt x="2736" y="7923"/>
                    <a:pt x="0" y="12059"/>
                    <a:pt x="0" y="16229"/>
                  </a:cubicBezTo>
                  <a:lnTo>
                    <a:pt x="0" y="17029"/>
                  </a:lnTo>
                  <a:cubicBezTo>
                    <a:pt x="0" y="21166"/>
                    <a:pt x="2736" y="25902"/>
                    <a:pt x="8206" y="29071"/>
                  </a:cubicBezTo>
                  <a:cubicBezTo>
                    <a:pt x="13693" y="32223"/>
                    <a:pt x="20874" y="33800"/>
                    <a:pt x="28054" y="33800"/>
                  </a:cubicBezTo>
                  <a:cubicBezTo>
                    <a:pt x="35234" y="33800"/>
                    <a:pt x="42414" y="32223"/>
                    <a:pt x="47901" y="29071"/>
                  </a:cubicBezTo>
                  <a:cubicBezTo>
                    <a:pt x="53372" y="25902"/>
                    <a:pt x="56107" y="21766"/>
                    <a:pt x="56107" y="17596"/>
                  </a:cubicBezTo>
                  <a:lnTo>
                    <a:pt x="56107" y="16229"/>
                  </a:lnTo>
                  <a:cubicBezTo>
                    <a:pt x="56107" y="12059"/>
                    <a:pt x="53372" y="7923"/>
                    <a:pt x="47901" y="4754"/>
                  </a:cubicBezTo>
                  <a:cubicBezTo>
                    <a:pt x="42414" y="1585"/>
                    <a:pt x="35234" y="0"/>
                    <a:pt x="2805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4652;p75">
              <a:extLst>
                <a:ext uri="{FF2B5EF4-FFF2-40B4-BE49-F238E27FC236}">
                  <a16:creationId xmlns:a16="http://schemas.microsoft.com/office/drawing/2014/main" id="{7627B12C-495B-278C-0FC2-26472FAE033D}"/>
                </a:ext>
              </a:extLst>
            </p:cNvPr>
            <p:cNvSpPr/>
            <p:nvPr/>
          </p:nvSpPr>
          <p:spPr>
            <a:xfrm>
              <a:off x="4174825" y="3209825"/>
              <a:ext cx="1402675" cy="845000"/>
            </a:xfrm>
            <a:custGeom>
              <a:avLst/>
              <a:gdLst/>
              <a:ahLst/>
              <a:cxnLst/>
              <a:rect l="l" t="t" r="r" b="b"/>
              <a:pathLst>
                <a:path w="56107" h="33800" extrusionOk="0">
                  <a:moveTo>
                    <a:pt x="28054" y="0"/>
                  </a:moveTo>
                  <a:cubicBezTo>
                    <a:pt x="20874" y="0"/>
                    <a:pt x="13693" y="1585"/>
                    <a:pt x="8206" y="4754"/>
                  </a:cubicBezTo>
                  <a:cubicBezTo>
                    <a:pt x="2736" y="7923"/>
                    <a:pt x="0" y="12059"/>
                    <a:pt x="0" y="16229"/>
                  </a:cubicBezTo>
                  <a:lnTo>
                    <a:pt x="0" y="17029"/>
                  </a:lnTo>
                  <a:cubicBezTo>
                    <a:pt x="0" y="21166"/>
                    <a:pt x="2736" y="25902"/>
                    <a:pt x="8206" y="29071"/>
                  </a:cubicBezTo>
                  <a:cubicBezTo>
                    <a:pt x="13693" y="32223"/>
                    <a:pt x="20874" y="33800"/>
                    <a:pt x="28054" y="33800"/>
                  </a:cubicBezTo>
                  <a:cubicBezTo>
                    <a:pt x="35234" y="33800"/>
                    <a:pt x="42414" y="32223"/>
                    <a:pt x="47901" y="29071"/>
                  </a:cubicBezTo>
                  <a:cubicBezTo>
                    <a:pt x="53372" y="25902"/>
                    <a:pt x="56107" y="21766"/>
                    <a:pt x="56107" y="17596"/>
                  </a:cubicBezTo>
                  <a:lnTo>
                    <a:pt x="56107" y="16229"/>
                  </a:lnTo>
                  <a:cubicBezTo>
                    <a:pt x="56107" y="12059"/>
                    <a:pt x="53372" y="7923"/>
                    <a:pt x="47901" y="4754"/>
                  </a:cubicBezTo>
                  <a:cubicBezTo>
                    <a:pt x="42414" y="1585"/>
                    <a:pt x="35234" y="0"/>
                    <a:pt x="280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4653;p75">
              <a:extLst>
                <a:ext uri="{FF2B5EF4-FFF2-40B4-BE49-F238E27FC236}">
                  <a16:creationId xmlns:a16="http://schemas.microsoft.com/office/drawing/2014/main" id="{F433A589-9A7C-8E81-909B-E20EE79DA83F}"/>
                </a:ext>
              </a:extLst>
            </p:cNvPr>
            <p:cNvSpPr/>
            <p:nvPr/>
          </p:nvSpPr>
          <p:spPr>
            <a:xfrm>
              <a:off x="4174825" y="3209825"/>
              <a:ext cx="1402675" cy="845000"/>
            </a:xfrm>
            <a:custGeom>
              <a:avLst/>
              <a:gdLst/>
              <a:ahLst/>
              <a:cxnLst/>
              <a:rect l="l" t="t" r="r" b="b"/>
              <a:pathLst>
                <a:path w="56107" h="33800" extrusionOk="0">
                  <a:moveTo>
                    <a:pt x="28054" y="0"/>
                  </a:moveTo>
                  <a:cubicBezTo>
                    <a:pt x="20874" y="0"/>
                    <a:pt x="13693" y="1585"/>
                    <a:pt x="8206" y="4754"/>
                  </a:cubicBezTo>
                  <a:cubicBezTo>
                    <a:pt x="2736" y="7923"/>
                    <a:pt x="0" y="12059"/>
                    <a:pt x="0" y="16229"/>
                  </a:cubicBezTo>
                  <a:lnTo>
                    <a:pt x="0" y="17029"/>
                  </a:lnTo>
                  <a:cubicBezTo>
                    <a:pt x="0" y="21166"/>
                    <a:pt x="2736" y="25902"/>
                    <a:pt x="8206" y="29071"/>
                  </a:cubicBezTo>
                  <a:cubicBezTo>
                    <a:pt x="13693" y="32223"/>
                    <a:pt x="20874" y="33800"/>
                    <a:pt x="28054" y="33800"/>
                  </a:cubicBezTo>
                  <a:cubicBezTo>
                    <a:pt x="35234" y="33800"/>
                    <a:pt x="42414" y="32223"/>
                    <a:pt x="47901" y="29071"/>
                  </a:cubicBezTo>
                  <a:cubicBezTo>
                    <a:pt x="53372" y="25902"/>
                    <a:pt x="56107" y="21766"/>
                    <a:pt x="56107" y="17596"/>
                  </a:cubicBezTo>
                  <a:lnTo>
                    <a:pt x="56107" y="16229"/>
                  </a:lnTo>
                  <a:cubicBezTo>
                    <a:pt x="56107" y="12059"/>
                    <a:pt x="53372" y="7923"/>
                    <a:pt x="47901" y="4754"/>
                  </a:cubicBezTo>
                  <a:cubicBezTo>
                    <a:pt x="42414" y="1585"/>
                    <a:pt x="35234" y="0"/>
                    <a:pt x="280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4654;p75">
              <a:extLst>
                <a:ext uri="{FF2B5EF4-FFF2-40B4-BE49-F238E27FC236}">
                  <a16:creationId xmlns:a16="http://schemas.microsoft.com/office/drawing/2014/main" id="{5B944B7C-270C-28CE-E354-B3FC84528D9E}"/>
                </a:ext>
              </a:extLst>
            </p:cNvPr>
            <p:cNvSpPr/>
            <p:nvPr/>
          </p:nvSpPr>
          <p:spPr>
            <a:xfrm>
              <a:off x="4105600" y="3209825"/>
              <a:ext cx="1540300" cy="810600"/>
            </a:xfrm>
            <a:custGeom>
              <a:avLst/>
              <a:gdLst/>
              <a:ahLst/>
              <a:cxnLst/>
              <a:rect l="l" t="t" r="r" b="b"/>
              <a:pathLst>
                <a:path w="61612" h="32424" extrusionOk="0">
                  <a:moveTo>
                    <a:pt x="30823" y="0"/>
                  </a:moveTo>
                  <a:cubicBezTo>
                    <a:pt x="23643" y="0"/>
                    <a:pt x="16462" y="1585"/>
                    <a:pt x="10975" y="4754"/>
                  </a:cubicBezTo>
                  <a:cubicBezTo>
                    <a:pt x="1" y="11058"/>
                    <a:pt x="1" y="21332"/>
                    <a:pt x="10975" y="27670"/>
                  </a:cubicBezTo>
                  <a:cubicBezTo>
                    <a:pt x="16462" y="30839"/>
                    <a:pt x="23643" y="32424"/>
                    <a:pt x="30823" y="32424"/>
                  </a:cubicBezTo>
                  <a:cubicBezTo>
                    <a:pt x="38003" y="32424"/>
                    <a:pt x="45183" y="30839"/>
                    <a:pt x="50670" y="27670"/>
                  </a:cubicBezTo>
                  <a:cubicBezTo>
                    <a:pt x="61611" y="21332"/>
                    <a:pt x="61611" y="11092"/>
                    <a:pt x="50670" y="4754"/>
                  </a:cubicBezTo>
                  <a:cubicBezTo>
                    <a:pt x="45183" y="1585"/>
                    <a:pt x="38003" y="0"/>
                    <a:pt x="308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4655;p75">
              <a:extLst>
                <a:ext uri="{FF2B5EF4-FFF2-40B4-BE49-F238E27FC236}">
                  <a16:creationId xmlns:a16="http://schemas.microsoft.com/office/drawing/2014/main" id="{9A2C0FB9-C708-839A-6F80-475D9B8EFF74}"/>
                </a:ext>
              </a:extLst>
            </p:cNvPr>
            <p:cNvSpPr/>
            <p:nvPr/>
          </p:nvSpPr>
          <p:spPr>
            <a:xfrm>
              <a:off x="4106425" y="3209825"/>
              <a:ext cx="1540300" cy="810600"/>
            </a:xfrm>
            <a:custGeom>
              <a:avLst/>
              <a:gdLst/>
              <a:ahLst/>
              <a:cxnLst/>
              <a:rect l="l" t="t" r="r" b="b"/>
              <a:pathLst>
                <a:path w="61612" h="32424" extrusionOk="0">
                  <a:moveTo>
                    <a:pt x="30810" y="0"/>
                  </a:moveTo>
                  <a:cubicBezTo>
                    <a:pt x="23626" y="0"/>
                    <a:pt x="16446" y="1585"/>
                    <a:pt x="10975" y="4754"/>
                  </a:cubicBezTo>
                  <a:cubicBezTo>
                    <a:pt x="1" y="11058"/>
                    <a:pt x="1" y="21332"/>
                    <a:pt x="10975" y="27670"/>
                  </a:cubicBezTo>
                  <a:cubicBezTo>
                    <a:pt x="16446" y="30839"/>
                    <a:pt x="23635" y="32424"/>
                    <a:pt x="30823" y="32424"/>
                  </a:cubicBezTo>
                  <a:cubicBezTo>
                    <a:pt x="38011" y="32424"/>
                    <a:pt x="45200" y="30839"/>
                    <a:pt x="50670" y="27670"/>
                  </a:cubicBezTo>
                  <a:cubicBezTo>
                    <a:pt x="61612" y="21332"/>
                    <a:pt x="61612" y="11092"/>
                    <a:pt x="50670" y="4754"/>
                  </a:cubicBezTo>
                  <a:cubicBezTo>
                    <a:pt x="45183" y="1585"/>
                    <a:pt x="37995" y="0"/>
                    <a:pt x="30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4656;p75">
              <a:extLst>
                <a:ext uri="{FF2B5EF4-FFF2-40B4-BE49-F238E27FC236}">
                  <a16:creationId xmlns:a16="http://schemas.microsoft.com/office/drawing/2014/main" id="{5F1CFCDE-37C6-2FAC-CE31-B40D0DFB4DEA}"/>
                </a:ext>
              </a:extLst>
            </p:cNvPr>
            <p:cNvSpPr/>
            <p:nvPr/>
          </p:nvSpPr>
          <p:spPr>
            <a:xfrm>
              <a:off x="4212350" y="3278625"/>
              <a:ext cx="793075" cy="457025"/>
            </a:xfrm>
            <a:custGeom>
              <a:avLst/>
              <a:gdLst/>
              <a:ahLst/>
              <a:cxnLst/>
              <a:rect l="l" t="t" r="r" b="b"/>
              <a:pathLst>
                <a:path w="31723" h="18281" extrusionOk="0">
                  <a:moveTo>
                    <a:pt x="20065" y="0"/>
                  </a:moveTo>
                  <a:cubicBezTo>
                    <a:pt x="19956" y="0"/>
                    <a:pt x="19848" y="34"/>
                    <a:pt x="19748" y="100"/>
                  </a:cubicBezTo>
                  <a:lnTo>
                    <a:pt x="100" y="11442"/>
                  </a:lnTo>
                  <a:cubicBezTo>
                    <a:pt x="0" y="11475"/>
                    <a:pt x="0" y="11642"/>
                    <a:pt x="100" y="11675"/>
                  </a:cubicBezTo>
                  <a:lnTo>
                    <a:pt x="11509" y="18280"/>
                  </a:lnTo>
                  <a:lnTo>
                    <a:pt x="31723" y="6638"/>
                  </a:lnTo>
                  <a:lnTo>
                    <a:pt x="20382" y="100"/>
                  </a:lnTo>
                  <a:cubicBezTo>
                    <a:pt x="20281" y="34"/>
                    <a:pt x="20173" y="0"/>
                    <a:pt x="200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4657;p75">
              <a:extLst>
                <a:ext uri="{FF2B5EF4-FFF2-40B4-BE49-F238E27FC236}">
                  <a16:creationId xmlns:a16="http://schemas.microsoft.com/office/drawing/2014/main" id="{90343179-E6F0-036D-CD01-236EB87E5275}"/>
                </a:ext>
              </a:extLst>
            </p:cNvPr>
            <p:cNvSpPr/>
            <p:nvPr/>
          </p:nvSpPr>
          <p:spPr>
            <a:xfrm>
              <a:off x="4224850" y="3409550"/>
              <a:ext cx="759750" cy="296900"/>
            </a:xfrm>
            <a:custGeom>
              <a:avLst/>
              <a:gdLst/>
              <a:ahLst/>
              <a:cxnLst/>
              <a:rect l="l" t="t" r="r" b="b"/>
              <a:pathLst>
                <a:path w="30390" h="11876" extrusionOk="0">
                  <a:moveTo>
                    <a:pt x="30389" y="0"/>
                  </a:moveTo>
                  <a:lnTo>
                    <a:pt x="11042" y="11175"/>
                  </a:lnTo>
                  <a:lnTo>
                    <a:pt x="67" y="4871"/>
                  </a:lnTo>
                  <a:cubicBezTo>
                    <a:pt x="34" y="4837"/>
                    <a:pt x="1" y="4804"/>
                    <a:pt x="1" y="4737"/>
                  </a:cubicBezTo>
                  <a:lnTo>
                    <a:pt x="1" y="5104"/>
                  </a:lnTo>
                  <a:cubicBezTo>
                    <a:pt x="1" y="5471"/>
                    <a:pt x="201" y="5805"/>
                    <a:pt x="534" y="6005"/>
                  </a:cubicBezTo>
                  <a:lnTo>
                    <a:pt x="10508" y="11742"/>
                  </a:lnTo>
                  <a:cubicBezTo>
                    <a:pt x="10675" y="11842"/>
                    <a:pt x="10842" y="11876"/>
                    <a:pt x="11042" y="11876"/>
                  </a:cubicBezTo>
                  <a:cubicBezTo>
                    <a:pt x="11209" y="11876"/>
                    <a:pt x="11409" y="11842"/>
                    <a:pt x="11542" y="11742"/>
                  </a:cubicBezTo>
                  <a:lnTo>
                    <a:pt x="29855" y="1168"/>
                  </a:lnTo>
                  <a:cubicBezTo>
                    <a:pt x="30189" y="968"/>
                    <a:pt x="30389" y="634"/>
                    <a:pt x="30389" y="267"/>
                  </a:cubicBezTo>
                  <a:lnTo>
                    <a:pt x="3038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4658;p75">
              <a:extLst>
                <a:ext uri="{FF2B5EF4-FFF2-40B4-BE49-F238E27FC236}">
                  <a16:creationId xmlns:a16="http://schemas.microsoft.com/office/drawing/2014/main" id="{C5E653D4-6AE2-A40D-1BCC-4DDB30DE4D71}"/>
                </a:ext>
              </a:extLst>
            </p:cNvPr>
            <p:cNvSpPr/>
            <p:nvPr/>
          </p:nvSpPr>
          <p:spPr>
            <a:xfrm>
              <a:off x="4500875" y="3409550"/>
              <a:ext cx="483725" cy="296900"/>
            </a:xfrm>
            <a:custGeom>
              <a:avLst/>
              <a:gdLst/>
              <a:ahLst/>
              <a:cxnLst/>
              <a:rect l="l" t="t" r="r" b="b"/>
              <a:pathLst>
                <a:path w="19349" h="11876" extrusionOk="0">
                  <a:moveTo>
                    <a:pt x="19348" y="0"/>
                  </a:moveTo>
                  <a:lnTo>
                    <a:pt x="1" y="11175"/>
                  </a:lnTo>
                  <a:lnTo>
                    <a:pt x="1" y="11876"/>
                  </a:lnTo>
                  <a:cubicBezTo>
                    <a:pt x="168" y="11876"/>
                    <a:pt x="334" y="11842"/>
                    <a:pt x="501" y="11742"/>
                  </a:cubicBezTo>
                  <a:lnTo>
                    <a:pt x="18814" y="1168"/>
                  </a:lnTo>
                  <a:cubicBezTo>
                    <a:pt x="19148" y="1001"/>
                    <a:pt x="19348" y="634"/>
                    <a:pt x="19348" y="267"/>
                  </a:cubicBezTo>
                  <a:lnTo>
                    <a:pt x="1934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4659;p75">
              <a:extLst>
                <a:ext uri="{FF2B5EF4-FFF2-40B4-BE49-F238E27FC236}">
                  <a16:creationId xmlns:a16="http://schemas.microsoft.com/office/drawing/2014/main" id="{AD6B39DA-2877-264A-93AD-0BE58DECAFA5}"/>
                </a:ext>
              </a:extLst>
            </p:cNvPr>
            <p:cNvSpPr/>
            <p:nvPr/>
          </p:nvSpPr>
          <p:spPr>
            <a:xfrm>
              <a:off x="4224850" y="3251725"/>
              <a:ext cx="759750" cy="438050"/>
            </a:xfrm>
            <a:custGeom>
              <a:avLst/>
              <a:gdLst/>
              <a:ahLst/>
              <a:cxnLst/>
              <a:rect l="l" t="t" r="r" b="b"/>
              <a:pathLst>
                <a:path w="30390" h="17522" extrusionOk="0">
                  <a:moveTo>
                    <a:pt x="19231" y="1"/>
                  </a:moveTo>
                  <a:cubicBezTo>
                    <a:pt x="19123" y="1"/>
                    <a:pt x="19014" y="26"/>
                    <a:pt x="18914" y="76"/>
                  </a:cubicBezTo>
                  <a:lnTo>
                    <a:pt x="101" y="10950"/>
                  </a:lnTo>
                  <a:cubicBezTo>
                    <a:pt x="1" y="11017"/>
                    <a:pt x="1" y="11150"/>
                    <a:pt x="101" y="11184"/>
                  </a:cubicBezTo>
                  <a:lnTo>
                    <a:pt x="11042" y="17522"/>
                  </a:lnTo>
                  <a:lnTo>
                    <a:pt x="30389" y="6313"/>
                  </a:lnTo>
                  <a:lnTo>
                    <a:pt x="19548" y="76"/>
                  </a:lnTo>
                  <a:cubicBezTo>
                    <a:pt x="19448" y="26"/>
                    <a:pt x="19340" y="1"/>
                    <a:pt x="192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4660;p75">
              <a:extLst>
                <a:ext uri="{FF2B5EF4-FFF2-40B4-BE49-F238E27FC236}">
                  <a16:creationId xmlns:a16="http://schemas.microsoft.com/office/drawing/2014/main" id="{8018B69D-5506-EBF3-7BE9-881D60A62788}"/>
                </a:ext>
              </a:extLst>
            </p:cNvPr>
            <p:cNvSpPr/>
            <p:nvPr/>
          </p:nvSpPr>
          <p:spPr>
            <a:xfrm>
              <a:off x="4334100" y="3114350"/>
              <a:ext cx="462850" cy="304525"/>
            </a:xfrm>
            <a:custGeom>
              <a:avLst/>
              <a:gdLst/>
              <a:ahLst/>
              <a:cxnLst/>
              <a:rect l="l" t="t" r="r" b="b"/>
              <a:pathLst>
                <a:path w="18514" h="12181" extrusionOk="0">
                  <a:moveTo>
                    <a:pt x="2569" y="0"/>
                  </a:moveTo>
                  <a:lnTo>
                    <a:pt x="0" y="4570"/>
                  </a:lnTo>
                  <a:cubicBezTo>
                    <a:pt x="3069" y="5737"/>
                    <a:pt x="7139" y="7272"/>
                    <a:pt x="7573" y="7605"/>
                  </a:cubicBezTo>
                  <a:cubicBezTo>
                    <a:pt x="8006" y="7972"/>
                    <a:pt x="8440" y="8673"/>
                    <a:pt x="9174" y="9273"/>
                  </a:cubicBezTo>
                  <a:cubicBezTo>
                    <a:pt x="9741" y="9674"/>
                    <a:pt x="10375" y="9874"/>
                    <a:pt x="11042" y="9907"/>
                  </a:cubicBezTo>
                  <a:cubicBezTo>
                    <a:pt x="11742" y="10574"/>
                    <a:pt x="12543" y="11141"/>
                    <a:pt x="13343" y="11642"/>
                  </a:cubicBezTo>
                  <a:cubicBezTo>
                    <a:pt x="13989" y="11995"/>
                    <a:pt x="14712" y="12180"/>
                    <a:pt x="15440" y="12180"/>
                  </a:cubicBezTo>
                  <a:cubicBezTo>
                    <a:pt x="15879" y="12180"/>
                    <a:pt x="16319" y="12113"/>
                    <a:pt x="16746" y="11975"/>
                  </a:cubicBezTo>
                  <a:cubicBezTo>
                    <a:pt x="18147" y="11575"/>
                    <a:pt x="18514" y="10908"/>
                    <a:pt x="17780" y="10307"/>
                  </a:cubicBezTo>
                  <a:cubicBezTo>
                    <a:pt x="17046" y="9707"/>
                    <a:pt x="13543" y="6271"/>
                    <a:pt x="12876" y="5637"/>
                  </a:cubicBezTo>
                  <a:cubicBezTo>
                    <a:pt x="12209" y="5004"/>
                    <a:pt x="11008" y="4603"/>
                    <a:pt x="10074" y="4136"/>
                  </a:cubicBezTo>
                  <a:cubicBezTo>
                    <a:pt x="8873" y="3536"/>
                    <a:pt x="8073" y="3202"/>
                    <a:pt x="7005" y="2602"/>
                  </a:cubicBezTo>
                  <a:cubicBezTo>
                    <a:pt x="5905" y="2001"/>
                    <a:pt x="4037" y="867"/>
                    <a:pt x="256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4661;p75">
              <a:extLst>
                <a:ext uri="{FF2B5EF4-FFF2-40B4-BE49-F238E27FC236}">
                  <a16:creationId xmlns:a16="http://schemas.microsoft.com/office/drawing/2014/main" id="{3841FE5A-1FED-05DD-B246-CEB94D73F0B8}"/>
                </a:ext>
              </a:extLst>
            </p:cNvPr>
            <p:cNvSpPr/>
            <p:nvPr/>
          </p:nvSpPr>
          <p:spPr>
            <a:xfrm>
              <a:off x="4351600" y="3334500"/>
              <a:ext cx="575450" cy="331925"/>
            </a:xfrm>
            <a:custGeom>
              <a:avLst/>
              <a:gdLst/>
              <a:ahLst/>
              <a:cxnLst/>
              <a:rect l="l" t="t" r="r" b="b"/>
              <a:pathLst>
                <a:path w="23018" h="13277" extrusionOk="0">
                  <a:moveTo>
                    <a:pt x="17113" y="0"/>
                  </a:moveTo>
                  <a:lnTo>
                    <a:pt x="1" y="9907"/>
                  </a:lnTo>
                  <a:lnTo>
                    <a:pt x="5872" y="13277"/>
                  </a:lnTo>
                  <a:lnTo>
                    <a:pt x="23017" y="3369"/>
                  </a:lnTo>
                  <a:lnTo>
                    <a:pt x="1711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4662;p75">
              <a:extLst>
                <a:ext uri="{FF2B5EF4-FFF2-40B4-BE49-F238E27FC236}">
                  <a16:creationId xmlns:a16="http://schemas.microsoft.com/office/drawing/2014/main" id="{0EF7CBC9-8E9D-4580-EB82-7C4310657916}"/>
                </a:ext>
              </a:extLst>
            </p:cNvPr>
            <p:cNvSpPr/>
            <p:nvPr/>
          </p:nvSpPr>
          <p:spPr>
            <a:xfrm>
              <a:off x="4351600" y="3334500"/>
              <a:ext cx="575450" cy="250200"/>
            </a:xfrm>
            <a:custGeom>
              <a:avLst/>
              <a:gdLst/>
              <a:ahLst/>
              <a:cxnLst/>
              <a:rect l="l" t="t" r="r" b="b"/>
              <a:pathLst>
                <a:path w="23018" h="10008" extrusionOk="0">
                  <a:moveTo>
                    <a:pt x="17113" y="0"/>
                  </a:moveTo>
                  <a:lnTo>
                    <a:pt x="1" y="9907"/>
                  </a:lnTo>
                  <a:lnTo>
                    <a:pt x="234" y="10007"/>
                  </a:lnTo>
                  <a:lnTo>
                    <a:pt x="17113" y="267"/>
                  </a:lnTo>
                  <a:lnTo>
                    <a:pt x="22784" y="3503"/>
                  </a:lnTo>
                  <a:lnTo>
                    <a:pt x="23017" y="3369"/>
                  </a:lnTo>
                  <a:lnTo>
                    <a:pt x="171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4663;p75">
              <a:extLst>
                <a:ext uri="{FF2B5EF4-FFF2-40B4-BE49-F238E27FC236}">
                  <a16:creationId xmlns:a16="http://schemas.microsoft.com/office/drawing/2014/main" id="{E63458B1-22BA-A7B8-7236-362BDA33EF92}"/>
                </a:ext>
              </a:extLst>
            </p:cNvPr>
            <p:cNvSpPr/>
            <p:nvPr/>
          </p:nvSpPr>
          <p:spPr>
            <a:xfrm>
              <a:off x="4425825" y="3356175"/>
              <a:ext cx="205175" cy="118450"/>
            </a:xfrm>
            <a:custGeom>
              <a:avLst/>
              <a:gdLst/>
              <a:ahLst/>
              <a:cxnLst/>
              <a:rect l="l" t="t" r="r" b="b"/>
              <a:pathLst>
                <a:path w="8207" h="4738" extrusionOk="0">
                  <a:moveTo>
                    <a:pt x="5238" y="1"/>
                  </a:moveTo>
                  <a:lnTo>
                    <a:pt x="1" y="3003"/>
                  </a:lnTo>
                  <a:lnTo>
                    <a:pt x="134" y="3069"/>
                  </a:lnTo>
                  <a:lnTo>
                    <a:pt x="3003" y="4737"/>
                  </a:lnTo>
                  <a:lnTo>
                    <a:pt x="8107" y="1769"/>
                  </a:lnTo>
                  <a:lnTo>
                    <a:pt x="8207" y="1735"/>
                  </a:lnTo>
                  <a:lnTo>
                    <a:pt x="523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4664;p75">
              <a:extLst>
                <a:ext uri="{FF2B5EF4-FFF2-40B4-BE49-F238E27FC236}">
                  <a16:creationId xmlns:a16="http://schemas.microsoft.com/office/drawing/2014/main" id="{33BF2ADC-84EF-281F-ADBC-B8DD5F19960A}"/>
                </a:ext>
              </a:extLst>
            </p:cNvPr>
            <p:cNvSpPr/>
            <p:nvPr/>
          </p:nvSpPr>
          <p:spPr>
            <a:xfrm>
              <a:off x="4429175" y="3359525"/>
              <a:ext cx="199325" cy="115100"/>
            </a:xfrm>
            <a:custGeom>
              <a:avLst/>
              <a:gdLst/>
              <a:ahLst/>
              <a:cxnLst/>
              <a:rect l="l" t="t" r="r" b="b"/>
              <a:pathLst>
                <a:path w="7973" h="4604" extrusionOk="0">
                  <a:moveTo>
                    <a:pt x="5104" y="0"/>
                  </a:moveTo>
                  <a:lnTo>
                    <a:pt x="0" y="2935"/>
                  </a:lnTo>
                  <a:lnTo>
                    <a:pt x="2869" y="4603"/>
                  </a:lnTo>
                  <a:lnTo>
                    <a:pt x="7973" y="1635"/>
                  </a:lnTo>
                  <a:lnTo>
                    <a:pt x="510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4665;p75">
              <a:extLst>
                <a:ext uri="{FF2B5EF4-FFF2-40B4-BE49-F238E27FC236}">
                  <a16:creationId xmlns:a16="http://schemas.microsoft.com/office/drawing/2014/main" id="{13EA5DEF-B207-DFE1-9A5E-1849E99934A7}"/>
                </a:ext>
              </a:extLst>
            </p:cNvPr>
            <p:cNvSpPr/>
            <p:nvPr/>
          </p:nvSpPr>
          <p:spPr>
            <a:xfrm>
              <a:off x="4507550" y="3081825"/>
              <a:ext cx="547925" cy="613350"/>
            </a:xfrm>
            <a:custGeom>
              <a:avLst/>
              <a:gdLst/>
              <a:ahLst/>
              <a:cxnLst/>
              <a:rect l="l" t="t" r="r" b="b"/>
              <a:pathLst>
                <a:path w="21917" h="24534" extrusionOk="0">
                  <a:moveTo>
                    <a:pt x="21549" y="0"/>
                  </a:moveTo>
                  <a:lnTo>
                    <a:pt x="2636" y="10941"/>
                  </a:lnTo>
                  <a:cubicBezTo>
                    <a:pt x="2369" y="11075"/>
                    <a:pt x="2202" y="11308"/>
                    <a:pt x="2169" y="11575"/>
                  </a:cubicBezTo>
                  <a:lnTo>
                    <a:pt x="1" y="24451"/>
                  </a:lnTo>
                  <a:cubicBezTo>
                    <a:pt x="154" y="24507"/>
                    <a:pt x="313" y="24533"/>
                    <a:pt x="468" y="24533"/>
                  </a:cubicBezTo>
                  <a:cubicBezTo>
                    <a:pt x="684" y="24533"/>
                    <a:pt x="893" y="24481"/>
                    <a:pt x="1068" y="24384"/>
                  </a:cubicBezTo>
                  <a:lnTo>
                    <a:pt x="19315" y="13843"/>
                  </a:lnTo>
                  <a:cubicBezTo>
                    <a:pt x="19648" y="13643"/>
                    <a:pt x="19848" y="13343"/>
                    <a:pt x="19915" y="12976"/>
                  </a:cubicBezTo>
                  <a:lnTo>
                    <a:pt x="21916" y="1068"/>
                  </a:lnTo>
                  <a:cubicBezTo>
                    <a:pt x="21916" y="1001"/>
                    <a:pt x="21916" y="934"/>
                    <a:pt x="21916" y="867"/>
                  </a:cubicBezTo>
                  <a:cubicBezTo>
                    <a:pt x="21916" y="534"/>
                    <a:pt x="21783" y="234"/>
                    <a:pt x="2154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4666;p75">
              <a:extLst>
                <a:ext uri="{FF2B5EF4-FFF2-40B4-BE49-F238E27FC236}">
                  <a16:creationId xmlns:a16="http://schemas.microsoft.com/office/drawing/2014/main" id="{BA9D1DB2-0292-91AC-F39A-989E0E691F05}"/>
                </a:ext>
              </a:extLst>
            </p:cNvPr>
            <p:cNvSpPr/>
            <p:nvPr/>
          </p:nvSpPr>
          <p:spPr>
            <a:xfrm>
              <a:off x="4500875" y="3076800"/>
              <a:ext cx="546250" cy="616300"/>
            </a:xfrm>
            <a:custGeom>
              <a:avLst/>
              <a:gdLst/>
              <a:ahLst/>
              <a:cxnLst/>
              <a:rect l="l" t="t" r="r" b="b"/>
              <a:pathLst>
                <a:path w="21850" h="24652" extrusionOk="0">
                  <a:moveTo>
                    <a:pt x="21583" y="1"/>
                  </a:moveTo>
                  <a:lnTo>
                    <a:pt x="2603" y="10975"/>
                  </a:lnTo>
                  <a:cubicBezTo>
                    <a:pt x="2369" y="11109"/>
                    <a:pt x="2202" y="11342"/>
                    <a:pt x="2136" y="11609"/>
                  </a:cubicBezTo>
                  <a:lnTo>
                    <a:pt x="1" y="24485"/>
                  </a:lnTo>
                  <a:lnTo>
                    <a:pt x="101" y="24585"/>
                  </a:lnTo>
                  <a:cubicBezTo>
                    <a:pt x="168" y="24619"/>
                    <a:pt x="234" y="24619"/>
                    <a:pt x="301" y="24652"/>
                  </a:cubicBezTo>
                  <a:lnTo>
                    <a:pt x="2436" y="11776"/>
                  </a:lnTo>
                  <a:cubicBezTo>
                    <a:pt x="2469" y="11509"/>
                    <a:pt x="2636" y="11276"/>
                    <a:pt x="2903" y="11142"/>
                  </a:cubicBezTo>
                  <a:lnTo>
                    <a:pt x="21850" y="201"/>
                  </a:lnTo>
                  <a:cubicBezTo>
                    <a:pt x="21783" y="101"/>
                    <a:pt x="21683" y="68"/>
                    <a:pt x="2158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4667;p75">
              <a:extLst>
                <a:ext uri="{FF2B5EF4-FFF2-40B4-BE49-F238E27FC236}">
                  <a16:creationId xmlns:a16="http://schemas.microsoft.com/office/drawing/2014/main" id="{0253ED44-B9BB-8B49-DBF2-E0F62291BA78}"/>
                </a:ext>
              </a:extLst>
            </p:cNvPr>
            <p:cNvSpPr/>
            <p:nvPr/>
          </p:nvSpPr>
          <p:spPr>
            <a:xfrm>
              <a:off x="4500875" y="3357000"/>
              <a:ext cx="65075" cy="336100"/>
            </a:xfrm>
            <a:custGeom>
              <a:avLst/>
              <a:gdLst/>
              <a:ahLst/>
              <a:cxnLst/>
              <a:rect l="l" t="t" r="r" b="b"/>
              <a:pathLst>
                <a:path w="2603" h="13444" extrusionOk="0">
                  <a:moveTo>
                    <a:pt x="2336" y="1"/>
                  </a:moveTo>
                  <a:cubicBezTo>
                    <a:pt x="2236" y="101"/>
                    <a:pt x="2169" y="234"/>
                    <a:pt x="2136" y="401"/>
                  </a:cubicBezTo>
                  <a:lnTo>
                    <a:pt x="1" y="13277"/>
                  </a:lnTo>
                  <a:lnTo>
                    <a:pt x="101" y="13377"/>
                  </a:lnTo>
                  <a:cubicBezTo>
                    <a:pt x="168" y="13411"/>
                    <a:pt x="234" y="13411"/>
                    <a:pt x="301" y="13444"/>
                  </a:cubicBezTo>
                  <a:lnTo>
                    <a:pt x="2436" y="568"/>
                  </a:lnTo>
                  <a:cubicBezTo>
                    <a:pt x="2469" y="435"/>
                    <a:pt x="2536" y="268"/>
                    <a:pt x="2603" y="168"/>
                  </a:cubicBezTo>
                  <a:lnTo>
                    <a:pt x="233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4668;p75">
              <a:extLst>
                <a:ext uri="{FF2B5EF4-FFF2-40B4-BE49-F238E27FC236}">
                  <a16:creationId xmlns:a16="http://schemas.microsoft.com/office/drawing/2014/main" id="{E4A1EE26-1C9C-5183-64CA-249FE9043765}"/>
                </a:ext>
              </a:extLst>
            </p:cNvPr>
            <p:cNvSpPr/>
            <p:nvPr/>
          </p:nvSpPr>
          <p:spPr>
            <a:xfrm>
              <a:off x="4762300" y="3352325"/>
              <a:ext cx="84300" cy="86125"/>
            </a:xfrm>
            <a:custGeom>
              <a:avLst/>
              <a:gdLst/>
              <a:ahLst/>
              <a:cxnLst/>
              <a:rect l="l" t="t" r="r" b="b"/>
              <a:pathLst>
                <a:path w="3372" h="3445" extrusionOk="0">
                  <a:moveTo>
                    <a:pt x="2765" y="1"/>
                  </a:moveTo>
                  <a:cubicBezTo>
                    <a:pt x="2537" y="1"/>
                    <a:pt x="2248" y="93"/>
                    <a:pt x="1919" y="288"/>
                  </a:cubicBezTo>
                  <a:cubicBezTo>
                    <a:pt x="1052" y="788"/>
                    <a:pt x="218" y="1856"/>
                    <a:pt x="85" y="2656"/>
                  </a:cubicBezTo>
                  <a:cubicBezTo>
                    <a:pt x="0" y="3165"/>
                    <a:pt x="225" y="3444"/>
                    <a:pt x="622" y="3444"/>
                  </a:cubicBezTo>
                  <a:cubicBezTo>
                    <a:pt x="850" y="3444"/>
                    <a:pt x="1136" y="3352"/>
                    <a:pt x="1452" y="3157"/>
                  </a:cubicBezTo>
                  <a:cubicBezTo>
                    <a:pt x="2320" y="2656"/>
                    <a:pt x="3154" y="1589"/>
                    <a:pt x="3287" y="788"/>
                  </a:cubicBezTo>
                  <a:cubicBezTo>
                    <a:pt x="3372" y="280"/>
                    <a:pt x="3161" y="1"/>
                    <a:pt x="276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4669;p75">
              <a:extLst>
                <a:ext uri="{FF2B5EF4-FFF2-40B4-BE49-F238E27FC236}">
                  <a16:creationId xmlns:a16="http://schemas.microsoft.com/office/drawing/2014/main" id="{EA9CDB4D-3A41-563F-D9C4-89DE679966DD}"/>
                </a:ext>
              </a:extLst>
            </p:cNvPr>
            <p:cNvSpPr/>
            <p:nvPr/>
          </p:nvSpPr>
          <p:spPr>
            <a:xfrm>
              <a:off x="4972050" y="3777725"/>
              <a:ext cx="247700" cy="130750"/>
            </a:xfrm>
            <a:custGeom>
              <a:avLst/>
              <a:gdLst/>
              <a:ahLst/>
              <a:cxnLst/>
              <a:rect l="l" t="t" r="r" b="b"/>
              <a:pathLst>
                <a:path w="9908" h="5230" extrusionOk="0">
                  <a:moveTo>
                    <a:pt x="4954" y="1"/>
                  </a:moveTo>
                  <a:cubicBezTo>
                    <a:pt x="3862" y="1"/>
                    <a:pt x="2769" y="251"/>
                    <a:pt x="1769" y="751"/>
                  </a:cubicBezTo>
                  <a:cubicBezTo>
                    <a:pt x="1" y="1785"/>
                    <a:pt x="1" y="3453"/>
                    <a:pt x="1769" y="4454"/>
                  </a:cubicBezTo>
                  <a:cubicBezTo>
                    <a:pt x="2769" y="4971"/>
                    <a:pt x="3862" y="5229"/>
                    <a:pt x="4954" y="5229"/>
                  </a:cubicBezTo>
                  <a:cubicBezTo>
                    <a:pt x="6047" y="5229"/>
                    <a:pt x="7139" y="4971"/>
                    <a:pt x="8140" y="4454"/>
                  </a:cubicBezTo>
                  <a:cubicBezTo>
                    <a:pt x="9908" y="3453"/>
                    <a:pt x="9908" y="1785"/>
                    <a:pt x="8140" y="751"/>
                  </a:cubicBezTo>
                  <a:cubicBezTo>
                    <a:pt x="7139" y="251"/>
                    <a:pt x="6047" y="1"/>
                    <a:pt x="49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4670;p75">
              <a:extLst>
                <a:ext uri="{FF2B5EF4-FFF2-40B4-BE49-F238E27FC236}">
                  <a16:creationId xmlns:a16="http://schemas.microsoft.com/office/drawing/2014/main" id="{FB6B030D-AF72-11A5-D42B-0026FED15D29}"/>
                </a:ext>
              </a:extLst>
            </p:cNvPr>
            <p:cNvSpPr/>
            <p:nvPr/>
          </p:nvSpPr>
          <p:spPr>
            <a:xfrm>
              <a:off x="4961225" y="3678900"/>
              <a:ext cx="270200" cy="195600"/>
            </a:xfrm>
            <a:custGeom>
              <a:avLst/>
              <a:gdLst/>
              <a:ahLst/>
              <a:cxnLst/>
              <a:rect l="l" t="t" r="r" b="b"/>
              <a:pathLst>
                <a:path w="10808" h="7824" extrusionOk="0">
                  <a:moveTo>
                    <a:pt x="1501" y="1"/>
                  </a:moveTo>
                  <a:cubicBezTo>
                    <a:pt x="0" y="1268"/>
                    <a:pt x="901" y="5238"/>
                    <a:pt x="2468" y="6839"/>
                  </a:cubicBezTo>
                  <a:lnTo>
                    <a:pt x="2502" y="6839"/>
                  </a:lnTo>
                  <a:lnTo>
                    <a:pt x="2569" y="6906"/>
                  </a:lnTo>
                  <a:lnTo>
                    <a:pt x="2702" y="7039"/>
                  </a:lnTo>
                  <a:lnTo>
                    <a:pt x="2735" y="7073"/>
                  </a:lnTo>
                  <a:lnTo>
                    <a:pt x="2869" y="7139"/>
                  </a:lnTo>
                  <a:cubicBezTo>
                    <a:pt x="2935" y="7206"/>
                    <a:pt x="3002" y="7239"/>
                    <a:pt x="3069" y="7273"/>
                  </a:cubicBezTo>
                  <a:cubicBezTo>
                    <a:pt x="3786" y="7640"/>
                    <a:pt x="4578" y="7823"/>
                    <a:pt x="5375" y="7823"/>
                  </a:cubicBezTo>
                  <a:cubicBezTo>
                    <a:pt x="6171" y="7823"/>
                    <a:pt x="6972" y="7640"/>
                    <a:pt x="7706" y="7273"/>
                  </a:cubicBezTo>
                  <a:cubicBezTo>
                    <a:pt x="7772" y="7239"/>
                    <a:pt x="7839" y="7206"/>
                    <a:pt x="7906" y="7139"/>
                  </a:cubicBezTo>
                  <a:lnTo>
                    <a:pt x="8039" y="7073"/>
                  </a:lnTo>
                  <a:lnTo>
                    <a:pt x="8072" y="7039"/>
                  </a:lnTo>
                  <a:cubicBezTo>
                    <a:pt x="8139" y="7006"/>
                    <a:pt x="8173" y="6973"/>
                    <a:pt x="8206" y="6906"/>
                  </a:cubicBezTo>
                  <a:lnTo>
                    <a:pt x="8273" y="6872"/>
                  </a:lnTo>
                  <a:lnTo>
                    <a:pt x="8306" y="6839"/>
                  </a:lnTo>
                  <a:cubicBezTo>
                    <a:pt x="9874" y="5238"/>
                    <a:pt x="10808" y="1235"/>
                    <a:pt x="9273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4671;p75">
              <a:extLst>
                <a:ext uri="{FF2B5EF4-FFF2-40B4-BE49-F238E27FC236}">
                  <a16:creationId xmlns:a16="http://schemas.microsoft.com/office/drawing/2014/main" id="{AAD17AD4-35E8-99B7-DF78-E5E0EED64CAE}"/>
                </a:ext>
              </a:extLst>
            </p:cNvPr>
            <p:cNvSpPr/>
            <p:nvPr/>
          </p:nvSpPr>
          <p:spPr>
            <a:xfrm>
              <a:off x="4972050" y="3647000"/>
              <a:ext cx="247700" cy="130550"/>
            </a:xfrm>
            <a:custGeom>
              <a:avLst/>
              <a:gdLst/>
              <a:ahLst/>
              <a:cxnLst/>
              <a:rect l="l" t="t" r="r" b="b"/>
              <a:pathLst>
                <a:path w="9908" h="5222" extrusionOk="0">
                  <a:moveTo>
                    <a:pt x="4954" y="1"/>
                  </a:moveTo>
                  <a:cubicBezTo>
                    <a:pt x="3862" y="1"/>
                    <a:pt x="2769" y="259"/>
                    <a:pt x="1769" y="777"/>
                  </a:cubicBezTo>
                  <a:cubicBezTo>
                    <a:pt x="1" y="1777"/>
                    <a:pt x="1" y="3445"/>
                    <a:pt x="1769" y="4446"/>
                  </a:cubicBezTo>
                  <a:cubicBezTo>
                    <a:pt x="2769" y="4963"/>
                    <a:pt x="3862" y="5221"/>
                    <a:pt x="4954" y="5221"/>
                  </a:cubicBezTo>
                  <a:cubicBezTo>
                    <a:pt x="6047" y="5221"/>
                    <a:pt x="7139" y="4963"/>
                    <a:pt x="8140" y="4446"/>
                  </a:cubicBezTo>
                  <a:cubicBezTo>
                    <a:pt x="9908" y="3445"/>
                    <a:pt x="9908" y="1777"/>
                    <a:pt x="8140" y="777"/>
                  </a:cubicBezTo>
                  <a:cubicBezTo>
                    <a:pt x="7139" y="259"/>
                    <a:pt x="6047" y="1"/>
                    <a:pt x="495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4672;p75">
              <a:extLst>
                <a:ext uri="{FF2B5EF4-FFF2-40B4-BE49-F238E27FC236}">
                  <a16:creationId xmlns:a16="http://schemas.microsoft.com/office/drawing/2014/main" id="{070D797C-F6EF-C47C-24D9-F2CA0723BFA1}"/>
                </a:ext>
              </a:extLst>
            </p:cNvPr>
            <p:cNvSpPr/>
            <p:nvPr/>
          </p:nvSpPr>
          <p:spPr>
            <a:xfrm>
              <a:off x="5020425" y="3672650"/>
              <a:ext cx="150975" cy="79250"/>
            </a:xfrm>
            <a:custGeom>
              <a:avLst/>
              <a:gdLst/>
              <a:ahLst/>
              <a:cxnLst/>
              <a:rect l="l" t="t" r="r" b="b"/>
              <a:pathLst>
                <a:path w="6039" h="3170" extrusionOk="0">
                  <a:moveTo>
                    <a:pt x="3019" y="1"/>
                  </a:moveTo>
                  <a:cubicBezTo>
                    <a:pt x="2352" y="1"/>
                    <a:pt x="1685" y="151"/>
                    <a:pt x="1068" y="451"/>
                  </a:cubicBezTo>
                  <a:cubicBezTo>
                    <a:pt x="0" y="1085"/>
                    <a:pt x="0" y="2086"/>
                    <a:pt x="1068" y="2719"/>
                  </a:cubicBezTo>
                  <a:cubicBezTo>
                    <a:pt x="1685" y="3020"/>
                    <a:pt x="2352" y="3170"/>
                    <a:pt x="3019" y="3170"/>
                  </a:cubicBezTo>
                  <a:cubicBezTo>
                    <a:pt x="3686" y="3170"/>
                    <a:pt x="4354" y="3020"/>
                    <a:pt x="4971" y="2719"/>
                  </a:cubicBezTo>
                  <a:cubicBezTo>
                    <a:pt x="6038" y="2086"/>
                    <a:pt x="6038" y="1085"/>
                    <a:pt x="4971" y="451"/>
                  </a:cubicBezTo>
                  <a:cubicBezTo>
                    <a:pt x="4354" y="151"/>
                    <a:pt x="3686" y="1"/>
                    <a:pt x="3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4673;p75">
              <a:extLst>
                <a:ext uri="{FF2B5EF4-FFF2-40B4-BE49-F238E27FC236}">
                  <a16:creationId xmlns:a16="http://schemas.microsoft.com/office/drawing/2014/main" id="{DCFDBDFD-6A03-22C2-F86E-EDF54823B36A}"/>
                </a:ext>
              </a:extLst>
            </p:cNvPr>
            <p:cNvSpPr/>
            <p:nvPr/>
          </p:nvSpPr>
          <p:spPr>
            <a:xfrm>
              <a:off x="5031275" y="3699350"/>
              <a:ext cx="129275" cy="52550"/>
            </a:xfrm>
            <a:custGeom>
              <a:avLst/>
              <a:gdLst/>
              <a:ahLst/>
              <a:cxnLst/>
              <a:rect l="l" t="t" r="r" b="b"/>
              <a:pathLst>
                <a:path w="5171" h="2102" extrusionOk="0">
                  <a:moveTo>
                    <a:pt x="2585" y="0"/>
                  </a:moveTo>
                  <a:cubicBezTo>
                    <a:pt x="1918" y="0"/>
                    <a:pt x="1251" y="150"/>
                    <a:pt x="634" y="450"/>
                  </a:cubicBezTo>
                  <a:cubicBezTo>
                    <a:pt x="367" y="584"/>
                    <a:pt x="167" y="817"/>
                    <a:pt x="0" y="1051"/>
                  </a:cubicBezTo>
                  <a:cubicBezTo>
                    <a:pt x="167" y="1284"/>
                    <a:pt x="367" y="1485"/>
                    <a:pt x="634" y="1651"/>
                  </a:cubicBezTo>
                  <a:cubicBezTo>
                    <a:pt x="1251" y="1952"/>
                    <a:pt x="1918" y="2102"/>
                    <a:pt x="2585" y="2102"/>
                  </a:cubicBezTo>
                  <a:cubicBezTo>
                    <a:pt x="3252" y="2102"/>
                    <a:pt x="3920" y="1952"/>
                    <a:pt x="4537" y="1651"/>
                  </a:cubicBezTo>
                  <a:cubicBezTo>
                    <a:pt x="4770" y="1485"/>
                    <a:pt x="5004" y="1284"/>
                    <a:pt x="5170" y="1051"/>
                  </a:cubicBezTo>
                  <a:cubicBezTo>
                    <a:pt x="5004" y="817"/>
                    <a:pt x="4770" y="584"/>
                    <a:pt x="4537" y="450"/>
                  </a:cubicBezTo>
                  <a:cubicBezTo>
                    <a:pt x="3920" y="150"/>
                    <a:pt x="3252" y="0"/>
                    <a:pt x="25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4674;p75">
              <a:extLst>
                <a:ext uri="{FF2B5EF4-FFF2-40B4-BE49-F238E27FC236}">
                  <a16:creationId xmlns:a16="http://schemas.microsoft.com/office/drawing/2014/main" id="{FF36F5EE-3E6F-C5FE-E7CD-FBEC2308A2A7}"/>
                </a:ext>
              </a:extLst>
            </p:cNvPr>
            <p:cNvSpPr/>
            <p:nvPr/>
          </p:nvSpPr>
          <p:spPr>
            <a:xfrm>
              <a:off x="4977900" y="3518325"/>
              <a:ext cx="225175" cy="216475"/>
            </a:xfrm>
            <a:custGeom>
              <a:avLst/>
              <a:gdLst/>
              <a:ahLst/>
              <a:cxnLst/>
              <a:rect l="l" t="t" r="r" b="b"/>
              <a:pathLst>
                <a:path w="9007" h="8659" extrusionOk="0">
                  <a:moveTo>
                    <a:pt x="6203" y="0"/>
                  </a:moveTo>
                  <a:cubicBezTo>
                    <a:pt x="5850" y="0"/>
                    <a:pt x="5216" y="1317"/>
                    <a:pt x="4904" y="2254"/>
                  </a:cubicBezTo>
                  <a:cubicBezTo>
                    <a:pt x="4603" y="3288"/>
                    <a:pt x="4437" y="4122"/>
                    <a:pt x="4437" y="4122"/>
                  </a:cubicBezTo>
                  <a:cubicBezTo>
                    <a:pt x="4303" y="3322"/>
                    <a:pt x="4103" y="2554"/>
                    <a:pt x="3870" y="1787"/>
                  </a:cubicBezTo>
                  <a:cubicBezTo>
                    <a:pt x="3559" y="885"/>
                    <a:pt x="3273" y="555"/>
                    <a:pt x="3031" y="555"/>
                  </a:cubicBezTo>
                  <a:cubicBezTo>
                    <a:pt x="2986" y="555"/>
                    <a:pt x="2944" y="566"/>
                    <a:pt x="2902" y="586"/>
                  </a:cubicBezTo>
                  <a:cubicBezTo>
                    <a:pt x="2635" y="686"/>
                    <a:pt x="2469" y="1187"/>
                    <a:pt x="2369" y="2588"/>
                  </a:cubicBezTo>
                  <a:cubicBezTo>
                    <a:pt x="2369" y="3255"/>
                    <a:pt x="2369" y="3955"/>
                    <a:pt x="2435" y="4623"/>
                  </a:cubicBezTo>
                  <a:cubicBezTo>
                    <a:pt x="2435" y="4623"/>
                    <a:pt x="1902" y="4055"/>
                    <a:pt x="1334" y="3488"/>
                  </a:cubicBezTo>
                  <a:cubicBezTo>
                    <a:pt x="824" y="3003"/>
                    <a:pt x="547" y="2850"/>
                    <a:pt x="371" y="2850"/>
                  </a:cubicBezTo>
                  <a:cubicBezTo>
                    <a:pt x="317" y="2850"/>
                    <a:pt x="273" y="2865"/>
                    <a:pt x="234" y="2888"/>
                  </a:cubicBezTo>
                  <a:cubicBezTo>
                    <a:pt x="34" y="2988"/>
                    <a:pt x="0" y="3955"/>
                    <a:pt x="1001" y="5790"/>
                  </a:cubicBezTo>
                  <a:cubicBezTo>
                    <a:pt x="1468" y="6691"/>
                    <a:pt x="2135" y="7525"/>
                    <a:pt x="2869" y="8259"/>
                  </a:cubicBezTo>
                  <a:cubicBezTo>
                    <a:pt x="2869" y="8259"/>
                    <a:pt x="3492" y="8659"/>
                    <a:pt x="4599" y="8659"/>
                  </a:cubicBezTo>
                  <a:cubicBezTo>
                    <a:pt x="5152" y="8659"/>
                    <a:pt x="5827" y="8559"/>
                    <a:pt x="6605" y="8259"/>
                  </a:cubicBezTo>
                  <a:cubicBezTo>
                    <a:pt x="7205" y="7658"/>
                    <a:pt x="7739" y="6958"/>
                    <a:pt x="8173" y="6190"/>
                  </a:cubicBezTo>
                  <a:cubicBezTo>
                    <a:pt x="8873" y="4956"/>
                    <a:pt x="9007" y="3255"/>
                    <a:pt x="8640" y="3055"/>
                  </a:cubicBezTo>
                  <a:cubicBezTo>
                    <a:pt x="8619" y="3043"/>
                    <a:pt x="8595" y="3038"/>
                    <a:pt x="8567" y="3038"/>
                  </a:cubicBezTo>
                  <a:cubicBezTo>
                    <a:pt x="8108" y="3038"/>
                    <a:pt x="6772" y="4522"/>
                    <a:pt x="6772" y="4522"/>
                  </a:cubicBezTo>
                  <a:cubicBezTo>
                    <a:pt x="6905" y="3822"/>
                    <a:pt x="6972" y="3088"/>
                    <a:pt x="6938" y="2388"/>
                  </a:cubicBezTo>
                  <a:cubicBezTo>
                    <a:pt x="6872" y="1253"/>
                    <a:pt x="6605" y="219"/>
                    <a:pt x="6271" y="19"/>
                  </a:cubicBezTo>
                  <a:cubicBezTo>
                    <a:pt x="6250" y="7"/>
                    <a:pt x="6227" y="0"/>
                    <a:pt x="620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4675;p75">
              <a:extLst>
                <a:ext uri="{FF2B5EF4-FFF2-40B4-BE49-F238E27FC236}">
                  <a16:creationId xmlns:a16="http://schemas.microsoft.com/office/drawing/2014/main" id="{BABC6C1A-E437-7B35-89CF-7D20DCAB28F5}"/>
                </a:ext>
              </a:extLst>
            </p:cNvPr>
            <p:cNvSpPr/>
            <p:nvPr/>
          </p:nvSpPr>
          <p:spPr>
            <a:xfrm>
              <a:off x="4977900" y="3518325"/>
              <a:ext cx="225175" cy="216475"/>
            </a:xfrm>
            <a:custGeom>
              <a:avLst/>
              <a:gdLst/>
              <a:ahLst/>
              <a:cxnLst/>
              <a:rect l="l" t="t" r="r" b="b"/>
              <a:pathLst>
                <a:path w="9007" h="8659" extrusionOk="0">
                  <a:moveTo>
                    <a:pt x="6203" y="0"/>
                  </a:moveTo>
                  <a:cubicBezTo>
                    <a:pt x="5850" y="0"/>
                    <a:pt x="5216" y="1317"/>
                    <a:pt x="4904" y="2254"/>
                  </a:cubicBezTo>
                  <a:cubicBezTo>
                    <a:pt x="4603" y="3288"/>
                    <a:pt x="4437" y="4122"/>
                    <a:pt x="4437" y="4122"/>
                  </a:cubicBezTo>
                  <a:cubicBezTo>
                    <a:pt x="4303" y="3322"/>
                    <a:pt x="4103" y="2554"/>
                    <a:pt x="3870" y="1787"/>
                  </a:cubicBezTo>
                  <a:cubicBezTo>
                    <a:pt x="3559" y="885"/>
                    <a:pt x="3273" y="555"/>
                    <a:pt x="3031" y="555"/>
                  </a:cubicBezTo>
                  <a:cubicBezTo>
                    <a:pt x="2986" y="555"/>
                    <a:pt x="2944" y="566"/>
                    <a:pt x="2902" y="586"/>
                  </a:cubicBezTo>
                  <a:cubicBezTo>
                    <a:pt x="2635" y="686"/>
                    <a:pt x="2469" y="1187"/>
                    <a:pt x="2369" y="2588"/>
                  </a:cubicBezTo>
                  <a:cubicBezTo>
                    <a:pt x="2369" y="3255"/>
                    <a:pt x="2369" y="3955"/>
                    <a:pt x="2435" y="4623"/>
                  </a:cubicBezTo>
                  <a:cubicBezTo>
                    <a:pt x="2435" y="4623"/>
                    <a:pt x="1902" y="4055"/>
                    <a:pt x="1334" y="3488"/>
                  </a:cubicBezTo>
                  <a:cubicBezTo>
                    <a:pt x="824" y="3003"/>
                    <a:pt x="547" y="2850"/>
                    <a:pt x="371" y="2850"/>
                  </a:cubicBezTo>
                  <a:cubicBezTo>
                    <a:pt x="317" y="2850"/>
                    <a:pt x="273" y="2865"/>
                    <a:pt x="234" y="2888"/>
                  </a:cubicBezTo>
                  <a:cubicBezTo>
                    <a:pt x="34" y="2988"/>
                    <a:pt x="0" y="3955"/>
                    <a:pt x="1001" y="5790"/>
                  </a:cubicBezTo>
                  <a:cubicBezTo>
                    <a:pt x="1468" y="6691"/>
                    <a:pt x="2135" y="7525"/>
                    <a:pt x="2869" y="8259"/>
                  </a:cubicBezTo>
                  <a:cubicBezTo>
                    <a:pt x="2869" y="8259"/>
                    <a:pt x="3492" y="8659"/>
                    <a:pt x="4599" y="8659"/>
                  </a:cubicBezTo>
                  <a:cubicBezTo>
                    <a:pt x="5152" y="8659"/>
                    <a:pt x="5827" y="8559"/>
                    <a:pt x="6605" y="8259"/>
                  </a:cubicBezTo>
                  <a:cubicBezTo>
                    <a:pt x="7205" y="7658"/>
                    <a:pt x="7739" y="6958"/>
                    <a:pt x="8173" y="6190"/>
                  </a:cubicBezTo>
                  <a:cubicBezTo>
                    <a:pt x="8873" y="4956"/>
                    <a:pt x="9007" y="3255"/>
                    <a:pt x="8640" y="3055"/>
                  </a:cubicBezTo>
                  <a:cubicBezTo>
                    <a:pt x="8619" y="3043"/>
                    <a:pt x="8595" y="3038"/>
                    <a:pt x="8567" y="3038"/>
                  </a:cubicBezTo>
                  <a:cubicBezTo>
                    <a:pt x="8108" y="3038"/>
                    <a:pt x="6772" y="4522"/>
                    <a:pt x="6772" y="4522"/>
                  </a:cubicBezTo>
                  <a:cubicBezTo>
                    <a:pt x="6905" y="3822"/>
                    <a:pt x="6972" y="3088"/>
                    <a:pt x="6938" y="2388"/>
                  </a:cubicBezTo>
                  <a:cubicBezTo>
                    <a:pt x="6872" y="1253"/>
                    <a:pt x="6605" y="219"/>
                    <a:pt x="6271" y="19"/>
                  </a:cubicBezTo>
                  <a:cubicBezTo>
                    <a:pt x="6250" y="7"/>
                    <a:pt x="6227" y="0"/>
                    <a:pt x="620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4676;p75">
              <a:extLst>
                <a:ext uri="{FF2B5EF4-FFF2-40B4-BE49-F238E27FC236}">
                  <a16:creationId xmlns:a16="http://schemas.microsoft.com/office/drawing/2014/main" id="{EFD29975-3499-17F1-80FE-BBE61FF8E254}"/>
                </a:ext>
              </a:extLst>
            </p:cNvPr>
            <p:cNvSpPr/>
            <p:nvPr/>
          </p:nvSpPr>
          <p:spPr>
            <a:xfrm>
              <a:off x="5120500" y="3547150"/>
              <a:ext cx="30875" cy="114275"/>
            </a:xfrm>
            <a:custGeom>
              <a:avLst/>
              <a:gdLst/>
              <a:ahLst/>
              <a:cxnLst/>
              <a:rect l="l" t="t" r="r" b="b"/>
              <a:pathLst>
                <a:path w="1235" h="4571" extrusionOk="0">
                  <a:moveTo>
                    <a:pt x="1034" y="0"/>
                  </a:moveTo>
                  <a:cubicBezTo>
                    <a:pt x="1001" y="1935"/>
                    <a:pt x="0" y="4570"/>
                    <a:pt x="0" y="4570"/>
                  </a:cubicBezTo>
                  <a:cubicBezTo>
                    <a:pt x="401" y="4237"/>
                    <a:pt x="767" y="3837"/>
                    <a:pt x="1034" y="3369"/>
                  </a:cubicBezTo>
                  <a:cubicBezTo>
                    <a:pt x="1168" y="2636"/>
                    <a:pt x="1234" y="1935"/>
                    <a:pt x="1201" y="1201"/>
                  </a:cubicBezTo>
                  <a:cubicBezTo>
                    <a:pt x="1168" y="801"/>
                    <a:pt x="1134" y="401"/>
                    <a:pt x="10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4677;p75">
              <a:extLst>
                <a:ext uri="{FF2B5EF4-FFF2-40B4-BE49-F238E27FC236}">
                  <a16:creationId xmlns:a16="http://schemas.microsoft.com/office/drawing/2014/main" id="{4B89658B-B146-3085-A03A-6C9306F4D0A5}"/>
                </a:ext>
              </a:extLst>
            </p:cNvPr>
            <p:cNvSpPr/>
            <p:nvPr/>
          </p:nvSpPr>
          <p:spPr>
            <a:xfrm>
              <a:off x="5081300" y="3612200"/>
              <a:ext cx="117600" cy="122200"/>
            </a:xfrm>
            <a:custGeom>
              <a:avLst/>
              <a:gdLst/>
              <a:ahLst/>
              <a:cxnLst/>
              <a:rect l="l" t="t" r="r" b="b"/>
              <a:pathLst>
                <a:path w="4704" h="4888" extrusionOk="0">
                  <a:moveTo>
                    <a:pt x="4704" y="0"/>
                  </a:moveTo>
                  <a:lnTo>
                    <a:pt x="4704" y="0"/>
                  </a:lnTo>
                  <a:cubicBezTo>
                    <a:pt x="4537" y="934"/>
                    <a:pt x="3103" y="3269"/>
                    <a:pt x="2102" y="4003"/>
                  </a:cubicBezTo>
                  <a:cubicBezTo>
                    <a:pt x="1468" y="4437"/>
                    <a:pt x="734" y="4737"/>
                    <a:pt x="0" y="4870"/>
                  </a:cubicBezTo>
                  <a:cubicBezTo>
                    <a:pt x="141" y="4882"/>
                    <a:pt x="283" y="4887"/>
                    <a:pt x="426" y="4887"/>
                  </a:cubicBezTo>
                  <a:cubicBezTo>
                    <a:pt x="1125" y="4887"/>
                    <a:pt x="1831" y="4753"/>
                    <a:pt x="2469" y="4504"/>
                  </a:cubicBezTo>
                  <a:cubicBezTo>
                    <a:pt x="3069" y="3903"/>
                    <a:pt x="3603" y="3203"/>
                    <a:pt x="4037" y="2435"/>
                  </a:cubicBezTo>
                  <a:cubicBezTo>
                    <a:pt x="4437" y="1702"/>
                    <a:pt x="4670" y="868"/>
                    <a:pt x="47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4678;p75">
              <a:extLst>
                <a:ext uri="{FF2B5EF4-FFF2-40B4-BE49-F238E27FC236}">
                  <a16:creationId xmlns:a16="http://schemas.microsoft.com/office/drawing/2014/main" id="{9CB9C84F-CC09-0E87-9782-D5D38EA0B741}"/>
                </a:ext>
              </a:extLst>
            </p:cNvPr>
            <p:cNvSpPr/>
            <p:nvPr/>
          </p:nvSpPr>
          <p:spPr>
            <a:xfrm>
              <a:off x="3821225" y="2752400"/>
              <a:ext cx="659675" cy="827425"/>
            </a:xfrm>
            <a:custGeom>
              <a:avLst/>
              <a:gdLst/>
              <a:ahLst/>
              <a:cxnLst/>
              <a:rect l="l" t="t" r="r" b="b"/>
              <a:pathLst>
                <a:path w="26387" h="33097" extrusionOk="0">
                  <a:moveTo>
                    <a:pt x="4738" y="1"/>
                  </a:moveTo>
                  <a:cubicBezTo>
                    <a:pt x="334" y="601"/>
                    <a:pt x="1" y="3537"/>
                    <a:pt x="68" y="5672"/>
                  </a:cubicBezTo>
                  <a:cubicBezTo>
                    <a:pt x="268" y="9775"/>
                    <a:pt x="901" y="16946"/>
                    <a:pt x="1535" y="20416"/>
                  </a:cubicBezTo>
                  <a:cubicBezTo>
                    <a:pt x="1969" y="22817"/>
                    <a:pt x="2036" y="23284"/>
                    <a:pt x="3637" y="24152"/>
                  </a:cubicBezTo>
                  <a:cubicBezTo>
                    <a:pt x="5205" y="24986"/>
                    <a:pt x="14678" y="27988"/>
                    <a:pt x="15212" y="28455"/>
                  </a:cubicBezTo>
                  <a:cubicBezTo>
                    <a:pt x="15645" y="28822"/>
                    <a:pt x="16112" y="29522"/>
                    <a:pt x="16880" y="30156"/>
                  </a:cubicBezTo>
                  <a:cubicBezTo>
                    <a:pt x="17413" y="30556"/>
                    <a:pt x="18080" y="30756"/>
                    <a:pt x="18781" y="30790"/>
                  </a:cubicBezTo>
                  <a:cubicBezTo>
                    <a:pt x="19481" y="31457"/>
                    <a:pt x="20282" y="32057"/>
                    <a:pt x="21116" y="32558"/>
                  </a:cubicBezTo>
                  <a:cubicBezTo>
                    <a:pt x="21761" y="32911"/>
                    <a:pt x="22497" y="33096"/>
                    <a:pt x="23235" y="33096"/>
                  </a:cubicBezTo>
                  <a:cubicBezTo>
                    <a:pt x="23680" y="33096"/>
                    <a:pt x="24125" y="33029"/>
                    <a:pt x="24552" y="32891"/>
                  </a:cubicBezTo>
                  <a:cubicBezTo>
                    <a:pt x="26019" y="32458"/>
                    <a:pt x="26386" y="31790"/>
                    <a:pt x="25619" y="31223"/>
                  </a:cubicBezTo>
                  <a:cubicBezTo>
                    <a:pt x="24852" y="30623"/>
                    <a:pt x="21316" y="27087"/>
                    <a:pt x="20616" y="26453"/>
                  </a:cubicBezTo>
                  <a:cubicBezTo>
                    <a:pt x="19915" y="25819"/>
                    <a:pt x="18714" y="25419"/>
                    <a:pt x="17780" y="24919"/>
                  </a:cubicBezTo>
                  <a:cubicBezTo>
                    <a:pt x="16546" y="24318"/>
                    <a:pt x="15545" y="23885"/>
                    <a:pt x="14111" y="23284"/>
                  </a:cubicBezTo>
                  <a:cubicBezTo>
                    <a:pt x="11676" y="22284"/>
                    <a:pt x="8240" y="20582"/>
                    <a:pt x="6872" y="19882"/>
                  </a:cubicBezTo>
                  <a:cubicBezTo>
                    <a:pt x="6872" y="19882"/>
                    <a:pt x="6305" y="10308"/>
                    <a:pt x="6139" y="8240"/>
                  </a:cubicBezTo>
                  <a:cubicBezTo>
                    <a:pt x="7173" y="2903"/>
                    <a:pt x="5738" y="1035"/>
                    <a:pt x="4738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62778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2421350" y="224502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597265" y="3496"/>
            <a:ext cx="35147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Atliq's</a:t>
            </a:r>
            <a:r>
              <a:rPr lang="en-GB" dirty="0"/>
              <a:t> Products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424;p73">
            <a:extLst>
              <a:ext uri="{FF2B5EF4-FFF2-40B4-BE49-F238E27FC236}">
                <a16:creationId xmlns:a16="http://schemas.microsoft.com/office/drawing/2014/main" id="{022CB9E4-18FA-5C62-F763-C1376E2EDD84}"/>
              </a:ext>
            </a:extLst>
          </p:cNvPr>
          <p:cNvSpPr txBox="1">
            <a:spLocks noGrp="1"/>
          </p:cNvSpPr>
          <p:nvPr/>
        </p:nvSpPr>
        <p:spPr>
          <a:xfrm>
            <a:off x="732169" y="1728998"/>
            <a:ext cx="2063496" cy="219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tx1"/>
                </a:solidFill>
                <a:latin typeface="Oswald Medium"/>
                <a:ea typeface="Oswald Medium"/>
                <a:cs typeface="Oswald Medium"/>
                <a:sym typeface="Oswald Medium"/>
              </a:rPr>
              <a:t>Desktop</a:t>
            </a:r>
          </a:p>
          <a:p>
            <a:pPr marL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77C6FC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IN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Business laptop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IN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Personal laptop</a:t>
            </a:r>
            <a:endParaRPr lang="en" sz="1400" dirty="0">
              <a:uFill>
                <a:noFill/>
              </a:u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Oswald Medium"/>
                <a:ea typeface="Oswald Medium"/>
                <a:cs typeface="Oswald Medium"/>
                <a:sym typeface="Oswald Medium"/>
              </a:rPr>
              <a:t>Notebook</a:t>
            </a:r>
            <a:endParaRPr lang="en-US" sz="1800" dirty="0">
              <a:solidFill>
                <a:srgbClr val="77C6FC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IN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Business laptop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Gaming laptop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Personal laptop</a:t>
            </a:r>
          </a:p>
        </p:txBody>
      </p:sp>
      <p:sp>
        <p:nvSpPr>
          <p:cNvPr id="3" name="Google Shape;3424;p73">
            <a:extLst>
              <a:ext uri="{FF2B5EF4-FFF2-40B4-BE49-F238E27FC236}">
                <a16:creationId xmlns:a16="http://schemas.microsoft.com/office/drawing/2014/main" id="{B05C1193-1AB2-62D9-B847-2AAFE77F4EAB}"/>
              </a:ext>
            </a:extLst>
          </p:cNvPr>
          <p:cNvSpPr txBox="1">
            <a:spLocks noGrp="1"/>
          </p:cNvSpPr>
          <p:nvPr/>
        </p:nvSpPr>
        <p:spPr>
          <a:xfrm>
            <a:off x="3490797" y="1728998"/>
            <a:ext cx="2063496" cy="265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tx1"/>
                </a:solidFill>
                <a:latin typeface="Oswald Medium"/>
                <a:ea typeface="Oswald Medium"/>
                <a:cs typeface="Oswald Medium"/>
                <a:sym typeface="Oswald Medium"/>
              </a:rPr>
              <a:t>Accessories</a:t>
            </a:r>
          </a:p>
          <a:p>
            <a:pPr marL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77C6FC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IN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Batteries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IN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Keyboard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IN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Mouse</a:t>
            </a:r>
            <a:endParaRPr lang="en" sz="1400" dirty="0">
              <a:uFill>
                <a:noFill/>
              </a:u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Oswald Medium"/>
                <a:ea typeface="Oswald Medium"/>
                <a:cs typeface="Oswald Medium"/>
                <a:sym typeface="Oswald Medium"/>
              </a:rPr>
              <a:t>Peripherals</a:t>
            </a:r>
            <a:endParaRPr lang="en-US" sz="1800" dirty="0">
              <a:solidFill>
                <a:srgbClr val="77C6FC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Graphic card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Internal HDD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Motherboard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Processors</a:t>
            </a:r>
          </a:p>
        </p:txBody>
      </p:sp>
      <p:sp>
        <p:nvSpPr>
          <p:cNvPr id="4" name="Google Shape;3424;p73">
            <a:extLst>
              <a:ext uri="{FF2B5EF4-FFF2-40B4-BE49-F238E27FC236}">
                <a16:creationId xmlns:a16="http://schemas.microsoft.com/office/drawing/2014/main" id="{5CA4A0B8-607E-B656-5C13-EBA12848D289}"/>
              </a:ext>
            </a:extLst>
          </p:cNvPr>
          <p:cNvSpPr txBox="1">
            <a:spLocks noGrp="1"/>
          </p:cNvSpPr>
          <p:nvPr/>
        </p:nvSpPr>
        <p:spPr>
          <a:xfrm>
            <a:off x="6133776" y="1728997"/>
            <a:ext cx="2147771" cy="219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tx1"/>
                </a:solidFill>
                <a:latin typeface="Oswald Medium"/>
                <a:ea typeface="Oswald Medium"/>
                <a:cs typeface="Oswald Medium"/>
                <a:sym typeface="Oswald Medium"/>
              </a:rPr>
              <a:t>Networking</a:t>
            </a:r>
          </a:p>
          <a:p>
            <a:pPr marL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77C6FC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IN" sz="1400" dirty="0" err="1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Wifi</a:t>
            </a:r>
            <a:r>
              <a:rPr lang="en-IN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 Extender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Oswald Medium"/>
                <a:ea typeface="Oswald Medium"/>
                <a:cs typeface="Oswald Medium"/>
                <a:sym typeface="Oswald Medium"/>
              </a:rPr>
              <a:t>Storage</a:t>
            </a:r>
            <a:endParaRPr lang="en-US" sz="1800" dirty="0">
              <a:solidFill>
                <a:srgbClr val="77C6FC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External SSD</a:t>
            </a:r>
          </a:p>
          <a:p>
            <a:pPr marL="457200" marR="508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 dirty="0">
                <a:uFill>
                  <a:noFill/>
                </a:uFill>
                <a:latin typeface="Roboto"/>
                <a:ea typeface="Roboto"/>
                <a:cs typeface="Roboto"/>
                <a:sym typeface="Roboto"/>
              </a:rPr>
              <a:t>USB Flash drivers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F2869-C965-767E-2E93-D7E87CF39C1D}"/>
              </a:ext>
            </a:extLst>
          </p:cNvPr>
          <p:cNvSpPr txBox="1"/>
          <p:nvPr/>
        </p:nvSpPr>
        <p:spPr>
          <a:xfrm>
            <a:off x="732169" y="1179877"/>
            <a:ext cx="636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B8658-CCB4-3EB1-2FDA-E951DB46F54B}"/>
              </a:ext>
            </a:extLst>
          </p:cNvPr>
          <p:cNvSpPr txBox="1"/>
          <p:nvPr/>
        </p:nvSpPr>
        <p:spPr>
          <a:xfrm>
            <a:off x="6133776" y="1174555"/>
            <a:ext cx="859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N&amp;S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E0B63-A1CE-03A9-28A6-DA8ABADB9372}"/>
              </a:ext>
            </a:extLst>
          </p:cNvPr>
          <p:cNvSpPr txBox="1"/>
          <p:nvPr/>
        </p:nvSpPr>
        <p:spPr>
          <a:xfrm>
            <a:off x="3495090" y="1174555"/>
            <a:ext cx="859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P&amp;A</a:t>
            </a:r>
          </a:p>
        </p:txBody>
      </p:sp>
      <p:sp>
        <p:nvSpPr>
          <p:cNvPr id="10" name="Google Shape;829;p45">
            <a:extLst>
              <a:ext uri="{FF2B5EF4-FFF2-40B4-BE49-F238E27FC236}">
                <a16:creationId xmlns:a16="http://schemas.microsoft.com/office/drawing/2014/main" id="{F9FADF90-E991-CE0D-204D-53C27D53D225}"/>
              </a:ext>
            </a:extLst>
          </p:cNvPr>
          <p:cNvSpPr/>
          <p:nvPr/>
        </p:nvSpPr>
        <p:spPr>
          <a:xfrm rot="11786162">
            <a:off x="211099" y="1341782"/>
            <a:ext cx="484965" cy="325252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829;p45">
            <a:extLst>
              <a:ext uri="{FF2B5EF4-FFF2-40B4-BE49-F238E27FC236}">
                <a16:creationId xmlns:a16="http://schemas.microsoft.com/office/drawing/2014/main" id="{BB3DC6F2-AC73-57DA-EAC2-1C96BFBB9A57}"/>
              </a:ext>
            </a:extLst>
          </p:cNvPr>
          <p:cNvSpPr/>
          <p:nvPr/>
        </p:nvSpPr>
        <p:spPr>
          <a:xfrm rot="11786162">
            <a:off x="5612706" y="1269592"/>
            <a:ext cx="484965" cy="325252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29;p45">
            <a:extLst>
              <a:ext uri="{FF2B5EF4-FFF2-40B4-BE49-F238E27FC236}">
                <a16:creationId xmlns:a16="http://schemas.microsoft.com/office/drawing/2014/main" id="{A5DA8824-3833-3770-FCC1-B7460AFDEFF8}"/>
              </a:ext>
            </a:extLst>
          </p:cNvPr>
          <p:cNvSpPr/>
          <p:nvPr/>
        </p:nvSpPr>
        <p:spPr>
          <a:xfrm rot="11786162">
            <a:off x="2969727" y="1269592"/>
            <a:ext cx="484965" cy="325252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348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2421350" y="224502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421350" y="3496"/>
            <a:ext cx="383351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Atliq’s</a:t>
            </a:r>
            <a:r>
              <a:rPr lang="en-GB" dirty="0"/>
              <a:t> Network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1" name="Picture 980">
            <a:extLst>
              <a:ext uri="{FF2B5EF4-FFF2-40B4-BE49-F238E27FC236}">
                <a16:creationId xmlns:a16="http://schemas.microsoft.com/office/drawing/2014/main" id="{C8DC8067-FD3B-8AAC-8925-7316EE2A9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00" y="1003932"/>
            <a:ext cx="6801752" cy="37779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50381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4"/>
          <p:cNvSpPr txBox="1">
            <a:spLocks noGrp="1"/>
          </p:cNvSpPr>
          <p:nvPr>
            <p:ph type="title" idx="2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spcFirstLastPara="1" wrap="square" lIns="91425" tIns="91425" rIns="11255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552" name="Google Shape;552;p44"/>
          <p:cNvSpPr txBox="1">
            <a:spLocks noGrp="1"/>
          </p:cNvSpPr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Input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Dataset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2" name="Google Shape;2186;p61">
            <a:extLst>
              <a:ext uri="{FF2B5EF4-FFF2-40B4-BE49-F238E27FC236}">
                <a16:creationId xmlns:a16="http://schemas.microsoft.com/office/drawing/2014/main" id="{45F85B2A-15D3-A875-D4AC-00D2B17C1980}"/>
              </a:ext>
            </a:extLst>
          </p:cNvPr>
          <p:cNvGrpSpPr/>
          <p:nvPr/>
        </p:nvGrpSpPr>
        <p:grpSpPr>
          <a:xfrm>
            <a:off x="4728174" y="1258155"/>
            <a:ext cx="3799526" cy="3306350"/>
            <a:chOff x="1532925" y="519425"/>
            <a:chExt cx="4318950" cy="4374550"/>
          </a:xfrm>
        </p:grpSpPr>
        <p:sp>
          <p:nvSpPr>
            <p:cNvPr id="3" name="Google Shape;2187;p61">
              <a:extLst>
                <a:ext uri="{FF2B5EF4-FFF2-40B4-BE49-F238E27FC236}">
                  <a16:creationId xmlns:a16="http://schemas.microsoft.com/office/drawing/2014/main" id="{6B9B46A2-A048-840D-48E2-F2264DBA26EF}"/>
                </a:ext>
              </a:extLst>
            </p:cNvPr>
            <p:cNvSpPr/>
            <p:nvPr/>
          </p:nvSpPr>
          <p:spPr>
            <a:xfrm>
              <a:off x="4106425" y="4294350"/>
              <a:ext cx="1037450" cy="599625"/>
            </a:xfrm>
            <a:custGeom>
              <a:avLst/>
              <a:gdLst/>
              <a:ahLst/>
              <a:cxnLst/>
              <a:rect l="l" t="t" r="r" b="b"/>
              <a:pathLst>
                <a:path w="41498" h="23985" extrusionOk="0">
                  <a:moveTo>
                    <a:pt x="20749" y="0"/>
                  </a:moveTo>
                  <a:cubicBezTo>
                    <a:pt x="9274" y="0"/>
                    <a:pt x="1" y="5371"/>
                    <a:pt x="1" y="11976"/>
                  </a:cubicBezTo>
                  <a:cubicBezTo>
                    <a:pt x="1" y="18614"/>
                    <a:pt x="9274" y="23984"/>
                    <a:pt x="20749" y="23984"/>
                  </a:cubicBezTo>
                  <a:cubicBezTo>
                    <a:pt x="32224" y="23984"/>
                    <a:pt x="41497" y="18614"/>
                    <a:pt x="41497" y="11976"/>
                  </a:cubicBezTo>
                  <a:cubicBezTo>
                    <a:pt x="41497" y="5371"/>
                    <a:pt x="32224" y="0"/>
                    <a:pt x="207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188;p61">
              <a:extLst>
                <a:ext uri="{FF2B5EF4-FFF2-40B4-BE49-F238E27FC236}">
                  <a16:creationId xmlns:a16="http://schemas.microsoft.com/office/drawing/2014/main" id="{B9B576A8-4E92-BC2F-2ADC-03C4123EA381}"/>
                </a:ext>
              </a:extLst>
            </p:cNvPr>
            <p:cNvSpPr/>
            <p:nvPr/>
          </p:nvSpPr>
          <p:spPr>
            <a:xfrm>
              <a:off x="2182575" y="3091400"/>
              <a:ext cx="2678600" cy="1546975"/>
            </a:xfrm>
            <a:custGeom>
              <a:avLst/>
              <a:gdLst/>
              <a:ahLst/>
              <a:cxnLst/>
              <a:rect l="l" t="t" r="r" b="b"/>
              <a:pathLst>
                <a:path w="107144" h="61879" extrusionOk="0">
                  <a:moveTo>
                    <a:pt x="104441" y="1"/>
                  </a:moveTo>
                  <a:cubicBezTo>
                    <a:pt x="104108" y="1"/>
                    <a:pt x="103774" y="84"/>
                    <a:pt x="103474" y="251"/>
                  </a:cubicBezTo>
                  <a:lnTo>
                    <a:pt x="534" y="59527"/>
                  </a:lnTo>
                  <a:cubicBezTo>
                    <a:pt x="0" y="59827"/>
                    <a:pt x="0" y="60627"/>
                    <a:pt x="534" y="60961"/>
                  </a:cubicBezTo>
                  <a:lnTo>
                    <a:pt x="1701" y="61628"/>
                  </a:lnTo>
                  <a:cubicBezTo>
                    <a:pt x="2001" y="61795"/>
                    <a:pt x="2335" y="61878"/>
                    <a:pt x="2669" y="61878"/>
                  </a:cubicBezTo>
                  <a:cubicBezTo>
                    <a:pt x="3002" y="61878"/>
                    <a:pt x="3336" y="61795"/>
                    <a:pt x="3636" y="61628"/>
                  </a:cubicBezTo>
                  <a:lnTo>
                    <a:pt x="106576" y="2386"/>
                  </a:lnTo>
                  <a:cubicBezTo>
                    <a:pt x="107143" y="2052"/>
                    <a:pt x="107143" y="1252"/>
                    <a:pt x="106576" y="951"/>
                  </a:cubicBezTo>
                  <a:lnTo>
                    <a:pt x="105409" y="251"/>
                  </a:lnTo>
                  <a:cubicBezTo>
                    <a:pt x="105108" y="84"/>
                    <a:pt x="104775" y="1"/>
                    <a:pt x="10444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189;p61">
              <a:extLst>
                <a:ext uri="{FF2B5EF4-FFF2-40B4-BE49-F238E27FC236}">
                  <a16:creationId xmlns:a16="http://schemas.microsoft.com/office/drawing/2014/main" id="{5C460A15-4295-AD77-D535-8EAFDEF6E110}"/>
                </a:ext>
              </a:extLst>
            </p:cNvPr>
            <p:cNvSpPr/>
            <p:nvPr/>
          </p:nvSpPr>
          <p:spPr>
            <a:xfrm>
              <a:off x="2774650" y="874100"/>
              <a:ext cx="354450" cy="276200"/>
            </a:xfrm>
            <a:custGeom>
              <a:avLst/>
              <a:gdLst/>
              <a:ahLst/>
              <a:cxnLst/>
              <a:rect l="l" t="t" r="r" b="b"/>
              <a:pathLst>
                <a:path w="14178" h="11048" extrusionOk="0">
                  <a:moveTo>
                    <a:pt x="7133" y="0"/>
                  </a:moveTo>
                  <a:cubicBezTo>
                    <a:pt x="6739" y="0"/>
                    <a:pt x="6285" y="134"/>
                    <a:pt x="5805" y="413"/>
                  </a:cubicBezTo>
                  <a:lnTo>
                    <a:pt x="5705" y="480"/>
                  </a:lnTo>
                  <a:cubicBezTo>
                    <a:pt x="4204" y="1347"/>
                    <a:pt x="3003" y="3248"/>
                    <a:pt x="3003" y="4749"/>
                  </a:cubicBezTo>
                  <a:lnTo>
                    <a:pt x="3003" y="7284"/>
                  </a:lnTo>
                  <a:lnTo>
                    <a:pt x="1335" y="8252"/>
                  </a:lnTo>
                  <a:cubicBezTo>
                    <a:pt x="568" y="8685"/>
                    <a:pt x="101" y="9453"/>
                    <a:pt x="1" y="10287"/>
                  </a:cubicBezTo>
                  <a:cubicBezTo>
                    <a:pt x="1" y="10780"/>
                    <a:pt x="273" y="11048"/>
                    <a:pt x="664" y="11048"/>
                  </a:cubicBezTo>
                  <a:cubicBezTo>
                    <a:pt x="854" y="11048"/>
                    <a:pt x="1072" y="10985"/>
                    <a:pt x="1302" y="10854"/>
                  </a:cubicBezTo>
                  <a:lnTo>
                    <a:pt x="3536" y="9553"/>
                  </a:lnTo>
                  <a:lnTo>
                    <a:pt x="7940" y="7018"/>
                  </a:lnTo>
                  <a:lnTo>
                    <a:pt x="12910" y="4182"/>
                  </a:lnTo>
                  <a:cubicBezTo>
                    <a:pt x="13610" y="3715"/>
                    <a:pt x="14111" y="2948"/>
                    <a:pt x="14177" y="2114"/>
                  </a:cubicBezTo>
                  <a:cubicBezTo>
                    <a:pt x="14177" y="1620"/>
                    <a:pt x="13921" y="1353"/>
                    <a:pt x="13539" y="1353"/>
                  </a:cubicBezTo>
                  <a:cubicBezTo>
                    <a:pt x="13354" y="1353"/>
                    <a:pt x="13139" y="1416"/>
                    <a:pt x="12910" y="1547"/>
                  </a:cubicBezTo>
                  <a:lnTo>
                    <a:pt x="11075" y="2614"/>
                  </a:lnTo>
                  <a:lnTo>
                    <a:pt x="11075" y="1180"/>
                  </a:lnTo>
                  <a:cubicBezTo>
                    <a:pt x="11075" y="613"/>
                    <a:pt x="10751" y="293"/>
                    <a:pt x="10282" y="293"/>
                  </a:cubicBezTo>
                  <a:cubicBezTo>
                    <a:pt x="10061" y="293"/>
                    <a:pt x="9808" y="364"/>
                    <a:pt x="9541" y="513"/>
                  </a:cubicBezTo>
                  <a:lnTo>
                    <a:pt x="9474" y="546"/>
                  </a:lnTo>
                  <a:cubicBezTo>
                    <a:pt x="9074" y="780"/>
                    <a:pt x="8740" y="1113"/>
                    <a:pt x="8507" y="1480"/>
                  </a:cubicBezTo>
                  <a:cubicBezTo>
                    <a:pt x="8462" y="526"/>
                    <a:pt x="7916" y="0"/>
                    <a:pt x="7133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190;p61">
              <a:extLst>
                <a:ext uri="{FF2B5EF4-FFF2-40B4-BE49-F238E27FC236}">
                  <a16:creationId xmlns:a16="http://schemas.microsoft.com/office/drawing/2014/main" id="{4C7DF68D-3A4F-9DF7-7224-29DFAAD0BEBC}"/>
                </a:ext>
              </a:extLst>
            </p:cNvPr>
            <p:cNvSpPr/>
            <p:nvPr/>
          </p:nvSpPr>
          <p:spPr>
            <a:xfrm>
              <a:off x="2068325" y="874125"/>
              <a:ext cx="539575" cy="420025"/>
            </a:xfrm>
            <a:custGeom>
              <a:avLst/>
              <a:gdLst/>
              <a:ahLst/>
              <a:cxnLst/>
              <a:rect l="l" t="t" r="r" b="b"/>
              <a:pathLst>
                <a:path w="21583" h="16801" extrusionOk="0">
                  <a:moveTo>
                    <a:pt x="10883" y="0"/>
                  </a:moveTo>
                  <a:cubicBezTo>
                    <a:pt x="10279" y="0"/>
                    <a:pt x="9580" y="208"/>
                    <a:pt x="8840" y="645"/>
                  </a:cubicBezTo>
                  <a:lnTo>
                    <a:pt x="8673" y="745"/>
                  </a:lnTo>
                  <a:cubicBezTo>
                    <a:pt x="6405" y="2046"/>
                    <a:pt x="4537" y="4948"/>
                    <a:pt x="4537" y="7217"/>
                  </a:cubicBezTo>
                  <a:lnTo>
                    <a:pt x="4537" y="11086"/>
                  </a:lnTo>
                  <a:lnTo>
                    <a:pt x="2002" y="12554"/>
                  </a:lnTo>
                  <a:cubicBezTo>
                    <a:pt x="901" y="13188"/>
                    <a:pt x="0" y="14589"/>
                    <a:pt x="0" y="15656"/>
                  </a:cubicBezTo>
                  <a:cubicBezTo>
                    <a:pt x="0" y="16392"/>
                    <a:pt x="403" y="16800"/>
                    <a:pt x="999" y="16800"/>
                  </a:cubicBezTo>
                  <a:cubicBezTo>
                    <a:pt x="1294" y="16800"/>
                    <a:pt x="1637" y="16700"/>
                    <a:pt x="2002" y="16490"/>
                  </a:cubicBezTo>
                  <a:lnTo>
                    <a:pt x="5404" y="14522"/>
                  </a:lnTo>
                  <a:lnTo>
                    <a:pt x="12075" y="10686"/>
                  </a:lnTo>
                  <a:lnTo>
                    <a:pt x="19614" y="6316"/>
                  </a:lnTo>
                  <a:cubicBezTo>
                    <a:pt x="20682" y="5716"/>
                    <a:pt x="21582" y="4315"/>
                    <a:pt x="21582" y="3214"/>
                  </a:cubicBezTo>
                  <a:cubicBezTo>
                    <a:pt x="21582" y="2478"/>
                    <a:pt x="21194" y="2070"/>
                    <a:pt x="20608" y="2070"/>
                  </a:cubicBezTo>
                  <a:cubicBezTo>
                    <a:pt x="20318" y="2070"/>
                    <a:pt x="19979" y="2170"/>
                    <a:pt x="19614" y="2380"/>
                  </a:cubicBezTo>
                  <a:lnTo>
                    <a:pt x="16845" y="3981"/>
                  </a:lnTo>
                  <a:lnTo>
                    <a:pt x="16845" y="1779"/>
                  </a:lnTo>
                  <a:cubicBezTo>
                    <a:pt x="16845" y="905"/>
                    <a:pt x="16364" y="423"/>
                    <a:pt x="15663" y="423"/>
                  </a:cubicBezTo>
                  <a:cubicBezTo>
                    <a:pt x="15321" y="423"/>
                    <a:pt x="14926" y="538"/>
                    <a:pt x="14510" y="779"/>
                  </a:cubicBezTo>
                  <a:lnTo>
                    <a:pt x="14410" y="845"/>
                  </a:lnTo>
                  <a:cubicBezTo>
                    <a:pt x="13843" y="1212"/>
                    <a:pt x="13310" y="1679"/>
                    <a:pt x="12943" y="2246"/>
                  </a:cubicBezTo>
                  <a:cubicBezTo>
                    <a:pt x="12898" y="808"/>
                    <a:pt x="12075" y="0"/>
                    <a:pt x="10883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91;p61">
              <a:extLst>
                <a:ext uri="{FF2B5EF4-FFF2-40B4-BE49-F238E27FC236}">
                  <a16:creationId xmlns:a16="http://schemas.microsoft.com/office/drawing/2014/main" id="{2220900E-404F-503B-F520-B230493B700B}"/>
                </a:ext>
              </a:extLst>
            </p:cNvPr>
            <p:cNvSpPr/>
            <p:nvPr/>
          </p:nvSpPr>
          <p:spPr>
            <a:xfrm>
              <a:off x="1688050" y="1596850"/>
              <a:ext cx="244350" cy="444250"/>
            </a:xfrm>
            <a:custGeom>
              <a:avLst/>
              <a:gdLst/>
              <a:ahLst/>
              <a:cxnLst/>
              <a:rect l="l" t="t" r="r" b="b"/>
              <a:pathLst>
                <a:path w="9774" h="17770" extrusionOk="0">
                  <a:moveTo>
                    <a:pt x="5935" y="1"/>
                  </a:moveTo>
                  <a:cubicBezTo>
                    <a:pt x="5504" y="1"/>
                    <a:pt x="5016" y="136"/>
                    <a:pt x="4503" y="424"/>
                  </a:cubicBezTo>
                  <a:cubicBezTo>
                    <a:pt x="3736" y="924"/>
                    <a:pt x="3069" y="1558"/>
                    <a:pt x="2569" y="2325"/>
                  </a:cubicBezTo>
                  <a:cubicBezTo>
                    <a:pt x="1802" y="3392"/>
                    <a:pt x="1368" y="4660"/>
                    <a:pt x="1301" y="5961"/>
                  </a:cubicBezTo>
                  <a:cubicBezTo>
                    <a:pt x="1301" y="6962"/>
                    <a:pt x="1635" y="7629"/>
                    <a:pt x="2202" y="7996"/>
                  </a:cubicBezTo>
                  <a:lnTo>
                    <a:pt x="3069" y="8496"/>
                  </a:lnTo>
                  <a:cubicBezTo>
                    <a:pt x="1301" y="10231"/>
                    <a:pt x="0" y="12899"/>
                    <a:pt x="0" y="15167"/>
                  </a:cubicBezTo>
                  <a:lnTo>
                    <a:pt x="0" y="16502"/>
                  </a:lnTo>
                  <a:lnTo>
                    <a:pt x="2168" y="17769"/>
                  </a:lnTo>
                  <a:lnTo>
                    <a:pt x="3870" y="13500"/>
                  </a:lnTo>
                  <a:lnTo>
                    <a:pt x="3803" y="13166"/>
                  </a:lnTo>
                  <a:lnTo>
                    <a:pt x="6371" y="11698"/>
                  </a:lnTo>
                  <a:lnTo>
                    <a:pt x="8039" y="10731"/>
                  </a:lnTo>
                  <a:lnTo>
                    <a:pt x="8039" y="9397"/>
                  </a:lnTo>
                  <a:lnTo>
                    <a:pt x="8039" y="8996"/>
                  </a:lnTo>
                  <a:cubicBezTo>
                    <a:pt x="8239" y="8996"/>
                    <a:pt x="8406" y="8963"/>
                    <a:pt x="8440" y="8963"/>
                  </a:cubicBezTo>
                  <a:cubicBezTo>
                    <a:pt x="8473" y="8930"/>
                    <a:pt x="9774" y="8262"/>
                    <a:pt x="9774" y="8262"/>
                  </a:cubicBezTo>
                  <a:lnTo>
                    <a:pt x="6705" y="6461"/>
                  </a:lnTo>
                  <a:lnTo>
                    <a:pt x="6672" y="6461"/>
                  </a:lnTo>
                  <a:lnTo>
                    <a:pt x="7439" y="4326"/>
                  </a:lnTo>
                  <a:lnTo>
                    <a:pt x="7639" y="3926"/>
                  </a:lnTo>
                  <a:lnTo>
                    <a:pt x="8940" y="1424"/>
                  </a:lnTo>
                  <a:lnTo>
                    <a:pt x="6838" y="223"/>
                  </a:lnTo>
                  <a:lnTo>
                    <a:pt x="6705" y="157"/>
                  </a:lnTo>
                  <a:lnTo>
                    <a:pt x="6672" y="157"/>
                  </a:lnTo>
                  <a:cubicBezTo>
                    <a:pt x="6453" y="54"/>
                    <a:pt x="6205" y="1"/>
                    <a:pt x="593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92;p61">
              <a:extLst>
                <a:ext uri="{FF2B5EF4-FFF2-40B4-BE49-F238E27FC236}">
                  <a16:creationId xmlns:a16="http://schemas.microsoft.com/office/drawing/2014/main" id="{0A3EEA02-8D14-C838-41E6-968BB7D47066}"/>
                </a:ext>
              </a:extLst>
            </p:cNvPr>
            <p:cNvSpPr/>
            <p:nvPr/>
          </p:nvSpPr>
          <p:spPr>
            <a:xfrm>
              <a:off x="1689700" y="1801725"/>
              <a:ext cx="157650" cy="238525"/>
            </a:xfrm>
            <a:custGeom>
              <a:avLst/>
              <a:gdLst/>
              <a:ahLst/>
              <a:cxnLst/>
              <a:rect l="l" t="t" r="r" b="b"/>
              <a:pathLst>
                <a:path w="6306" h="9541" extrusionOk="0">
                  <a:moveTo>
                    <a:pt x="3370" y="1"/>
                  </a:moveTo>
                  <a:cubicBezTo>
                    <a:pt x="1435" y="1669"/>
                    <a:pt x="1" y="4537"/>
                    <a:pt x="1" y="6972"/>
                  </a:cubicBezTo>
                  <a:lnTo>
                    <a:pt x="1" y="8307"/>
                  </a:lnTo>
                  <a:lnTo>
                    <a:pt x="2169" y="9541"/>
                  </a:lnTo>
                  <a:lnTo>
                    <a:pt x="3837" y="5305"/>
                  </a:lnTo>
                  <a:lnTo>
                    <a:pt x="3770" y="4971"/>
                  </a:lnTo>
                  <a:lnTo>
                    <a:pt x="6305" y="3503"/>
                  </a:lnTo>
                  <a:cubicBezTo>
                    <a:pt x="5905" y="2336"/>
                    <a:pt x="5505" y="1235"/>
                    <a:pt x="5505" y="1235"/>
                  </a:cubicBezTo>
                  <a:lnTo>
                    <a:pt x="337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93;p61">
              <a:extLst>
                <a:ext uri="{FF2B5EF4-FFF2-40B4-BE49-F238E27FC236}">
                  <a16:creationId xmlns:a16="http://schemas.microsoft.com/office/drawing/2014/main" id="{63EFFC50-5B64-F545-1B4F-A311C861D339}"/>
                </a:ext>
              </a:extLst>
            </p:cNvPr>
            <p:cNvSpPr/>
            <p:nvPr/>
          </p:nvSpPr>
          <p:spPr>
            <a:xfrm>
              <a:off x="1688050" y="1596850"/>
              <a:ext cx="244350" cy="444250"/>
            </a:xfrm>
            <a:custGeom>
              <a:avLst/>
              <a:gdLst/>
              <a:ahLst/>
              <a:cxnLst/>
              <a:rect l="l" t="t" r="r" b="b"/>
              <a:pathLst>
                <a:path w="9774" h="17770" extrusionOk="0">
                  <a:moveTo>
                    <a:pt x="5935" y="1"/>
                  </a:moveTo>
                  <a:cubicBezTo>
                    <a:pt x="5504" y="1"/>
                    <a:pt x="5016" y="136"/>
                    <a:pt x="4503" y="424"/>
                  </a:cubicBezTo>
                  <a:cubicBezTo>
                    <a:pt x="3736" y="924"/>
                    <a:pt x="3069" y="1558"/>
                    <a:pt x="2569" y="2325"/>
                  </a:cubicBezTo>
                  <a:cubicBezTo>
                    <a:pt x="1802" y="3392"/>
                    <a:pt x="1368" y="4660"/>
                    <a:pt x="1301" y="5961"/>
                  </a:cubicBezTo>
                  <a:cubicBezTo>
                    <a:pt x="1301" y="6962"/>
                    <a:pt x="1635" y="7629"/>
                    <a:pt x="2202" y="7996"/>
                  </a:cubicBezTo>
                  <a:lnTo>
                    <a:pt x="3069" y="8496"/>
                  </a:lnTo>
                  <a:cubicBezTo>
                    <a:pt x="1301" y="10231"/>
                    <a:pt x="0" y="12899"/>
                    <a:pt x="0" y="15167"/>
                  </a:cubicBezTo>
                  <a:lnTo>
                    <a:pt x="0" y="16502"/>
                  </a:lnTo>
                  <a:lnTo>
                    <a:pt x="2168" y="17769"/>
                  </a:lnTo>
                  <a:lnTo>
                    <a:pt x="3870" y="13500"/>
                  </a:lnTo>
                  <a:lnTo>
                    <a:pt x="3803" y="13166"/>
                  </a:lnTo>
                  <a:lnTo>
                    <a:pt x="6371" y="11698"/>
                  </a:lnTo>
                  <a:lnTo>
                    <a:pt x="8039" y="10731"/>
                  </a:lnTo>
                  <a:lnTo>
                    <a:pt x="8039" y="9397"/>
                  </a:lnTo>
                  <a:lnTo>
                    <a:pt x="8039" y="8996"/>
                  </a:lnTo>
                  <a:cubicBezTo>
                    <a:pt x="8239" y="8996"/>
                    <a:pt x="8406" y="8963"/>
                    <a:pt x="8440" y="8963"/>
                  </a:cubicBezTo>
                  <a:cubicBezTo>
                    <a:pt x="8473" y="8930"/>
                    <a:pt x="9774" y="8262"/>
                    <a:pt x="9774" y="8262"/>
                  </a:cubicBezTo>
                  <a:lnTo>
                    <a:pt x="6705" y="6461"/>
                  </a:lnTo>
                  <a:lnTo>
                    <a:pt x="6672" y="6461"/>
                  </a:lnTo>
                  <a:lnTo>
                    <a:pt x="7439" y="4326"/>
                  </a:lnTo>
                  <a:lnTo>
                    <a:pt x="7639" y="3926"/>
                  </a:lnTo>
                  <a:lnTo>
                    <a:pt x="8940" y="1424"/>
                  </a:lnTo>
                  <a:lnTo>
                    <a:pt x="6838" y="223"/>
                  </a:lnTo>
                  <a:lnTo>
                    <a:pt x="6705" y="157"/>
                  </a:lnTo>
                  <a:lnTo>
                    <a:pt x="6672" y="157"/>
                  </a:lnTo>
                  <a:cubicBezTo>
                    <a:pt x="6453" y="54"/>
                    <a:pt x="6205" y="1"/>
                    <a:pt x="59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94;p61">
              <a:extLst>
                <a:ext uri="{FF2B5EF4-FFF2-40B4-BE49-F238E27FC236}">
                  <a16:creationId xmlns:a16="http://schemas.microsoft.com/office/drawing/2014/main" id="{1E04DA5B-AB3B-6BFF-1E0A-5FA60EF9679B}"/>
                </a:ext>
              </a:extLst>
            </p:cNvPr>
            <p:cNvSpPr/>
            <p:nvPr/>
          </p:nvSpPr>
          <p:spPr>
            <a:xfrm>
              <a:off x="1743075" y="1627175"/>
              <a:ext cx="225200" cy="413075"/>
            </a:xfrm>
            <a:custGeom>
              <a:avLst/>
              <a:gdLst/>
              <a:ahLst/>
              <a:cxnLst/>
              <a:rect l="l" t="t" r="r" b="b"/>
              <a:pathLst>
                <a:path w="9008" h="16523" extrusionOk="0">
                  <a:moveTo>
                    <a:pt x="5940" y="0"/>
                  </a:moveTo>
                  <a:cubicBezTo>
                    <a:pt x="5508" y="0"/>
                    <a:pt x="5020" y="143"/>
                    <a:pt x="4504" y="445"/>
                  </a:cubicBezTo>
                  <a:cubicBezTo>
                    <a:pt x="2603" y="1679"/>
                    <a:pt x="1402" y="3714"/>
                    <a:pt x="1302" y="5982"/>
                  </a:cubicBezTo>
                  <a:cubicBezTo>
                    <a:pt x="1302" y="7400"/>
                    <a:pt x="2012" y="8245"/>
                    <a:pt x="3036" y="8245"/>
                  </a:cubicBezTo>
                  <a:cubicBezTo>
                    <a:pt x="3144" y="8245"/>
                    <a:pt x="3255" y="8236"/>
                    <a:pt x="3370" y="8217"/>
                  </a:cubicBezTo>
                  <a:lnTo>
                    <a:pt x="3370" y="8217"/>
                  </a:lnTo>
                  <a:cubicBezTo>
                    <a:pt x="1435" y="9918"/>
                    <a:pt x="1" y="12787"/>
                    <a:pt x="1" y="15189"/>
                  </a:cubicBezTo>
                  <a:lnTo>
                    <a:pt x="1" y="16523"/>
                  </a:lnTo>
                  <a:lnTo>
                    <a:pt x="9007" y="11319"/>
                  </a:lnTo>
                  <a:lnTo>
                    <a:pt x="9007" y="9985"/>
                  </a:lnTo>
                  <a:cubicBezTo>
                    <a:pt x="9007" y="7979"/>
                    <a:pt x="8007" y="6811"/>
                    <a:pt x="6530" y="6811"/>
                  </a:cubicBezTo>
                  <a:cubicBezTo>
                    <a:pt x="6239" y="6811"/>
                    <a:pt x="5929" y="6856"/>
                    <a:pt x="5605" y="6949"/>
                  </a:cubicBezTo>
                  <a:cubicBezTo>
                    <a:pt x="6839" y="5715"/>
                    <a:pt x="7706" y="3847"/>
                    <a:pt x="7706" y="2279"/>
                  </a:cubicBezTo>
                  <a:cubicBezTo>
                    <a:pt x="7706" y="839"/>
                    <a:pt x="6987" y="0"/>
                    <a:pt x="594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95;p61">
              <a:extLst>
                <a:ext uri="{FF2B5EF4-FFF2-40B4-BE49-F238E27FC236}">
                  <a16:creationId xmlns:a16="http://schemas.microsoft.com/office/drawing/2014/main" id="{F76AE304-86AF-4F90-1E64-6ABC3F274677}"/>
                </a:ext>
              </a:extLst>
            </p:cNvPr>
            <p:cNvSpPr/>
            <p:nvPr/>
          </p:nvSpPr>
          <p:spPr>
            <a:xfrm>
              <a:off x="5017925" y="1315825"/>
              <a:ext cx="160125" cy="292450"/>
            </a:xfrm>
            <a:custGeom>
              <a:avLst/>
              <a:gdLst/>
              <a:ahLst/>
              <a:cxnLst/>
              <a:rect l="l" t="t" r="r" b="b"/>
              <a:pathLst>
                <a:path w="6405" h="11698" extrusionOk="0">
                  <a:moveTo>
                    <a:pt x="3862" y="0"/>
                  </a:moveTo>
                  <a:cubicBezTo>
                    <a:pt x="3539" y="0"/>
                    <a:pt x="3226" y="97"/>
                    <a:pt x="2969" y="290"/>
                  </a:cubicBezTo>
                  <a:cubicBezTo>
                    <a:pt x="2435" y="590"/>
                    <a:pt x="2002" y="1024"/>
                    <a:pt x="1668" y="1524"/>
                  </a:cubicBezTo>
                  <a:cubicBezTo>
                    <a:pt x="1168" y="2224"/>
                    <a:pt x="868" y="3058"/>
                    <a:pt x="834" y="3926"/>
                  </a:cubicBezTo>
                  <a:cubicBezTo>
                    <a:pt x="801" y="4426"/>
                    <a:pt x="1001" y="4960"/>
                    <a:pt x="1435" y="5260"/>
                  </a:cubicBezTo>
                  <a:lnTo>
                    <a:pt x="2002" y="5594"/>
                  </a:lnTo>
                  <a:cubicBezTo>
                    <a:pt x="801" y="6761"/>
                    <a:pt x="67" y="8329"/>
                    <a:pt x="0" y="9997"/>
                  </a:cubicBezTo>
                  <a:lnTo>
                    <a:pt x="0" y="10864"/>
                  </a:lnTo>
                  <a:lnTo>
                    <a:pt x="1401" y="11698"/>
                  </a:lnTo>
                  <a:lnTo>
                    <a:pt x="2535" y="8896"/>
                  </a:lnTo>
                  <a:lnTo>
                    <a:pt x="2469" y="8696"/>
                  </a:lnTo>
                  <a:lnTo>
                    <a:pt x="4137" y="7728"/>
                  </a:lnTo>
                  <a:lnTo>
                    <a:pt x="5271" y="7061"/>
                  </a:lnTo>
                  <a:lnTo>
                    <a:pt x="5271" y="6194"/>
                  </a:lnTo>
                  <a:lnTo>
                    <a:pt x="5271" y="5927"/>
                  </a:lnTo>
                  <a:lnTo>
                    <a:pt x="5538" y="5927"/>
                  </a:lnTo>
                  <a:cubicBezTo>
                    <a:pt x="5604" y="5894"/>
                    <a:pt x="6405" y="5427"/>
                    <a:pt x="6405" y="5427"/>
                  </a:cubicBezTo>
                  <a:lnTo>
                    <a:pt x="4370" y="4259"/>
                  </a:lnTo>
                  <a:lnTo>
                    <a:pt x="4870" y="2858"/>
                  </a:lnTo>
                  <a:lnTo>
                    <a:pt x="5037" y="2591"/>
                  </a:lnTo>
                  <a:lnTo>
                    <a:pt x="5871" y="924"/>
                  </a:lnTo>
                  <a:lnTo>
                    <a:pt x="4504" y="156"/>
                  </a:lnTo>
                  <a:lnTo>
                    <a:pt x="4403" y="90"/>
                  </a:lnTo>
                  <a:cubicBezTo>
                    <a:pt x="4225" y="30"/>
                    <a:pt x="4042" y="0"/>
                    <a:pt x="38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96;p61">
              <a:extLst>
                <a:ext uri="{FF2B5EF4-FFF2-40B4-BE49-F238E27FC236}">
                  <a16:creationId xmlns:a16="http://schemas.microsoft.com/office/drawing/2014/main" id="{F0F1DAB6-A2BF-B8A1-1D6B-224B2305EB60}"/>
                </a:ext>
              </a:extLst>
            </p:cNvPr>
            <p:cNvSpPr/>
            <p:nvPr/>
          </p:nvSpPr>
          <p:spPr>
            <a:xfrm>
              <a:off x="5017925" y="1450650"/>
              <a:ext cx="104250" cy="157625"/>
            </a:xfrm>
            <a:custGeom>
              <a:avLst/>
              <a:gdLst/>
              <a:ahLst/>
              <a:cxnLst/>
              <a:rect l="l" t="t" r="r" b="b"/>
              <a:pathLst>
                <a:path w="4170" h="6305" extrusionOk="0">
                  <a:moveTo>
                    <a:pt x="2235" y="0"/>
                  </a:moveTo>
                  <a:cubicBezTo>
                    <a:pt x="934" y="1135"/>
                    <a:pt x="0" y="3003"/>
                    <a:pt x="0" y="4604"/>
                  </a:cubicBezTo>
                  <a:lnTo>
                    <a:pt x="0" y="5471"/>
                  </a:lnTo>
                  <a:lnTo>
                    <a:pt x="1435" y="6305"/>
                  </a:lnTo>
                  <a:lnTo>
                    <a:pt x="2535" y="3503"/>
                  </a:lnTo>
                  <a:lnTo>
                    <a:pt x="2502" y="3303"/>
                  </a:lnTo>
                  <a:lnTo>
                    <a:pt x="4170" y="2335"/>
                  </a:lnTo>
                  <a:cubicBezTo>
                    <a:pt x="3903" y="1568"/>
                    <a:pt x="3636" y="834"/>
                    <a:pt x="3636" y="834"/>
                  </a:cubicBezTo>
                  <a:lnTo>
                    <a:pt x="22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97;p61">
              <a:extLst>
                <a:ext uri="{FF2B5EF4-FFF2-40B4-BE49-F238E27FC236}">
                  <a16:creationId xmlns:a16="http://schemas.microsoft.com/office/drawing/2014/main" id="{984EF8DD-E25A-0B4C-5C2E-79CB4413185A}"/>
                </a:ext>
              </a:extLst>
            </p:cNvPr>
            <p:cNvSpPr/>
            <p:nvPr/>
          </p:nvSpPr>
          <p:spPr>
            <a:xfrm>
              <a:off x="5017925" y="1315825"/>
              <a:ext cx="160125" cy="292450"/>
            </a:xfrm>
            <a:custGeom>
              <a:avLst/>
              <a:gdLst/>
              <a:ahLst/>
              <a:cxnLst/>
              <a:rect l="l" t="t" r="r" b="b"/>
              <a:pathLst>
                <a:path w="6405" h="11698" extrusionOk="0">
                  <a:moveTo>
                    <a:pt x="3862" y="0"/>
                  </a:moveTo>
                  <a:cubicBezTo>
                    <a:pt x="3539" y="0"/>
                    <a:pt x="3226" y="97"/>
                    <a:pt x="2969" y="290"/>
                  </a:cubicBezTo>
                  <a:cubicBezTo>
                    <a:pt x="2435" y="590"/>
                    <a:pt x="2002" y="1024"/>
                    <a:pt x="1668" y="1524"/>
                  </a:cubicBezTo>
                  <a:cubicBezTo>
                    <a:pt x="1168" y="2224"/>
                    <a:pt x="868" y="3058"/>
                    <a:pt x="834" y="3926"/>
                  </a:cubicBezTo>
                  <a:cubicBezTo>
                    <a:pt x="801" y="4426"/>
                    <a:pt x="1001" y="4960"/>
                    <a:pt x="1435" y="5260"/>
                  </a:cubicBezTo>
                  <a:lnTo>
                    <a:pt x="2002" y="5594"/>
                  </a:lnTo>
                  <a:cubicBezTo>
                    <a:pt x="801" y="6761"/>
                    <a:pt x="67" y="8329"/>
                    <a:pt x="0" y="9997"/>
                  </a:cubicBezTo>
                  <a:lnTo>
                    <a:pt x="0" y="10864"/>
                  </a:lnTo>
                  <a:lnTo>
                    <a:pt x="1401" y="11698"/>
                  </a:lnTo>
                  <a:lnTo>
                    <a:pt x="2535" y="8896"/>
                  </a:lnTo>
                  <a:lnTo>
                    <a:pt x="2469" y="8696"/>
                  </a:lnTo>
                  <a:lnTo>
                    <a:pt x="4137" y="7728"/>
                  </a:lnTo>
                  <a:lnTo>
                    <a:pt x="5271" y="7061"/>
                  </a:lnTo>
                  <a:lnTo>
                    <a:pt x="5271" y="6194"/>
                  </a:lnTo>
                  <a:lnTo>
                    <a:pt x="5271" y="5927"/>
                  </a:lnTo>
                  <a:lnTo>
                    <a:pt x="5538" y="5927"/>
                  </a:lnTo>
                  <a:cubicBezTo>
                    <a:pt x="5604" y="5894"/>
                    <a:pt x="6405" y="5427"/>
                    <a:pt x="6405" y="5427"/>
                  </a:cubicBezTo>
                  <a:lnTo>
                    <a:pt x="4370" y="4259"/>
                  </a:lnTo>
                  <a:lnTo>
                    <a:pt x="4870" y="2858"/>
                  </a:lnTo>
                  <a:lnTo>
                    <a:pt x="5037" y="2591"/>
                  </a:lnTo>
                  <a:lnTo>
                    <a:pt x="5871" y="924"/>
                  </a:lnTo>
                  <a:lnTo>
                    <a:pt x="4504" y="156"/>
                  </a:lnTo>
                  <a:lnTo>
                    <a:pt x="4403" y="90"/>
                  </a:lnTo>
                  <a:cubicBezTo>
                    <a:pt x="4225" y="30"/>
                    <a:pt x="4042" y="0"/>
                    <a:pt x="38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98;p61">
              <a:extLst>
                <a:ext uri="{FF2B5EF4-FFF2-40B4-BE49-F238E27FC236}">
                  <a16:creationId xmlns:a16="http://schemas.microsoft.com/office/drawing/2014/main" id="{BAE0F682-81A2-C4ED-7B2C-5BBBC4A3DAD5}"/>
                </a:ext>
              </a:extLst>
            </p:cNvPr>
            <p:cNvSpPr/>
            <p:nvPr/>
          </p:nvSpPr>
          <p:spPr>
            <a:xfrm>
              <a:off x="5053775" y="1335900"/>
              <a:ext cx="148475" cy="272375"/>
            </a:xfrm>
            <a:custGeom>
              <a:avLst/>
              <a:gdLst/>
              <a:ahLst/>
              <a:cxnLst/>
              <a:rect l="l" t="t" r="r" b="b"/>
              <a:pathLst>
                <a:path w="5939" h="10895" extrusionOk="0">
                  <a:moveTo>
                    <a:pt x="3889" y="0"/>
                  </a:moveTo>
                  <a:cubicBezTo>
                    <a:pt x="3601" y="0"/>
                    <a:pt x="3277" y="93"/>
                    <a:pt x="2936" y="287"/>
                  </a:cubicBezTo>
                  <a:cubicBezTo>
                    <a:pt x="1702" y="1088"/>
                    <a:pt x="901" y="2456"/>
                    <a:pt x="835" y="3957"/>
                  </a:cubicBezTo>
                  <a:cubicBezTo>
                    <a:pt x="835" y="4891"/>
                    <a:pt x="1297" y="5444"/>
                    <a:pt x="2001" y="5444"/>
                  </a:cubicBezTo>
                  <a:cubicBezTo>
                    <a:pt x="2077" y="5444"/>
                    <a:pt x="2155" y="5437"/>
                    <a:pt x="2236" y="5424"/>
                  </a:cubicBezTo>
                  <a:lnTo>
                    <a:pt x="2236" y="5424"/>
                  </a:lnTo>
                  <a:cubicBezTo>
                    <a:pt x="935" y="6558"/>
                    <a:pt x="1" y="8426"/>
                    <a:pt x="1" y="10028"/>
                  </a:cubicBezTo>
                  <a:lnTo>
                    <a:pt x="1" y="10895"/>
                  </a:lnTo>
                  <a:lnTo>
                    <a:pt x="5938" y="7459"/>
                  </a:lnTo>
                  <a:lnTo>
                    <a:pt x="5938" y="6592"/>
                  </a:lnTo>
                  <a:cubicBezTo>
                    <a:pt x="5938" y="5249"/>
                    <a:pt x="5258" y="4469"/>
                    <a:pt x="4290" y="4469"/>
                  </a:cubicBezTo>
                  <a:cubicBezTo>
                    <a:pt x="4104" y="4469"/>
                    <a:pt x="3908" y="4498"/>
                    <a:pt x="3703" y="4557"/>
                  </a:cubicBezTo>
                  <a:cubicBezTo>
                    <a:pt x="4504" y="3756"/>
                    <a:pt x="5004" y="2656"/>
                    <a:pt x="5071" y="1488"/>
                  </a:cubicBezTo>
                  <a:cubicBezTo>
                    <a:pt x="5071" y="543"/>
                    <a:pt x="4586" y="0"/>
                    <a:pt x="388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99;p61">
              <a:extLst>
                <a:ext uri="{FF2B5EF4-FFF2-40B4-BE49-F238E27FC236}">
                  <a16:creationId xmlns:a16="http://schemas.microsoft.com/office/drawing/2014/main" id="{0331693A-4903-C418-A62A-B2D069AD5FAF}"/>
                </a:ext>
              </a:extLst>
            </p:cNvPr>
            <p:cNvSpPr/>
            <p:nvPr/>
          </p:nvSpPr>
          <p:spPr>
            <a:xfrm>
              <a:off x="5474075" y="2837400"/>
              <a:ext cx="291900" cy="613875"/>
            </a:xfrm>
            <a:custGeom>
              <a:avLst/>
              <a:gdLst/>
              <a:ahLst/>
              <a:cxnLst/>
              <a:rect l="l" t="t" r="r" b="b"/>
              <a:pathLst>
                <a:path w="11676" h="24555" extrusionOk="0">
                  <a:moveTo>
                    <a:pt x="8532" y="1"/>
                  </a:moveTo>
                  <a:cubicBezTo>
                    <a:pt x="5105" y="1"/>
                    <a:pt x="1989" y="4959"/>
                    <a:pt x="1068" y="9177"/>
                  </a:cubicBezTo>
                  <a:cubicBezTo>
                    <a:pt x="1" y="13913"/>
                    <a:pt x="1068" y="23487"/>
                    <a:pt x="1068" y="23487"/>
                  </a:cubicBezTo>
                  <a:lnTo>
                    <a:pt x="2136" y="23954"/>
                  </a:lnTo>
                  <a:lnTo>
                    <a:pt x="2502" y="24121"/>
                  </a:lnTo>
                  <a:lnTo>
                    <a:pt x="3403" y="24554"/>
                  </a:lnTo>
                  <a:cubicBezTo>
                    <a:pt x="3403" y="24554"/>
                    <a:pt x="3570" y="18650"/>
                    <a:pt x="5405" y="14347"/>
                  </a:cubicBezTo>
                  <a:cubicBezTo>
                    <a:pt x="7273" y="10011"/>
                    <a:pt x="10542" y="6008"/>
                    <a:pt x="11109" y="3573"/>
                  </a:cubicBezTo>
                  <a:cubicBezTo>
                    <a:pt x="11676" y="1138"/>
                    <a:pt x="9808" y="237"/>
                    <a:pt x="9808" y="237"/>
                  </a:cubicBezTo>
                  <a:cubicBezTo>
                    <a:pt x="9380" y="76"/>
                    <a:pt x="8953" y="1"/>
                    <a:pt x="85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200;p61">
              <a:extLst>
                <a:ext uri="{FF2B5EF4-FFF2-40B4-BE49-F238E27FC236}">
                  <a16:creationId xmlns:a16="http://schemas.microsoft.com/office/drawing/2014/main" id="{2E4C5613-AF43-3B99-ADBF-2234A26DC75F}"/>
                </a:ext>
              </a:extLst>
            </p:cNvPr>
            <p:cNvSpPr/>
            <p:nvPr/>
          </p:nvSpPr>
          <p:spPr>
            <a:xfrm>
              <a:off x="5474075" y="2837400"/>
              <a:ext cx="291900" cy="613875"/>
            </a:xfrm>
            <a:custGeom>
              <a:avLst/>
              <a:gdLst/>
              <a:ahLst/>
              <a:cxnLst/>
              <a:rect l="l" t="t" r="r" b="b"/>
              <a:pathLst>
                <a:path w="11676" h="24555" extrusionOk="0">
                  <a:moveTo>
                    <a:pt x="8532" y="1"/>
                  </a:moveTo>
                  <a:cubicBezTo>
                    <a:pt x="5105" y="1"/>
                    <a:pt x="1989" y="4959"/>
                    <a:pt x="1068" y="9177"/>
                  </a:cubicBezTo>
                  <a:cubicBezTo>
                    <a:pt x="1" y="13913"/>
                    <a:pt x="1068" y="23487"/>
                    <a:pt x="1068" y="23487"/>
                  </a:cubicBezTo>
                  <a:lnTo>
                    <a:pt x="2136" y="23954"/>
                  </a:lnTo>
                  <a:lnTo>
                    <a:pt x="2502" y="24121"/>
                  </a:lnTo>
                  <a:lnTo>
                    <a:pt x="3403" y="24554"/>
                  </a:lnTo>
                  <a:cubicBezTo>
                    <a:pt x="3403" y="24554"/>
                    <a:pt x="3570" y="18650"/>
                    <a:pt x="5405" y="14347"/>
                  </a:cubicBezTo>
                  <a:cubicBezTo>
                    <a:pt x="7273" y="10011"/>
                    <a:pt x="10542" y="6008"/>
                    <a:pt x="11109" y="3573"/>
                  </a:cubicBezTo>
                  <a:cubicBezTo>
                    <a:pt x="11676" y="1138"/>
                    <a:pt x="9808" y="237"/>
                    <a:pt x="9808" y="237"/>
                  </a:cubicBezTo>
                  <a:cubicBezTo>
                    <a:pt x="9380" y="76"/>
                    <a:pt x="8953" y="1"/>
                    <a:pt x="853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201;p61">
              <a:extLst>
                <a:ext uri="{FF2B5EF4-FFF2-40B4-BE49-F238E27FC236}">
                  <a16:creationId xmlns:a16="http://schemas.microsoft.com/office/drawing/2014/main" id="{F4C03724-3F6D-1CCB-2BD1-F323507FFE7E}"/>
                </a:ext>
              </a:extLst>
            </p:cNvPr>
            <p:cNvSpPr/>
            <p:nvPr/>
          </p:nvSpPr>
          <p:spPr>
            <a:xfrm>
              <a:off x="5507425" y="2872175"/>
              <a:ext cx="195175" cy="568250"/>
            </a:xfrm>
            <a:custGeom>
              <a:avLst/>
              <a:gdLst/>
              <a:ahLst/>
              <a:cxnLst/>
              <a:rect l="l" t="t" r="r" b="b"/>
              <a:pathLst>
                <a:path w="7807" h="22730" extrusionOk="0">
                  <a:moveTo>
                    <a:pt x="7605" y="0"/>
                  </a:moveTo>
                  <a:cubicBezTo>
                    <a:pt x="7563" y="0"/>
                    <a:pt x="7518" y="17"/>
                    <a:pt x="7473" y="47"/>
                  </a:cubicBezTo>
                  <a:cubicBezTo>
                    <a:pt x="7440" y="80"/>
                    <a:pt x="1" y="5984"/>
                    <a:pt x="768" y="22563"/>
                  </a:cubicBezTo>
                  <a:lnTo>
                    <a:pt x="1168" y="22730"/>
                  </a:lnTo>
                  <a:cubicBezTo>
                    <a:pt x="335" y="6251"/>
                    <a:pt x="7640" y="414"/>
                    <a:pt x="7706" y="347"/>
                  </a:cubicBezTo>
                  <a:cubicBezTo>
                    <a:pt x="7807" y="280"/>
                    <a:pt x="7807" y="147"/>
                    <a:pt x="7740" y="80"/>
                  </a:cubicBezTo>
                  <a:cubicBezTo>
                    <a:pt x="7703" y="25"/>
                    <a:pt x="7656" y="0"/>
                    <a:pt x="76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202;p61">
              <a:extLst>
                <a:ext uri="{FF2B5EF4-FFF2-40B4-BE49-F238E27FC236}">
                  <a16:creationId xmlns:a16="http://schemas.microsoft.com/office/drawing/2014/main" id="{6866D978-C070-7697-30C2-B27A0C0976AD}"/>
                </a:ext>
              </a:extLst>
            </p:cNvPr>
            <p:cNvSpPr/>
            <p:nvPr/>
          </p:nvSpPr>
          <p:spPr>
            <a:xfrm>
              <a:off x="5472400" y="3043000"/>
              <a:ext cx="379475" cy="549200"/>
            </a:xfrm>
            <a:custGeom>
              <a:avLst/>
              <a:gdLst/>
              <a:ahLst/>
              <a:cxnLst/>
              <a:rect l="l" t="t" r="r" b="b"/>
              <a:pathLst>
                <a:path w="15179" h="21968" extrusionOk="0">
                  <a:moveTo>
                    <a:pt x="12433" y="1"/>
                  </a:moveTo>
                  <a:cubicBezTo>
                    <a:pt x="11606" y="1"/>
                    <a:pt x="10640" y="314"/>
                    <a:pt x="9675" y="1253"/>
                  </a:cubicBezTo>
                  <a:cubicBezTo>
                    <a:pt x="8474" y="2387"/>
                    <a:pt x="8007" y="3188"/>
                    <a:pt x="6639" y="3521"/>
                  </a:cubicBezTo>
                  <a:cubicBezTo>
                    <a:pt x="5271" y="3855"/>
                    <a:pt x="3870" y="3655"/>
                    <a:pt x="3137" y="4789"/>
                  </a:cubicBezTo>
                  <a:cubicBezTo>
                    <a:pt x="2403" y="5890"/>
                    <a:pt x="3270" y="8225"/>
                    <a:pt x="2503" y="9125"/>
                  </a:cubicBezTo>
                  <a:cubicBezTo>
                    <a:pt x="1736" y="10026"/>
                    <a:pt x="101" y="11093"/>
                    <a:pt x="68" y="12594"/>
                  </a:cubicBezTo>
                  <a:cubicBezTo>
                    <a:pt x="1" y="14129"/>
                    <a:pt x="1635" y="16831"/>
                    <a:pt x="1635" y="16831"/>
                  </a:cubicBezTo>
                  <a:lnTo>
                    <a:pt x="4404" y="18799"/>
                  </a:lnTo>
                  <a:lnTo>
                    <a:pt x="4771" y="19066"/>
                  </a:lnTo>
                  <a:lnTo>
                    <a:pt x="8874" y="21968"/>
                  </a:lnTo>
                  <a:cubicBezTo>
                    <a:pt x="10208" y="21868"/>
                    <a:pt x="11376" y="21100"/>
                    <a:pt x="11976" y="19900"/>
                  </a:cubicBezTo>
                  <a:cubicBezTo>
                    <a:pt x="13044" y="17798"/>
                    <a:pt x="11476" y="15530"/>
                    <a:pt x="11943" y="14095"/>
                  </a:cubicBezTo>
                  <a:cubicBezTo>
                    <a:pt x="12410" y="12628"/>
                    <a:pt x="15178" y="12194"/>
                    <a:pt x="15045" y="10526"/>
                  </a:cubicBezTo>
                  <a:cubicBezTo>
                    <a:pt x="14945" y="8825"/>
                    <a:pt x="12176" y="6957"/>
                    <a:pt x="12610" y="5456"/>
                  </a:cubicBezTo>
                  <a:cubicBezTo>
                    <a:pt x="13010" y="3955"/>
                    <a:pt x="13944" y="3354"/>
                    <a:pt x="14278" y="2120"/>
                  </a:cubicBezTo>
                  <a:cubicBezTo>
                    <a:pt x="14578" y="1186"/>
                    <a:pt x="13978" y="185"/>
                    <a:pt x="13010" y="52"/>
                  </a:cubicBezTo>
                  <a:cubicBezTo>
                    <a:pt x="12827" y="19"/>
                    <a:pt x="12634" y="1"/>
                    <a:pt x="124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03;p61">
              <a:extLst>
                <a:ext uri="{FF2B5EF4-FFF2-40B4-BE49-F238E27FC236}">
                  <a16:creationId xmlns:a16="http://schemas.microsoft.com/office/drawing/2014/main" id="{43FC2CB7-566B-FA82-1424-E762E474A6BA}"/>
                </a:ext>
              </a:extLst>
            </p:cNvPr>
            <p:cNvSpPr/>
            <p:nvPr/>
          </p:nvSpPr>
          <p:spPr>
            <a:xfrm>
              <a:off x="5582500" y="3069925"/>
              <a:ext cx="199650" cy="449725"/>
            </a:xfrm>
            <a:custGeom>
              <a:avLst/>
              <a:gdLst/>
              <a:ahLst/>
              <a:cxnLst/>
              <a:rect l="l" t="t" r="r" b="b"/>
              <a:pathLst>
                <a:path w="7986" h="17989" extrusionOk="0">
                  <a:moveTo>
                    <a:pt x="7539" y="1"/>
                  </a:moveTo>
                  <a:cubicBezTo>
                    <a:pt x="7489" y="1"/>
                    <a:pt x="7439" y="26"/>
                    <a:pt x="7405" y="76"/>
                  </a:cubicBezTo>
                  <a:cubicBezTo>
                    <a:pt x="7339" y="109"/>
                    <a:pt x="4036" y="3178"/>
                    <a:pt x="1801" y="9316"/>
                  </a:cubicBezTo>
                  <a:cubicBezTo>
                    <a:pt x="1768" y="9349"/>
                    <a:pt x="1768" y="9416"/>
                    <a:pt x="1768" y="9449"/>
                  </a:cubicBezTo>
                  <a:cubicBezTo>
                    <a:pt x="834" y="12118"/>
                    <a:pt x="234" y="14920"/>
                    <a:pt x="0" y="17722"/>
                  </a:cubicBezTo>
                  <a:lnTo>
                    <a:pt x="367" y="17989"/>
                  </a:lnTo>
                  <a:cubicBezTo>
                    <a:pt x="601" y="15120"/>
                    <a:pt x="1201" y="12318"/>
                    <a:pt x="2168" y="9583"/>
                  </a:cubicBezTo>
                  <a:cubicBezTo>
                    <a:pt x="3426" y="9205"/>
                    <a:pt x="4915" y="9118"/>
                    <a:pt x="6027" y="9118"/>
                  </a:cubicBezTo>
                  <a:cubicBezTo>
                    <a:pt x="6981" y="9118"/>
                    <a:pt x="7657" y="9182"/>
                    <a:pt x="7672" y="9182"/>
                  </a:cubicBezTo>
                  <a:cubicBezTo>
                    <a:pt x="7692" y="9187"/>
                    <a:pt x="7711" y="9189"/>
                    <a:pt x="7729" y="9189"/>
                  </a:cubicBezTo>
                  <a:cubicBezTo>
                    <a:pt x="7975" y="9189"/>
                    <a:pt x="7986" y="8782"/>
                    <a:pt x="7706" y="8782"/>
                  </a:cubicBezTo>
                  <a:cubicBezTo>
                    <a:pt x="7645" y="8782"/>
                    <a:pt x="7005" y="8726"/>
                    <a:pt x="6102" y="8726"/>
                  </a:cubicBezTo>
                  <a:cubicBezTo>
                    <a:pt x="5030" y="8726"/>
                    <a:pt x="3587" y="8805"/>
                    <a:pt x="2302" y="9149"/>
                  </a:cubicBezTo>
                  <a:cubicBezTo>
                    <a:pt x="4470" y="3278"/>
                    <a:pt x="7639" y="376"/>
                    <a:pt x="7672" y="343"/>
                  </a:cubicBezTo>
                  <a:cubicBezTo>
                    <a:pt x="7739" y="243"/>
                    <a:pt x="7739" y="143"/>
                    <a:pt x="7672" y="76"/>
                  </a:cubicBezTo>
                  <a:cubicBezTo>
                    <a:pt x="7639" y="26"/>
                    <a:pt x="7589" y="1"/>
                    <a:pt x="7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04;p61">
              <a:extLst>
                <a:ext uri="{FF2B5EF4-FFF2-40B4-BE49-F238E27FC236}">
                  <a16:creationId xmlns:a16="http://schemas.microsoft.com/office/drawing/2014/main" id="{8B366C5C-4DB9-19BC-EE41-365FD7B87A8C}"/>
                </a:ext>
              </a:extLst>
            </p:cNvPr>
            <p:cNvSpPr/>
            <p:nvPr/>
          </p:nvSpPr>
          <p:spPr>
            <a:xfrm>
              <a:off x="1624675" y="3062575"/>
              <a:ext cx="291050" cy="613850"/>
            </a:xfrm>
            <a:custGeom>
              <a:avLst/>
              <a:gdLst/>
              <a:ahLst/>
              <a:cxnLst/>
              <a:rect l="l" t="t" r="r" b="b"/>
              <a:pathLst>
                <a:path w="11642" h="24554" extrusionOk="0">
                  <a:moveTo>
                    <a:pt x="3111" y="0"/>
                  </a:moveTo>
                  <a:cubicBezTo>
                    <a:pt x="2689" y="0"/>
                    <a:pt x="2262" y="76"/>
                    <a:pt x="1835" y="236"/>
                  </a:cubicBezTo>
                  <a:cubicBezTo>
                    <a:pt x="1835" y="236"/>
                    <a:pt x="0" y="1137"/>
                    <a:pt x="534" y="3572"/>
                  </a:cubicBezTo>
                  <a:cubicBezTo>
                    <a:pt x="1101" y="6007"/>
                    <a:pt x="4403" y="10010"/>
                    <a:pt x="6238" y="14346"/>
                  </a:cubicBezTo>
                  <a:cubicBezTo>
                    <a:pt x="8073" y="18650"/>
                    <a:pt x="8239" y="24554"/>
                    <a:pt x="8239" y="24554"/>
                  </a:cubicBezTo>
                  <a:lnTo>
                    <a:pt x="9140" y="24154"/>
                  </a:lnTo>
                  <a:lnTo>
                    <a:pt x="9540" y="23987"/>
                  </a:lnTo>
                  <a:lnTo>
                    <a:pt x="10608" y="23486"/>
                  </a:lnTo>
                  <a:cubicBezTo>
                    <a:pt x="10608" y="23486"/>
                    <a:pt x="11642" y="13913"/>
                    <a:pt x="10574" y="9176"/>
                  </a:cubicBezTo>
                  <a:cubicBezTo>
                    <a:pt x="9654" y="4959"/>
                    <a:pt x="6538" y="0"/>
                    <a:pt x="311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05;p61">
              <a:extLst>
                <a:ext uri="{FF2B5EF4-FFF2-40B4-BE49-F238E27FC236}">
                  <a16:creationId xmlns:a16="http://schemas.microsoft.com/office/drawing/2014/main" id="{8F705AA6-347E-5DF1-3940-E509224D271B}"/>
                </a:ext>
              </a:extLst>
            </p:cNvPr>
            <p:cNvSpPr/>
            <p:nvPr/>
          </p:nvSpPr>
          <p:spPr>
            <a:xfrm>
              <a:off x="1624675" y="3062575"/>
              <a:ext cx="291050" cy="613850"/>
            </a:xfrm>
            <a:custGeom>
              <a:avLst/>
              <a:gdLst/>
              <a:ahLst/>
              <a:cxnLst/>
              <a:rect l="l" t="t" r="r" b="b"/>
              <a:pathLst>
                <a:path w="11642" h="24554" extrusionOk="0">
                  <a:moveTo>
                    <a:pt x="3111" y="0"/>
                  </a:moveTo>
                  <a:cubicBezTo>
                    <a:pt x="2689" y="0"/>
                    <a:pt x="2262" y="76"/>
                    <a:pt x="1835" y="236"/>
                  </a:cubicBezTo>
                  <a:cubicBezTo>
                    <a:pt x="1835" y="236"/>
                    <a:pt x="0" y="1137"/>
                    <a:pt x="534" y="3572"/>
                  </a:cubicBezTo>
                  <a:cubicBezTo>
                    <a:pt x="1101" y="6007"/>
                    <a:pt x="4403" y="10010"/>
                    <a:pt x="6238" y="14346"/>
                  </a:cubicBezTo>
                  <a:cubicBezTo>
                    <a:pt x="8073" y="18650"/>
                    <a:pt x="8239" y="24554"/>
                    <a:pt x="8239" y="24554"/>
                  </a:cubicBezTo>
                  <a:lnTo>
                    <a:pt x="9140" y="24154"/>
                  </a:lnTo>
                  <a:lnTo>
                    <a:pt x="9540" y="23987"/>
                  </a:lnTo>
                  <a:lnTo>
                    <a:pt x="10608" y="23486"/>
                  </a:lnTo>
                  <a:cubicBezTo>
                    <a:pt x="10608" y="23486"/>
                    <a:pt x="11642" y="13913"/>
                    <a:pt x="10574" y="9176"/>
                  </a:cubicBezTo>
                  <a:cubicBezTo>
                    <a:pt x="9654" y="4959"/>
                    <a:pt x="6538" y="0"/>
                    <a:pt x="31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06;p61">
              <a:extLst>
                <a:ext uri="{FF2B5EF4-FFF2-40B4-BE49-F238E27FC236}">
                  <a16:creationId xmlns:a16="http://schemas.microsoft.com/office/drawing/2014/main" id="{84C7AB13-E54F-948A-D00E-AE45FA818211}"/>
                </a:ext>
              </a:extLst>
            </p:cNvPr>
            <p:cNvSpPr/>
            <p:nvPr/>
          </p:nvSpPr>
          <p:spPr>
            <a:xfrm>
              <a:off x="1685450" y="3097950"/>
              <a:ext cx="196925" cy="568475"/>
            </a:xfrm>
            <a:custGeom>
              <a:avLst/>
              <a:gdLst/>
              <a:ahLst/>
              <a:cxnLst/>
              <a:rect l="l" t="t" r="r" b="b"/>
              <a:pathLst>
                <a:path w="7877" h="22739" extrusionOk="0">
                  <a:moveTo>
                    <a:pt x="313" y="0"/>
                  </a:moveTo>
                  <a:cubicBezTo>
                    <a:pt x="144" y="0"/>
                    <a:pt x="1" y="214"/>
                    <a:pt x="171" y="356"/>
                  </a:cubicBezTo>
                  <a:cubicBezTo>
                    <a:pt x="238" y="389"/>
                    <a:pt x="7543" y="6227"/>
                    <a:pt x="6709" y="22739"/>
                  </a:cubicBezTo>
                  <a:lnTo>
                    <a:pt x="7109" y="22572"/>
                  </a:lnTo>
                  <a:cubicBezTo>
                    <a:pt x="7876" y="5993"/>
                    <a:pt x="471" y="89"/>
                    <a:pt x="404" y="22"/>
                  </a:cubicBezTo>
                  <a:cubicBezTo>
                    <a:pt x="374" y="7"/>
                    <a:pt x="343" y="0"/>
                    <a:pt x="3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07;p61">
              <a:extLst>
                <a:ext uri="{FF2B5EF4-FFF2-40B4-BE49-F238E27FC236}">
                  <a16:creationId xmlns:a16="http://schemas.microsoft.com/office/drawing/2014/main" id="{11235E8A-9009-1293-A4F5-D0C711406947}"/>
                </a:ext>
              </a:extLst>
            </p:cNvPr>
            <p:cNvSpPr/>
            <p:nvPr/>
          </p:nvSpPr>
          <p:spPr>
            <a:xfrm>
              <a:off x="1532925" y="3268175"/>
              <a:ext cx="379475" cy="548350"/>
            </a:xfrm>
            <a:custGeom>
              <a:avLst/>
              <a:gdLst/>
              <a:ahLst/>
              <a:cxnLst/>
              <a:rect l="l" t="t" r="r" b="b"/>
              <a:pathLst>
                <a:path w="15179" h="21934" extrusionOk="0">
                  <a:moveTo>
                    <a:pt x="2747" y="0"/>
                  </a:moveTo>
                  <a:cubicBezTo>
                    <a:pt x="2545" y="0"/>
                    <a:pt x="2352" y="19"/>
                    <a:pt x="2169" y="51"/>
                  </a:cubicBezTo>
                  <a:cubicBezTo>
                    <a:pt x="1202" y="185"/>
                    <a:pt x="601" y="1186"/>
                    <a:pt x="901" y="2086"/>
                  </a:cubicBezTo>
                  <a:cubicBezTo>
                    <a:pt x="1235" y="3354"/>
                    <a:pt x="2169" y="3921"/>
                    <a:pt x="2569" y="5422"/>
                  </a:cubicBezTo>
                  <a:cubicBezTo>
                    <a:pt x="3003" y="6956"/>
                    <a:pt x="234" y="8791"/>
                    <a:pt x="134" y="10492"/>
                  </a:cubicBezTo>
                  <a:cubicBezTo>
                    <a:pt x="1" y="12193"/>
                    <a:pt x="2803" y="12594"/>
                    <a:pt x="3236" y="14061"/>
                  </a:cubicBezTo>
                  <a:cubicBezTo>
                    <a:pt x="3703" y="15496"/>
                    <a:pt x="2136" y="17764"/>
                    <a:pt x="3203" y="19866"/>
                  </a:cubicBezTo>
                  <a:cubicBezTo>
                    <a:pt x="3804" y="21067"/>
                    <a:pt x="4971" y="21867"/>
                    <a:pt x="6305" y="21934"/>
                  </a:cubicBezTo>
                  <a:lnTo>
                    <a:pt x="10408" y="19065"/>
                  </a:lnTo>
                  <a:lnTo>
                    <a:pt x="10775" y="18798"/>
                  </a:lnTo>
                  <a:lnTo>
                    <a:pt x="13544" y="16797"/>
                  </a:lnTo>
                  <a:cubicBezTo>
                    <a:pt x="13544" y="16797"/>
                    <a:pt x="15178" y="14095"/>
                    <a:pt x="15145" y="12560"/>
                  </a:cubicBezTo>
                  <a:cubicBezTo>
                    <a:pt x="15078" y="11059"/>
                    <a:pt x="13444" y="10025"/>
                    <a:pt x="12677" y="9125"/>
                  </a:cubicBezTo>
                  <a:cubicBezTo>
                    <a:pt x="11909" y="8224"/>
                    <a:pt x="12777" y="5889"/>
                    <a:pt x="12043" y="4755"/>
                  </a:cubicBezTo>
                  <a:cubicBezTo>
                    <a:pt x="11309" y="3621"/>
                    <a:pt x="9908" y="3854"/>
                    <a:pt x="8540" y="3521"/>
                  </a:cubicBezTo>
                  <a:cubicBezTo>
                    <a:pt x="7173" y="3187"/>
                    <a:pt x="6706" y="2386"/>
                    <a:pt x="5505" y="1252"/>
                  </a:cubicBezTo>
                  <a:cubicBezTo>
                    <a:pt x="4539" y="314"/>
                    <a:pt x="3573" y="0"/>
                    <a:pt x="274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208;p61">
              <a:extLst>
                <a:ext uri="{FF2B5EF4-FFF2-40B4-BE49-F238E27FC236}">
                  <a16:creationId xmlns:a16="http://schemas.microsoft.com/office/drawing/2014/main" id="{7C50A84D-083E-338B-0BC7-334B419A3DB0}"/>
                </a:ext>
              </a:extLst>
            </p:cNvPr>
            <p:cNvSpPr/>
            <p:nvPr/>
          </p:nvSpPr>
          <p:spPr>
            <a:xfrm>
              <a:off x="1604650" y="3294875"/>
              <a:ext cx="197675" cy="449950"/>
            </a:xfrm>
            <a:custGeom>
              <a:avLst/>
              <a:gdLst/>
              <a:ahLst/>
              <a:cxnLst/>
              <a:rect l="l" t="t" r="r" b="b"/>
              <a:pathLst>
                <a:path w="7907" h="17998" extrusionOk="0">
                  <a:moveTo>
                    <a:pt x="367" y="1"/>
                  </a:moveTo>
                  <a:cubicBezTo>
                    <a:pt x="317" y="1"/>
                    <a:pt x="267" y="18"/>
                    <a:pt x="234" y="51"/>
                  </a:cubicBezTo>
                  <a:cubicBezTo>
                    <a:pt x="167" y="118"/>
                    <a:pt x="167" y="251"/>
                    <a:pt x="234" y="318"/>
                  </a:cubicBezTo>
                  <a:cubicBezTo>
                    <a:pt x="267" y="351"/>
                    <a:pt x="3436" y="3253"/>
                    <a:pt x="5605" y="9124"/>
                  </a:cubicBezTo>
                  <a:cubicBezTo>
                    <a:pt x="4323" y="8834"/>
                    <a:pt x="3006" y="8701"/>
                    <a:pt x="1692" y="8701"/>
                  </a:cubicBezTo>
                  <a:cubicBezTo>
                    <a:pt x="1194" y="8701"/>
                    <a:pt x="696" y="8720"/>
                    <a:pt x="201" y="8757"/>
                  </a:cubicBezTo>
                  <a:cubicBezTo>
                    <a:pt x="67" y="8790"/>
                    <a:pt x="1" y="8891"/>
                    <a:pt x="1" y="8991"/>
                  </a:cubicBezTo>
                  <a:cubicBezTo>
                    <a:pt x="34" y="9091"/>
                    <a:pt x="134" y="9157"/>
                    <a:pt x="234" y="9157"/>
                  </a:cubicBezTo>
                  <a:cubicBezTo>
                    <a:pt x="248" y="9157"/>
                    <a:pt x="843" y="9108"/>
                    <a:pt x="1702" y="9108"/>
                  </a:cubicBezTo>
                  <a:cubicBezTo>
                    <a:pt x="2830" y="9108"/>
                    <a:pt x="4413" y="9193"/>
                    <a:pt x="5738" y="9591"/>
                  </a:cubicBezTo>
                  <a:cubicBezTo>
                    <a:pt x="6705" y="12293"/>
                    <a:pt x="7306" y="15128"/>
                    <a:pt x="7539" y="17997"/>
                  </a:cubicBezTo>
                  <a:lnTo>
                    <a:pt x="7906" y="17730"/>
                  </a:lnTo>
                  <a:cubicBezTo>
                    <a:pt x="7673" y="14895"/>
                    <a:pt x="7072" y="12093"/>
                    <a:pt x="6138" y="9424"/>
                  </a:cubicBezTo>
                  <a:cubicBezTo>
                    <a:pt x="6138" y="9391"/>
                    <a:pt x="6138" y="9358"/>
                    <a:pt x="6105" y="9324"/>
                  </a:cubicBezTo>
                  <a:cubicBezTo>
                    <a:pt x="3870" y="3153"/>
                    <a:pt x="568" y="84"/>
                    <a:pt x="501" y="51"/>
                  </a:cubicBezTo>
                  <a:cubicBezTo>
                    <a:pt x="468" y="18"/>
                    <a:pt x="417" y="1"/>
                    <a:pt x="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209;p61">
              <a:extLst>
                <a:ext uri="{FF2B5EF4-FFF2-40B4-BE49-F238E27FC236}">
                  <a16:creationId xmlns:a16="http://schemas.microsoft.com/office/drawing/2014/main" id="{5CD8B784-B2B7-9C6E-8018-68C2BF207344}"/>
                </a:ext>
              </a:extLst>
            </p:cNvPr>
            <p:cNvSpPr/>
            <p:nvPr/>
          </p:nvSpPr>
          <p:spPr>
            <a:xfrm>
              <a:off x="2151700" y="519425"/>
              <a:ext cx="2726975" cy="3905875"/>
            </a:xfrm>
            <a:custGeom>
              <a:avLst/>
              <a:gdLst/>
              <a:ahLst/>
              <a:cxnLst/>
              <a:rect l="l" t="t" r="r" b="b"/>
              <a:pathLst>
                <a:path w="109079" h="156235" extrusionOk="0">
                  <a:moveTo>
                    <a:pt x="104826" y="0"/>
                  </a:moveTo>
                  <a:cubicBezTo>
                    <a:pt x="104581" y="0"/>
                    <a:pt x="104336" y="62"/>
                    <a:pt x="104108" y="190"/>
                  </a:cubicBezTo>
                  <a:lnTo>
                    <a:pt x="2202" y="58865"/>
                  </a:lnTo>
                  <a:cubicBezTo>
                    <a:pt x="835" y="59632"/>
                    <a:pt x="1" y="61100"/>
                    <a:pt x="1" y="62668"/>
                  </a:cubicBezTo>
                  <a:lnTo>
                    <a:pt x="1" y="152999"/>
                  </a:lnTo>
                  <a:cubicBezTo>
                    <a:pt x="1" y="153566"/>
                    <a:pt x="334" y="154100"/>
                    <a:pt x="868" y="154333"/>
                  </a:cubicBezTo>
                  <a:lnTo>
                    <a:pt x="4104" y="156235"/>
                  </a:lnTo>
                  <a:lnTo>
                    <a:pt x="4871" y="152765"/>
                  </a:lnTo>
                  <a:lnTo>
                    <a:pt x="104142" y="95625"/>
                  </a:lnTo>
                  <a:cubicBezTo>
                    <a:pt x="105509" y="94857"/>
                    <a:pt x="106343" y="93390"/>
                    <a:pt x="106343" y="91822"/>
                  </a:cubicBezTo>
                  <a:lnTo>
                    <a:pt x="106343" y="3392"/>
                  </a:lnTo>
                  <a:lnTo>
                    <a:pt x="109079" y="2224"/>
                  </a:lnTo>
                  <a:lnTo>
                    <a:pt x="105776" y="323"/>
                  </a:lnTo>
                  <a:cubicBezTo>
                    <a:pt x="105489" y="112"/>
                    <a:pt x="105157" y="0"/>
                    <a:pt x="10482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210;p61">
              <a:extLst>
                <a:ext uri="{FF2B5EF4-FFF2-40B4-BE49-F238E27FC236}">
                  <a16:creationId xmlns:a16="http://schemas.microsoft.com/office/drawing/2014/main" id="{6C295E97-2514-834A-0BF3-C0B20B90DC5E}"/>
                </a:ext>
              </a:extLst>
            </p:cNvPr>
            <p:cNvSpPr/>
            <p:nvPr/>
          </p:nvSpPr>
          <p:spPr>
            <a:xfrm>
              <a:off x="2151700" y="519425"/>
              <a:ext cx="2726975" cy="3905875"/>
            </a:xfrm>
            <a:custGeom>
              <a:avLst/>
              <a:gdLst/>
              <a:ahLst/>
              <a:cxnLst/>
              <a:rect l="l" t="t" r="r" b="b"/>
              <a:pathLst>
                <a:path w="109079" h="156235" extrusionOk="0">
                  <a:moveTo>
                    <a:pt x="104826" y="0"/>
                  </a:moveTo>
                  <a:cubicBezTo>
                    <a:pt x="104581" y="0"/>
                    <a:pt x="104336" y="62"/>
                    <a:pt x="104108" y="190"/>
                  </a:cubicBezTo>
                  <a:lnTo>
                    <a:pt x="2202" y="58865"/>
                  </a:lnTo>
                  <a:cubicBezTo>
                    <a:pt x="835" y="59632"/>
                    <a:pt x="1" y="61100"/>
                    <a:pt x="1" y="62668"/>
                  </a:cubicBezTo>
                  <a:lnTo>
                    <a:pt x="1" y="152999"/>
                  </a:lnTo>
                  <a:cubicBezTo>
                    <a:pt x="1" y="153566"/>
                    <a:pt x="334" y="154100"/>
                    <a:pt x="868" y="154333"/>
                  </a:cubicBezTo>
                  <a:lnTo>
                    <a:pt x="4104" y="156235"/>
                  </a:lnTo>
                  <a:lnTo>
                    <a:pt x="4871" y="152765"/>
                  </a:lnTo>
                  <a:lnTo>
                    <a:pt x="104142" y="95625"/>
                  </a:lnTo>
                  <a:cubicBezTo>
                    <a:pt x="105509" y="94857"/>
                    <a:pt x="106343" y="93390"/>
                    <a:pt x="106343" y="91822"/>
                  </a:cubicBezTo>
                  <a:lnTo>
                    <a:pt x="106343" y="3392"/>
                  </a:lnTo>
                  <a:lnTo>
                    <a:pt x="109079" y="2224"/>
                  </a:lnTo>
                  <a:lnTo>
                    <a:pt x="105776" y="323"/>
                  </a:lnTo>
                  <a:cubicBezTo>
                    <a:pt x="105489" y="112"/>
                    <a:pt x="105157" y="0"/>
                    <a:pt x="104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211;p61">
              <a:extLst>
                <a:ext uri="{FF2B5EF4-FFF2-40B4-BE49-F238E27FC236}">
                  <a16:creationId xmlns:a16="http://schemas.microsoft.com/office/drawing/2014/main" id="{49462084-0543-9FD7-DE17-16B68CD3B150}"/>
                </a:ext>
              </a:extLst>
            </p:cNvPr>
            <p:cNvSpPr/>
            <p:nvPr/>
          </p:nvSpPr>
          <p:spPr>
            <a:xfrm>
              <a:off x="2151700" y="2029400"/>
              <a:ext cx="134300" cy="2395900"/>
            </a:xfrm>
            <a:custGeom>
              <a:avLst/>
              <a:gdLst/>
              <a:ahLst/>
              <a:cxnLst/>
              <a:rect l="l" t="t" r="r" b="b"/>
              <a:pathLst>
                <a:path w="5372" h="95836" extrusionOk="0">
                  <a:moveTo>
                    <a:pt x="635" y="0"/>
                  </a:moveTo>
                  <a:cubicBezTo>
                    <a:pt x="234" y="667"/>
                    <a:pt x="1" y="1468"/>
                    <a:pt x="1" y="2269"/>
                  </a:cubicBezTo>
                  <a:lnTo>
                    <a:pt x="1" y="92600"/>
                  </a:lnTo>
                  <a:cubicBezTo>
                    <a:pt x="1" y="93167"/>
                    <a:pt x="334" y="93701"/>
                    <a:pt x="868" y="93934"/>
                  </a:cubicBezTo>
                  <a:lnTo>
                    <a:pt x="4104" y="95836"/>
                  </a:lnTo>
                  <a:lnTo>
                    <a:pt x="4871" y="92366"/>
                  </a:lnTo>
                  <a:lnTo>
                    <a:pt x="5371" y="92100"/>
                  </a:lnTo>
                  <a:lnTo>
                    <a:pt x="5371" y="2736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212;p61">
              <a:extLst>
                <a:ext uri="{FF2B5EF4-FFF2-40B4-BE49-F238E27FC236}">
                  <a16:creationId xmlns:a16="http://schemas.microsoft.com/office/drawing/2014/main" id="{21F3DC0D-12E7-27FA-7046-5536EA7CE394}"/>
                </a:ext>
              </a:extLst>
            </p:cNvPr>
            <p:cNvSpPr/>
            <p:nvPr/>
          </p:nvSpPr>
          <p:spPr>
            <a:xfrm>
              <a:off x="2234275" y="566675"/>
              <a:ext cx="2658575" cy="3862325"/>
            </a:xfrm>
            <a:custGeom>
              <a:avLst/>
              <a:gdLst/>
              <a:ahLst/>
              <a:cxnLst/>
              <a:rect l="l" t="t" r="r" b="b"/>
              <a:pathLst>
                <a:path w="106343" h="154493" extrusionOk="0">
                  <a:moveTo>
                    <a:pt x="104827" y="1"/>
                  </a:moveTo>
                  <a:cubicBezTo>
                    <a:pt x="104575" y="1"/>
                    <a:pt x="104317" y="64"/>
                    <a:pt x="104074" y="201"/>
                  </a:cubicBezTo>
                  <a:lnTo>
                    <a:pt x="12276" y="53039"/>
                  </a:lnTo>
                  <a:lnTo>
                    <a:pt x="2168" y="58876"/>
                  </a:lnTo>
                  <a:cubicBezTo>
                    <a:pt x="834" y="59643"/>
                    <a:pt x="0" y="61078"/>
                    <a:pt x="0" y="62646"/>
                  </a:cubicBezTo>
                  <a:lnTo>
                    <a:pt x="0" y="153010"/>
                  </a:lnTo>
                  <a:cubicBezTo>
                    <a:pt x="0" y="153865"/>
                    <a:pt x="701" y="154493"/>
                    <a:pt x="1475" y="154493"/>
                  </a:cubicBezTo>
                  <a:cubicBezTo>
                    <a:pt x="1728" y="154493"/>
                    <a:pt x="1989" y="154426"/>
                    <a:pt x="2235" y="154278"/>
                  </a:cubicBezTo>
                  <a:lnTo>
                    <a:pt x="12276" y="148507"/>
                  </a:lnTo>
                  <a:lnTo>
                    <a:pt x="104141" y="95636"/>
                  </a:lnTo>
                  <a:cubicBezTo>
                    <a:pt x="105509" y="94835"/>
                    <a:pt x="106343" y="93401"/>
                    <a:pt x="106343" y="91833"/>
                  </a:cubicBezTo>
                  <a:lnTo>
                    <a:pt x="106343" y="1502"/>
                  </a:lnTo>
                  <a:cubicBezTo>
                    <a:pt x="106343" y="617"/>
                    <a:pt x="105615" y="1"/>
                    <a:pt x="10482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213;p61">
              <a:extLst>
                <a:ext uri="{FF2B5EF4-FFF2-40B4-BE49-F238E27FC236}">
                  <a16:creationId xmlns:a16="http://schemas.microsoft.com/office/drawing/2014/main" id="{ABCA101E-FCD9-627F-1B6E-1DA87A4A5B7B}"/>
                </a:ext>
              </a:extLst>
            </p:cNvPr>
            <p:cNvSpPr/>
            <p:nvPr/>
          </p:nvSpPr>
          <p:spPr>
            <a:xfrm>
              <a:off x="2234275" y="566675"/>
              <a:ext cx="2658575" cy="3861950"/>
            </a:xfrm>
            <a:custGeom>
              <a:avLst/>
              <a:gdLst/>
              <a:ahLst/>
              <a:cxnLst/>
              <a:rect l="l" t="t" r="r" b="b"/>
              <a:pathLst>
                <a:path w="106343" h="154478" extrusionOk="0">
                  <a:moveTo>
                    <a:pt x="104898" y="333"/>
                  </a:moveTo>
                  <a:cubicBezTo>
                    <a:pt x="105507" y="333"/>
                    <a:pt x="106009" y="855"/>
                    <a:pt x="106009" y="1502"/>
                  </a:cubicBezTo>
                  <a:lnTo>
                    <a:pt x="106009" y="91833"/>
                  </a:lnTo>
                  <a:cubicBezTo>
                    <a:pt x="106009" y="93301"/>
                    <a:pt x="105242" y="94635"/>
                    <a:pt x="103974" y="95369"/>
                  </a:cubicBezTo>
                  <a:lnTo>
                    <a:pt x="12142" y="148240"/>
                  </a:lnTo>
                  <a:lnTo>
                    <a:pt x="2068" y="154011"/>
                  </a:lnTo>
                  <a:cubicBezTo>
                    <a:pt x="1871" y="154126"/>
                    <a:pt x="1664" y="154178"/>
                    <a:pt x="1463" y="154178"/>
                  </a:cubicBezTo>
                  <a:cubicBezTo>
                    <a:pt x="850" y="154178"/>
                    <a:pt x="300" y="153689"/>
                    <a:pt x="300" y="153010"/>
                  </a:cubicBezTo>
                  <a:lnTo>
                    <a:pt x="300" y="62646"/>
                  </a:lnTo>
                  <a:cubicBezTo>
                    <a:pt x="300" y="61211"/>
                    <a:pt x="1068" y="59877"/>
                    <a:pt x="2335" y="59143"/>
                  </a:cubicBezTo>
                  <a:lnTo>
                    <a:pt x="12442" y="53339"/>
                  </a:lnTo>
                  <a:lnTo>
                    <a:pt x="104241" y="468"/>
                  </a:lnTo>
                  <a:cubicBezTo>
                    <a:pt x="104408" y="368"/>
                    <a:pt x="104642" y="334"/>
                    <a:pt x="104842" y="334"/>
                  </a:cubicBezTo>
                  <a:cubicBezTo>
                    <a:pt x="104861" y="333"/>
                    <a:pt x="104879" y="333"/>
                    <a:pt x="104898" y="333"/>
                  </a:cubicBezTo>
                  <a:close/>
                  <a:moveTo>
                    <a:pt x="104842" y="1"/>
                  </a:moveTo>
                  <a:cubicBezTo>
                    <a:pt x="104575" y="1"/>
                    <a:pt x="104308" y="67"/>
                    <a:pt x="104074" y="201"/>
                  </a:cubicBezTo>
                  <a:lnTo>
                    <a:pt x="12276" y="53039"/>
                  </a:lnTo>
                  <a:lnTo>
                    <a:pt x="2168" y="58876"/>
                  </a:lnTo>
                  <a:cubicBezTo>
                    <a:pt x="834" y="59643"/>
                    <a:pt x="0" y="61078"/>
                    <a:pt x="0" y="62646"/>
                  </a:cubicBezTo>
                  <a:lnTo>
                    <a:pt x="0" y="153010"/>
                  </a:lnTo>
                  <a:cubicBezTo>
                    <a:pt x="0" y="153811"/>
                    <a:pt x="667" y="154478"/>
                    <a:pt x="1468" y="154478"/>
                  </a:cubicBezTo>
                  <a:cubicBezTo>
                    <a:pt x="1735" y="154478"/>
                    <a:pt x="2002" y="154411"/>
                    <a:pt x="2235" y="154278"/>
                  </a:cubicBezTo>
                  <a:lnTo>
                    <a:pt x="12276" y="148507"/>
                  </a:lnTo>
                  <a:lnTo>
                    <a:pt x="104141" y="95636"/>
                  </a:lnTo>
                  <a:cubicBezTo>
                    <a:pt x="105509" y="94835"/>
                    <a:pt x="106343" y="93401"/>
                    <a:pt x="106343" y="91833"/>
                  </a:cubicBezTo>
                  <a:lnTo>
                    <a:pt x="106343" y="1502"/>
                  </a:lnTo>
                  <a:cubicBezTo>
                    <a:pt x="106343" y="668"/>
                    <a:pt x="105642" y="1"/>
                    <a:pt x="104842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214;p61">
              <a:extLst>
                <a:ext uri="{FF2B5EF4-FFF2-40B4-BE49-F238E27FC236}">
                  <a16:creationId xmlns:a16="http://schemas.microsoft.com/office/drawing/2014/main" id="{79B39C5C-3C93-719D-2E22-FD03E331D87C}"/>
                </a:ext>
              </a:extLst>
            </p:cNvPr>
            <p:cNvSpPr/>
            <p:nvPr/>
          </p:nvSpPr>
          <p:spPr>
            <a:xfrm>
              <a:off x="2234275" y="1892625"/>
              <a:ext cx="306900" cy="2536375"/>
            </a:xfrm>
            <a:custGeom>
              <a:avLst/>
              <a:gdLst/>
              <a:ahLst/>
              <a:cxnLst/>
              <a:rect l="l" t="t" r="r" b="b"/>
              <a:pathLst>
                <a:path w="12276" h="101455" extrusionOk="0">
                  <a:moveTo>
                    <a:pt x="12276" y="1"/>
                  </a:moveTo>
                  <a:lnTo>
                    <a:pt x="2168" y="5838"/>
                  </a:lnTo>
                  <a:cubicBezTo>
                    <a:pt x="834" y="6605"/>
                    <a:pt x="0" y="8040"/>
                    <a:pt x="0" y="9608"/>
                  </a:cubicBezTo>
                  <a:lnTo>
                    <a:pt x="0" y="99972"/>
                  </a:lnTo>
                  <a:cubicBezTo>
                    <a:pt x="0" y="100827"/>
                    <a:pt x="701" y="101455"/>
                    <a:pt x="1475" y="101455"/>
                  </a:cubicBezTo>
                  <a:cubicBezTo>
                    <a:pt x="1728" y="101455"/>
                    <a:pt x="1989" y="101388"/>
                    <a:pt x="2235" y="101240"/>
                  </a:cubicBezTo>
                  <a:lnTo>
                    <a:pt x="12276" y="95469"/>
                  </a:lnTo>
                  <a:lnTo>
                    <a:pt x="1227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215;p61">
              <a:extLst>
                <a:ext uri="{FF2B5EF4-FFF2-40B4-BE49-F238E27FC236}">
                  <a16:creationId xmlns:a16="http://schemas.microsoft.com/office/drawing/2014/main" id="{5EF38563-B999-9B53-91D5-DE14C87904D7}"/>
                </a:ext>
              </a:extLst>
            </p:cNvPr>
            <p:cNvSpPr/>
            <p:nvPr/>
          </p:nvSpPr>
          <p:spPr>
            <a:xfrm>
              <a:off x="2295975" y="2091100"/>
              <a:ext cx="194325" cy="115950"/>
            </a:xfrm>
            <a:custGeom>
              <a:avLst/>
              <a:gdLst/>
              <a:ahLst/>
              <a:cxnLst/>
              <a:rect l="l" t="t" r="r" b="b"/>
              <a:pathLst>
                <a:path w="7773" h="4638" extrusionOk="0">
                  <a:moveTo>
                    <a:pt x="7673" y="1"/>
                  </a:moveTo>
                  <a:lnTo>
                    <a:pt x="3970" y="67"/>
                  </a:lnTo>
                  <a:cubicBezTo>
                    <a:pt x="3903" y="101"/>
                    <a:pt x="3837" y="134"/>
                    <a:pt x="3803" y="168"/>
                  </a:cubicBezTo>
                  <a:lnTo>
                    <a:pt x="101" y="4371"/>
                  </a:lnTo>
                  <a:cubicBezTo>
                    <a:pt x="1" y="4471"/>
                    <a:pt x="1" y="4637"/>
                    <a:pt x="101" y="4637"/>
                  </a:cubicBezTo>
                  <a:lnTo>
                    <a:pt x="3803" y="4537"/>
                  </a:lnTo>
                  <a:cubicBezTo>
                    <a:pt x="3870" y="4537"/>
                    <a:pt x="3903" y="4504"/>
                    <a:pt x="3970" y="4471"/>
                  </a:cubicBezTo>
                  <a:lnTo>
                    <a:pt x="7673" y="268"/>
                  </a:lnTo>
                  <a:cubicBezTo>
                    <a:pt x="7773" y="134"/>
                    <a:pt x="7773" y="1"/>
                    <a:pt x="76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216;p61">
              <a:extLst>
                <a:ext uri="{FF2B5EF4-FFF2-40B4-BE49-F238E27FC236}">
                  <a16:creationId xmlns:a16="http://schemas.microsoft.com/office/drawing/2014/main" id="{31C94AAF-E1F6-57AE-210D-1AF6DE204391}"/>
                </a:ext>
              </a:extLst>
            </p:cNvPr>
            <p:cNvSpPr/>
            <p:nvPr/>
          </p:nvSpPr>
          <p:spPr>
            <a:xfrm>
              <a:off x="2295975" y="2152825"/>
              <a:ext cx="194325" cy="115925"/>
            </a:xfrm>
            <a:custGeom>
              <a:avLst/>
              <a:gdLst/>
              <a:ahLst/>
              <a:cxnLst/>
              <a:rect l="l" t="t" r="r" b="b"/>
              <a:pathLst>
                <a:path w="7773" h="4637" extrusionOk="0">
                  <a:moveTo>
                    <a:pt x="7673" y="0"/>
                  </a:moveTo>
                  <a:lnTo>
                    <a:pt x="6472" y="34"/>
                  </a:lnTo>
                  <a:cubicBezTo>
                    <a:pt x="6372" y="34"/>
                    <a:pt x="6305" y="67"/>
                    <a:pt x="6238" y="134"/>
                  </a:cubicBezTo>
                  <a:lnTo>
                    <a:pt x="3970" y="2702"/>
                  </a:lnTo>
                  <a:cubicBezTo>
                    <a:pt x="3937" y="2735"/>
                    <a:pt x="3870" y="2769"/>
                    <a:pt x="3803" y="2802"/>
                  </a:cubicBezTo>
                  <a:lnTo>
                    <a:pt x="1602" y="2836"/>
                  </a:lnTo>
                  <a:cubicBezTo>
                    <a:pt x="1502" y="2836"/>
                    <a:pt x="1402" y="2869"/>
                    <a:pt x="1335" y="2969"/>
                  </a:cubicBezTo>
                  <a:lnTo>
                    <a:pt x="101" y="4370"/>
                  </a:lnTo>
                  <a:cubicBezTo>
                    <a:pt x="1" y="4470"/>
                    <a:pt x="1" y="4637"/>
                    <a:pt x="101" y="4637"/>
                  </a:cubicBezTo>
                  <a:lnTo>
                    <a:pt x="3803" y="4537"/>
                  </a:lnTo>
                  <a:cubicBezTo>
                    <a:pt x="3870" y="4537"/>
                    <a:pt x="3937" y="4503"/>
                    <a:pt x="3970" y="4470"/>
                  </a:cubicBezTo>
                  <a:lnTo>
                    <a:pt x="7673" y="300"/>
                  </a:lnTo>
                  <a:cubicBezTo>
                    <a:pt x="7773" y="167"/>
                    <a:pt x="7773" y="0"/>
                    <a:pt x="76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217;p61">
              <a:extLst>
                <a:ext uri="{FF2B5EF4-FFF2-40B4-BE49-F238E27FC236}">
                  <a16:creationId xmlns:a16="http://schemas.microsoft.com/office/drawing/2014/main" id="{2F02F472-BF73-47B0-5D08-F054A5FAC757}"/>
                </a:ext>
              </a:extLst>
            </p:cNvPr>
            <p:cNvSpPr/>
            <p:nvPr/>
          </p:nvSpPr>
          <p:spPr>
            <a:xfrm>
              <a:off x="2295975" y="2215350"/>
              <a:ext cx="194325" cy="115950"/>
            </a:xfrm>
            <a:custGeom>
              <a:avLst/>
              <a:gdLst/>
              <a:ahLst/>
              <a:cxnLst/>
              <a:rect l="l" t="t" r="r" b="b"/>
              <a:pathLst>
                <a:path w="7773" h="4638" extrusionOk="0">
                  <a:moveTo>
                    <a:pt x="7673" y="1"/>
                  </a:moveTo>
                  <a:lnTo>
                    <a:pt x="6472" y="34"/>
                  </a:lnTo>
                  <a:cubicBezTo>
                    <a:pt x="6372" y="34"/>
                    <a:pt x="6305" y="68"/>
                    <a:pt x="6238" y="168"/>
                  </a:cubicBezTo>
                  <a:lnTo>
                    <a:pt x="3970" y="2703"/>
                  </a:lnTo>
                  <a:cubicBezTo>
                    <a:pt x="3937" y="2770"/>
                    <a:pt x="3870" y="2803"/>
                    <a:pt x="3803" y="2803"/>
                  </a:cubicBezTo>
                  <a:lnTo>
                    <a:pt x="1602" y="2836"/>
                  </a:lnTo>
                  <a:cubicBezTo>
                    <a:pt x="1502" y="2836"/>
                    <a:pt x="1402" y="2903"/>
                    <a:pt x="1335" y="2970"/>
                  </a:cubicBezTo>
                  <a:lnTo>
                    <a:pt x="101" y="4371"/>
                  </a:lnTo>
                  <a:cubicBezTo>
                    <a:pt x="1" y="4504"/>
                    <a:pt x="1" y="4638"/>
                    <a:pt x="101" y="4638"/>
                  </a:cubicBezTo>
                  <a:lnTo>
                    <a:pt x="3803" y="4571"/>
                  </a:lnTo>
                  <a:cubicBezTo>
                    <a:pt x="3870" y="4538"/>
                    <a:pt x="3937" y="4504"/>
                    <a:pt x="3970" y="4471"/>
                  </a:cubicBezTo>
                  <a:lnTo>
                    <a:pt x="7673" y="301"/>
                  </a:lnTo>
                  <a:cubicBezTo>
                    <a:pt x="7773" y="168"/>
                    <a:pt x="7773" y="34"/>
                    <a:pt x="76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218;p61">
              <a:extLst>
                <a:ext uri="{FF2B5EF4-FFF2-40B4-BE49-F238E27FC236}">
                  <a16:creationId xmlns:a16="http://schemas.microsoft.com/office/drawing/2014/main" id="{8ED9B77E-3682-6977-DDCF-5DB999F20F66}"/>
                </a:ext>
              </a:extLst>
            </p:cNvPr>
            <p:cNvSpPr/>
            <p:nvPr/>
          </p:nvSpPr>
          <p:spPr>
            <a:xfrm>
              <a:off x="3187875" y="1557800"/>
              <a:ext cx="8350" cy="2296250"/>
            </a:xfrm>
            <a:custGeom>
              <a:avLst/>
              <a:gdLst/>
              <a:ahLst/>
              <a:cxnLst/>
              <a:rect l="l" t="t" r="r" b="b"/>
              <a:pathLst>
                <a:path w="334" h="91850" extrusionOk="0">
                  <a:moveTo>
                    <a:pt x="167" y="1"/>
                  </a:moveTo>
                  <a:cubicBezTo>
                    <a:pt x="83" y="1"/>
                    <a:pt x="0" y="51"/>
                    <a:pt x="17" y="151"/>
                  </a:cubicBezTo>
                  <a:lnTo>
                    <a:pt x="17" y="91683"/>
                  </a:lnTo>
                  <a:cubicBezTo>
                    <a:pt x="17" y="91783"/>
                    <a:pt x="83" y="91850"/>
                    <a:pt x="184" y="91850"/>
                  </a:cubicBezTo>
                  <a:cubicBezTo>
                    <a:pt x="250" y="91850"/>
                    <a:pt x="317" y="91783"/>
                    <a:pt x="317" y="91683"/>
                  </a:cubicBezTo>
                  <a:lnTo>
                    <a:pt x="317" y="151"/>
                  </a:lnTo>
                  <a:cubicBezTo>
                    <a:pt x="334" y="51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219;p61">
              <a:extLst>
                <a:ext uri="{FF2B5EF4-FFF2-40B4-BE49-F238E27FC236}">
                  <a16:creationId xmlns:a16="http://schemas.microsoft.com/office/drawing/2014/main" id="{BE61DB09-2795-0D7F-3C64-379FE026C7E5}"/>
                </a:ext>
              </a:extLst>
            </p:cNvPr>
            <p:cNvSpPr/>
            <p:nvPr/>
          </p:nvSpPr>
          <p:spPr>
            <a:xfrm>
              <a:off x="2903900" y="3722425"/>
              <a:ext cx="227700" cy="142700"/>
            </a:xfrm>
            <a:custGeom>
              <a:avLst/>
              <a:gdLst/>
              <a:ahLst/>
              <a:cxnLst/>
              <a:rect l="l" t="t" r="r" b="b"/>
              <a:pathLst>
                <a:path w="9108" h="5708" extrusionOk="0">
                  <a:moveTo>
                    <a:pt x="8974" y="1"/>
                  </a:moveTo>
                  <a:cubicBezTo>
                    <a:pt x="8950" y="1"/>
                    <a:pt x="8926" y="9"/>
                    <a:pt x="8907" y="28"/>
                  </a:cubicBezTo>
                  <a:lnTo>
                    <a:pt x="201" y="5031"/>
                  </a:lnTo>
                  <a:cubicBezTo>
                    <a:pt x="101" y="5098"/>
                    <a:pt x="1" y="5198"/>
                    <a:pt x="1" y="5332"/>
                  </a:cubicBezTo>
                  <a:lnTo>
                    <a:pt x="1" y="5565"/>
                  </a:lnTo>
                  <a:cubicBezTo>
                    <a:pt x="1" y="5647"/>
                    <a:pt x="91" y="5707"/>
                    <a:pt x="160" y="5707"/>
                  </a:cubicBezTo>
                  <a:cubicBezTo>
                    <a:pt x="175" y="5707"/>
                    <a:pt x="189" y="5704"/>
                    <a:pt x="201" y="5699"/>
                  </a:cubicBezTo>
                  <a:lnTo>
                    <a:pt x="8907" y="695"/>
                  </a:lnTo>
                  <a:cubicBezTo>
                    <a:pt x="9007" y="628"/>
                    <a:pt x="9107" y="495"/>
                    <a:pt x="9107" y="361"/>
                  </a:cubicBezTo>
                  <a:lnTo>
                    <a:pt x="9107" y="128"/>
                  </a:lnTo>
                  <a:cubicBezTo>
                    <a:pt x="9107" y="56"/>
                    <a:pt x="9038" y="1"/>
                    <a:pt x="897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220;p61">
              <a:extLst>
                <a:ext uri="{FF2B5EF4-FFF2-40B4-BE49-F238E27FC236}">
                  <a16:creationId xmlns:a16="http://schemas.microsoft.com/office/drawing/2014/main" id="{B2108CA9-FE99-8416-125A-09A6A0174D09}"/>
                </a:ext>
              </a:extLst>
            </p:cNvPr>
            <p:cNvSpPr/>
            <p:nvPr/>
          </p:nvSpPr>
          <p:spPr>
            <a:xfrm>
              <a:off x="2903900" y="3764975"/>
              <a:ext cx="227700" cy="142675"/>
            </a:xfrm>
            <a:custGeom>
              <a:avLst/>
              <a:gdLst/>
              <a:ahLst/>
              <a:cxnLst/>
              <a:rect l="l" t="t" r="r" b="b"/>
              <a:pathLst>
                <a:path w="9108" h="5707" extrusionOk="0">
                  <a:moveTo>
                    <a:pt x="8974" y="0"/>
                  </a:moveTo>
                  <a:cubicBezTo>
                    <a:pt x="8950" y="0"/>
                    <a:pt x="8926" y="8"/>
                    <a:pt x="8907" y="27"/>
                  </a:cubicBezTo>
                  <a:lnTo>
                    <a:pt x="201" y="5031"/>
                  </a:lnTo>
                  <a:cubicBezTo>
                    <a:pt x="101" y="5097"/>
                    <a:pt x="1" y="5197"/>
                    <a:pt x="1" y="5331"/>
                  </a:cubicBezTo>
                  <a:lnTo>
                    <a:pt x="1" y="5564"/>
                  </a:lnTo>
                  <a:cubicBezTo>
                    <a:pt x="1" y="5647"/>
                    <a:pt x="91" y="5706"/>
                    <a:pt x="160" y="5706"/>
                  </a:cubicBezTo>
                  <a:cubicBezTo>
                    <a:pt x="175" y="5706"/>
                    <a:pt x="189" y="5704"/>
                    <a:pt x="201" y="5698"/>
                  </a:cubicBezTo>
                  <a:lnTo>
                    <a:pt x="8907" y="694"/>
                  </a:lnTo>
                  <a:cubicBezTo>
                    <a:pt x="9007" y="594"/>
                    <a:pt x="9107" y="494"/>
                    <a:pt x="9107" y="361"/>
                  </a:cubicBezTo>
                  <a:lnTo>
                    <a:pt x="9107" y="127"/>
                  </a:lnTo>
                  <a:cubicBezTo>
                    <a:pt x="9107" y="55"/>
                    <a:pt x="9038" y="0"/>
                    <a:pt x="897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221;p61">
              <a:extLst>
                <a:ext uri="{FF2B5EF4-FFF2-40B4-BE49-F238E27FC236}">
                  <a16:creationId xmlns:a16="http://schemas.microsoft.com/office/drawing/2014/main" id="{53D675D2-632D-16DC-C44D-12FD6681CF4D}"/>
                </a:ext>
              </a:extLst>
            </p:cNvPr>
            <p:cNvSpPr/>
            <p:nvPr/>
          </p:nvSpPr>
          <p:spPr>
            <a:xfrm>
              <a:off x="2903900" y="3870050"/>
              <a:ext cx="118450" cy="80125"/>
            </a:xfrm>
            <a:custGeom>
              <a:avLst/>
              <a:gdLst/>
              <a:ahLst/>
              <a:cxnLst/>
              <a:rect l="l" t="t" r="r" b="b"/>
              <a:pathLst>
                <a:path w="4738" h="3205" extrusionOk="0">
                  <a:moveTo>
                    <a:pt x="4632" y="0"/>
                  </a:moveTo>
                  <a:cubicBezTo>
                    <a:pt x="4611" y="0"/>
                    <a:pt x="4590" y="8"/>
                    <a:pt x="4571" y="27"/>
                  </a:cubicBezTo>
                  <a:lnTo>
                    <a:pt x="201" y="2529"/>
                  </a:lnTo>
                  <a:cubicBezTo>
                    <a:pt x="101" y="2596"/>
                    <a:pt x="1" y="2696"/>
                    <a:pt x="1" y="2862"/>
                  </a:cubicBezTo>
                  <a:lnTo>
                    <a:pt x="1" y="3096"/>
                  </a:lnTo>
                  <a:cubicBezTo>
                    <a:pt x="1" y="3150"/>
                    <a:pt x="90" y="3205"/>
                    <a:pt x="159" y="3205"/>
                  </a:cubicBezTo>
                  <a:cubicBezTo>
                    <a:pt x="174" y="3205"/>
                    <a:pt x="189" y="3202"/>
                    <a:pt x="201" y="3196"/>
                  </a:cubicBezTo>
                  <a:lnTo>
                    <a:pt x="4571" y="694"/>
                  </a:lnTo>
                  <a:cubicBezTo>
                    <a:pt x="4671" y="627"/>
                    <a:pt x="4738" y="494"/>
                    <a:pt x="4738" y="361"/>
                  </a:cubicBezTo>
                  <a:lnTo>
                    <a:pt x="4738" y="127"/>
                  </a:lnTo>
                  <a:cubicBezTo>
                    <a:pt x="4738" y="55"/>
                    <a:pt x="4686" y="0"/>
                    <a:pt x="463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222;p61">
              <a:extLst>
                <a:ext uri="{FF2B5EF4-FFF2-40B4-BE49-F238E27FC236}">
                  <a16:creationId xmlns:a16="http://schemas.microsoft.com/office/drawing/2014/main" id="{C715ED06-6171-98FF-AD76-CCB956E57FE8}"/>
                </a:ext>
              </a:extLst>
            </p:cNvPr>
            <p:cNvSpPr/>
            <p:nvPr/>
          </p:nvSpPr>
          <p:spPr>
            <a:xfrm>
              <a:off x="2587025" y="3811500"/>
              <a:ext cx="314400" cy="321200"/>
            </a:xfrm>
            <a:custGeom>
              <a:avLst/>
              <a:gdLst/>
              <a:ahLst/>
              <a:cxnLst/>
              <a:rect l="l" t="t" r="r" b="b"/>
              <a:pathLst>
                <a:path w="12576" h="12848" extrusionOk="0">
                  <a:moveTo>
                    <a:pt x="9079" y="1"/>
                  </a:moveTo>
                  <a:cubicBezTo>
                    <a:pt x="7212" y="1"/>
                    <a:pt x="4791" y="1472"/>
                    <a:pt x="2936" y="3903"/>
                  </a:cubicBezTo>
                  <a:cubicBezTo>
                    <a:pt x="501" y="7172"/>
                    <a:pt x="0" y="10942"/>
                    <a:pt x="1835" y="12343"/>
                  </a:cubicBezTo>
                  <a:cubicBezTo>
                    <a:pt x="2303" y="12685"/>
                    <a:pt x="2871" y="12848"/>
                    <a:pt x="3498" y="12848"/>
                  </a:cubicBezTo>
                  <a:cubicBezTo>
                    <a:pt x="5377" y="12848"/>
                    <a:pt x="7790" y="11391"/>
                    <a:pt x="9640" y="8940"/>
                  </a:cubicBezTo>
                  <a:cubicBezTo>
                    <a:pt x="12076" y="5671"/>
                    <a:pt x="12576" y="1902"/>
                    <a:pt x="10708" y="501"/>
                  </a:cubicBezTo>
                  <a:cubicBezTo>
                    <a:pt x="10252" y="161"/>
                    <a:pt x="9696" y="1"/>
                    <a:pt x="907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223;p61">
              <a:extLst>
                <a:ext uri="{FF2B5EF4-FFF2-40B4-BE49-F238E27FC236}">
                  <a16:creationId xmlns:a16="http://schemas.microsoft.com/office/drawing/2014/main" id="{F89DBD68-8E16-354A-0172-AE917557E001}"/>
                </a:ext>
              </a:extLst>
            </p:cNvPr>
            <p:cNvSpPr/>
            <p:nvPr/>
          </p:nvSpPr>
          <p:spPr>
            <a:xfrm>
              <a:off x="2587025" y="3811500"/>
              <a:ext cx="314400" cy="321200"/>
            </a:xfrm>
            <a:custGeom>
              <a:avLst/>
              <a:gdLst/>
              <a:ahLst/>
              <a:cxnLst/>
              <a:rect l="l" t="t" r="r" b="b"/>
              <a:pathLst>
                <a:path w="12576" h="12848" extrusionOk="0">
                  <a:moveTo>
                    <a:pt x="9079" y="1"/>
                  </a:moveTo>
                  <a:cubicBezTo>
                    <a:pt x="7212" y="1"/>
                    <a:pt x="4791" y="1472"/>
                    <a:pt x="2936" y="3903"/>
                  </a:cubicBezTo>
                  <a:cubicBezTo>
                    <a:pt x="501" y="7172"/>
                    <a:pt x="0" y="10942"/>
                    <a:pt x="1835" y="12343"/>
                  </a:cubicBezTo>
                  <a:cubicBezTo>
                    <a:pt x="2303" y="12685"/>
                    <a:pt x="2871" y="12848"/>
                    <a:pt x="3498" y="12848"/>
                  </a:cubicBezTo>
                  <a:cubicBezTo>
                    <a:pt x="5377" y="12848"/>
                    <a:pt x="7790" y="11391"/>
                    <a:pt x="9640" y="8940"/>
                  </a:cubicBezTo>
                  <a:cubicBezTo>
                    <a:pt x="12076" y="5671"/>
                    <a:pt x="12576" y="1902"/>
                    <a:pt x="10708" y="501"/>
                  </a:cubicBezTo>
                  <a:cubicBezTo>
                    <a:pt x="10252" y="161"/>
                    <a:pt x="9696" y="1"/>
                    <a:pt x="90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224;p61">
              <a:extLst>
                <a:ext uri="{FF2B5EF4-FFF2-40B4-BE49-F238E27FC236}">
                  <a16:creationId xmlns:a16="http://schemas.microsoft.com/office/drawing/2014/main" id="{28AB571C-33E5-7974-52DB-1766602F64EF}"/>
                </a:ext>
              </a:extLst>
            </p:cNvPr>
            <p:cNvSpPr/>
            <p:nvPr/>
          </p:nvSpPr>
          <p:spPr>
            <a:xfrm>
              <a:off x="2600350" y="3813225"/>
              <a:ext cx="285250" cy="328550"/>
            </a:xfrm>
            <a:custGeom>
              <a:avLst/>
              <a:gdLst/>
              <a:ahLst/>
              <a:cxnLst/>
              <a:rect l="l" t="t" r="r" b="b"/>
              <a:pathLst>
                <a:path w="11410" h="13142" extrusionOk="0">
                  <a:moveTo>
                    <a:pt x="8474" y="299"/>
                  </a:moveTo>
                  <a:cubicBezTo>
                    <a:pt x="8941" y="299"/>
                    <a:pt x="9408" y="432"/>
                    <a:pt x="9808" y="666"/>
                  </a:cubicBezTo>
                  <a:cubicBezTo>
                    <a:pt x="10642" y="1133"/>
                    <a:pt x="11109" y="2100"/>
                    <a:pt x="11109" y="3367"/>
                  </a:cubicBezTo>
                  <a:cubicBezTo>
                    <a:pt x="11109" y="6370"/>
                    <a:pt x="8640" y="10239"/>
                    <a:pt x="5638" y="12007"/>
                  </a:cubicBezTo>
                  <a:cubicBezTo>
                    <a:pt x="4676" y="12560"/>
                    <a:pt x="3739" y="12836"/>
                    <a:pt x="2928" y="12836"/>
                  </a:cubicBezTo>
                  <a:cubicBezTo>
                    <a:pt x="2417" y="12836"/>
                    <a:pt x="1955" y="12726"/>
                    <a:pt x="1569" y="12507"/>
                  </a:cubicBezTo>
                  <a:cubicBezTo>
                    <a:pt x="768" y="12040"/>
                    <a:pt x="301" y="11073"/>
                    <a:pt x="301" y="9772"/>
                  </a:cubicBezTo>
                  <a:cubicBezTo>
                    <a:pt x="301" y="6770"/>
                    <a:pt x="2770" y="2900"/>
                    <a:pt x="5772" y="1133"/>
                  </a:cubicBezTo>
                  <a:cubicBezTo>
                    <a:pt x="6572" y="632"/>
                    <a:pt x="7506" y="365"/>
                    <a:pt x="8474" y="299"/>
                  </a:cubicBezTo>
                  <a:close/>
                  <a:moveTo>
                    <a:pt x="8501" y="0"/>
                  </a:moveTo>
                  <a:cubicBezTo>
                    <a:pt x="7628" y="0"/>
                    <a:pt x="6629" y="305"/>
                    <a:pt x="5605" y="899"/>
                  </a:cubicBezTo>
                  <a:cubicBezTo>
                    <a:pt x="2503" y="2700"/>
                    <a:pt x="1" y="6670"/>
                    <a:pt x="1" y="9772"/>
                  </a:cubicBezTo>
                  <a:cubicBezTo>
                    <a:pt x="1" y="11173"/>
                    <a:pt x="501" y="12240"/>
                    <a:pt x="1402" y="12774"/>
                  </a:cubicBezTo>
                  <a:cubicBezTo>
                    <a:pt x="1869" y="13041"/>
                    <a:pt x="2403" y="13141"/>
                    <a:pt x="2903" y="13141"/>
                  </a:cubicBezTo>
                  <a:cubicBezTo>
                    <a:pt x="3937" y="13108"/>
                    <a:pt x="4904" y="12808"/>
                    <a:pt x="5772" y="12274"/>
                  </a:cubicBezTo>
                  <a:cubicBezTo>
                    <a:pt x="8874" y="10473"/>
                    <a:pt x="11409" y="6470"/>
                    <a:pt x="11409" y="3367"/>
                  </a:cubicBezTo>
                  <a:cubicBezTo>
                    <a:pt x="11409" y="1966"/>
                    <a:pt x="10909" y="899"/>
                    <a:pt x="9975" y="365"/>
                  </a:cubicBezTo>
                  <a:cubicBezTo>
                    <a:pt x="9550" y="121"/>
                    <a:pt x="9050" y="0"/>
                    <a:pt x="850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225;p61">
              <a:extLst>
                <a:ext uri="{FF2B5EF4-FFF2-40B4-BE49-F238E27FC236}">
                  <a16:creationId xmlns:a16="http://schemas.microsoft.com/office/drawing/2014/main" id="{EB1E3F8F-8811-E7B0-5B43-4ECF0A5D0907}"/>
                </a:ext>
              </a:extLst>
            </p:cNvPr>
            <p:cNvSpPr/>
            <p:nvPr/>
          </p:nvSpPr>
          <p:spPr>
            <a:xfrm>
              <a:off x="2803850" y="3997575"/>
              <a:ext cx="60900" cy="70700"/>
            </a:xfrm>
            <a:custGeom>
              <a:avLst/>
              <a:gdLst/>
              <a:ahLst/>
              <a:cxnLst/>
              <a:rect l="l" t="t" r="r" b="b"/>
              <a:pathLst>
                <a:path w="2436" h="2828" extrusionOk="0">
                  <a:moveTo>
                    <a:pt x="1832" y="0"/>
                  </a:moveTo>
                  <a:cubicBezTo>
                    <a:pt x="1649" y="0"/>
                    <a:pt x="1434" y="63"/>
                    <a:pt x="1201" y="196"/>
                  </a:cubicBezTo>
                  <a:cubicBezTo>
                    <a:pt x="534" y="597"/>
                    <a:pt x="67" y="1331"/>
                    <a:pt x="0" y="2131"/>
                  </a:cubicBezTo>
                  <a:cubicBezTo>
                    <a:pt x="0" y="2576"/>
                    <a:pt x="237" y="2828"/>
                    <a:pt x="593" y="2828"/>
                  </a:cubicBezTo>
                  <a:cubicBezTo>
                    <a:pt x="771" y="2828"/>
                    <a:pt x="979" y="2765"/>
                    <a:pt x="1201" y="2632"/>
                  </a:cubicBezTo>
                  <a:cubicBezTo>
                    <a:pt x="1901" y="2231"/>
                    <a:pt x="2335" y="1497"/>
                    <a:pt x="2435" y="697"/>
                  </a:cubicBezTo>
                  <a:cubicBezTo>
                    <a:pt x="2435" y="252"/>
                    <a:pt x="2198" y="0"/>
                    <a:pt x="18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226;p61">
              <a:extLst>
                <a:ext uri="{FF2B5EF4-FFF2-40B4-BE49-F238E27FC236}">
                  <a16:creationId xmlns:a16="http://schemas.microsoft.com/office/drawing/2014/main" id="{B3FBD706-1BDD-E477-1C95-121963C971E5}"/>
                </a:ext>
              </a:extLst>
            </p:cNvPr>
            <p:cNvSpPr/>
            <p:nvPr/>
          </p:nvSpPr>
          <p:spPr>
            <a:xfrm>
              <a:off x="2903900" y="3326775"/>
              <a:ext cx="227700" cy="142675"/>
            </a:xfrm>
            <a:custGeom>
              <a:avLst/>
              <a:gdLst/>
              <a:ahLst/>
              <a:cxnLst/>
              <a:rect l="l" t="t" r="r" b="b"/>
              <a:pathLst>
                <a:path w="9108" h="5707" extrusionOk="0">
                  <a:moveTo>
                    <a:pt x="8948" y="0"/>
                  </a:moveTo>
                  <a:cubicBezTo>
                    <a:pt x="8933" y="0"/>
                    <a:pt x="8919" y="3"/>
                    <a:pt x="8907" y="9"/>
                  </a:cubicBezTo>
                  <a:lnTo>
                    <a:pt x="201" y="5013"/>
                  </a:lnTo>
                  <a:cubicBezTo>
                    <a:pt x="101" y="5079"/>
                    <a:pt x="1" y="5213"/>
                    <a:pt x="1" y="5346"/>
                  </a:cubicBezTo>
                  <a:lnTo>
                    <a:pt x="1" y="5580"/>
                  </a:lnTo>
                  <a:cubicBezTo>
                    <a:pt x="1" y="5652"/>
                    <a:pt x="70" y="5707"/>
                    <a:pt x="134" y="5707"/>
                  </a:cubicBezTo>
                  <a:cubicBezTo>
                    <a:pt x="159" y="5707"/>
                    <a:pt x="182" y="5698"/>
                    <a:pt x="201" y="5680"/>
                  </a:cubicBezTo>
                  <a:lnTo>
                    <a:pt x="8907" y="676"/>
                  </a:lnTo>
                  <a:cubicBezTo>
                    <a:pt x="9007" y="610"/>
                    <a:pt x="9107" y="509"/>
                    <a:pt x="9107" y="376"/>
                  </a:cubicBezTo>
                  <a:lnTo>
                    <a:pt x="9107" y="143"/>
                  </a:lnTo>
                  <a:cubicBezTo>
                    <a:pt x="9107" y="60"/>
                    <a:pt x="9017" y="0"/>
                    <a:pt x="894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227;p61">
              <a:extLst>
                <a:ext uri="{FF2B5EF4-FFF2-40B4-BE49-F238E27FC236}">
                  <a16:creationId xmlns:a16="http://schemas.microsoft.com/office/drawing/2014/main" id="{DEB468EF-1B4F-7F0C-9091-A592F33F6063}"/>
                </a:ext>
              </a:extLst>
            </p:cNvPr>
            <p:cNvSpPr/>
            <p:nvPr/>
          </p:nvSpPr>
          <p:spPr>
            <a:xfrm>
              <a:off x="2903900" y="3369300"/>
              <a:ext cx="227700" cy="142675"/>
            </a:xfrm>
            <a:custGeom>
              <a:avLst/>
              <a:gdLst/>
              <a:ahLst/>
              <a:cxnLst/>
              <a:rect l="l" t="t" r="r" b="b"/>
              <a:pathLst>
                <a:path w="9108" h="5707" extrusionOk="0">
                  <a:moveTo>
                    <a:pt x="8948" y="1"/>
                  </a:moveTo>
                  <a:cubicBezTo>
                    <a:pt x="8933" y="1"/>
                    <a:pt x="8919" y="3"/>
                    <a:pt x="8907" y="9"/>
                  </a:cubicBezTo>
                  <a:lnTo>
                    <a:pt x="201" y="5013"/>
                  </a:lnTo>
                  <a:cubicBezTo>
                    <a:pt x="101" y="5080"/>
                    <a:pt x="1" y="5213"/>
                    <a:pt x="1" y="5346"/>
                  </a:cubicBezTo>
                  <a:lnTo>
                    <a:pt x="1" y="5580"/>
                  </a:lnTo>
                  <a:cubicBezTo>
                    <a:pt x="1" y="5652"/>
                    <a:pt x="70" y="5707"/>
                    <a:pt x="134" y="5707"/>
                  </a:cubicBezTo>
                  <a:cubicBezTo>
                    <a:pt x="159" y="5707"/>
                    <a:pt x="182" y="5699"/>
                    <a:pt x="201" y="5680"/>
                  </a:cubicBezTo>
                  <a:lnTo>
                    <a:pt x="8907" y="676"/>
                  </a:lnTo>
                  <a:cubicBezTo>
                    <a:pt x="9007" y="610"/>
                    <a:pt x="9107" y="476"/>
                    <a:pt x="9107" y="343"/>
                  </a:cubicBezTo>
                  <a:lnTo>
                    <a:pt x="9107" y="143"/>
                  </a:lnTo>
                  <a:cubicBezTo>
                    <a:pt x="9107" y="60"/>
                    <a:pt x="9017" y="1"/>
                    <a:pt x="894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228;p61">
              <a:extLst>
                <a:ext uri="{FF2B5EF4-FFF2-40B4-BE49-F238E27FC236}">
                  <a16:creationId xmlns:a16="http://schemas.microsoft.com/office/drawing/2014/main" id="{BF76A359-B4AD-F8AF-05F8-F20ED6169AC0}"/>
                </a:ext>
              </a:extLst>
            </p:cNvPr>
            <p:cNvSpPr/>
            <p:nvPr/>
          </p:nvSpPr>
          <p:spPr>
            <a:xfrm>
              <a:off x="2903900" y="3474375"/>
              <a:ext cx="118450" cy="80150"/>
            </a:xfrm>
            <a:custGeom>
              <a:avLst/>
              <a:gdLst/>
              <a:ahLst/>
              <a:cxnLst/>
              <a:rect l="l" t="t" r="r" b="b"/>
              <a:pathLst>
                <a:path w="4738" h="3206" extrusionOk="0">
                  <a:moveTo>
                    <a:pt x="4609" y="1"/>
                  </a:moveTo>
                  <a:cubicBezTo>
                    <a:pt x="4596" y="1"/>
                    <a:pt x="4583" y="3"/>
                    <a:pt x="4571" y="9"/>
                  </a:cubicBezTo>
                  <a:lnTo>
                    <a:pt x="201" y="2511"/>
                  </a:lnTo>
                  <a:cubicBezTo>
                    <a:pt x="101" y="2578"/>
                    <a:pt x="1" y="2711"/>
                    <a:pt x="1" y="2845"/>
                  </a:cubicBezTo>
                  <a:lnTo>
                    <a:pt x="1" y="3078"/>
                  </a:lnTo>
                  <a:cubicBezTo>
                    <a:pt x="1" y="3150"/>
                    <a:pt x="70" y="3205"/>
                    <a:pt x="134" y="3205"/>
                  </a:cubicBezTo>
                  <a:cubicBezTo>
                    <a:pt x="159" y="3205"/>
                    <a:pt x="182" y="3197"/>
                    <a:pt x="201" y="3178"/>
                  </a:cubicBezTo>
                  <a:lnTo>
                    <a:pt x="4571" y="676"/>
                  </a:lnTo>
                  <a:cubicBezTo>
                    <a:pt x="4671" y="610"/>
                    <a:pt x="4738" y="510"/>
                    <a:pt x="4738" y="376"/>
                  </a:cubicBezTo>
                  <a:lnTo>
                    <a:pt x="4738" y="143"/>
                  </a:lnTo>
                  <a:cubicBezTo>
                    <a:pt x="4738" y="60"/>
                    <a:pt x="4670" y="1"/>
                    <a:pt x="460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229;p61">
              <a:extLst>
                <a:ext uri="{FF2B5EF4-FFF2-40B4-BE49-F238E27FC236}">
                  <a16:creationId xmlns:a16="http://schemas.microsoft.com/office/drawing/2014/main" id="{E9768C68-1127-6286-D171-C7D442823729}"/>
                </a:ext>
              </a:extLst>
            </p:cNvPr>
            <p:cNvSpPr/>
            <p:nvPr/>
          </p:nvSpPr>
          <p:spPr>
            <a:xfrm>
              <a:off x="2587025" y="3416225"/>
              <a:ext cx="313575" cy="321200"/>
            </a:xfrm>
            <a:custGeom>
              <a:avLst/>
              <a:gdLst/>
              <a:ahLst/>
              <a:cxnLst/>
              <a:rect l="l" t="t" r="r" b="b"/>
              <a:pathLst>
                <a:path w="12543" h="12848" extrusionOk="0">
                  <a:moveTo>
                    <a:pt x="9077" y="1"/>
                  </a:moveTo>
                  <a:cubicBezTo>
                    <a:pt x="7202" y="1"/>
                    <a:pt x="4767" y="1478"/>
                    <a:pt x="2936" y="3936"/>
                  </a:cubicBezTo>
                  <a:cubicBezTo>
                    <a:pt x="467" y="7172"/>
                    <a:pt x="0" y="10942"/>
                    <a:pt x="1835" y="12343"/>
                  </a:cubicBezTo>
                  <a:cubicBezTo>
                    <a:pt x="2294" y="12685"/>
                    <a:pt x="2858" y="12848"/>
                    <a:pt x="3484" y="12848"/>
                  </a:cubicBezTo>
                  <a:cubicBezTo>
                    <a:pt x="5357" y="12848"/>
                    <a:pt x="7782" y="11391"/>
                    <a:pt x="9607" y="8940"/>
                  </a:cubicBezTo>
                  <a:cubicBezTo>
                    <a:pt x="12076" y="5671"/>
                    <a:pt x="12543" y="1902"/>
                    <a:pt x="10708" y="501"/>
                  </a:cubicBezTo>
                  <a:cubicBezTo>
                    <a:pt x="10253" y="162"/>
                    <a:pt x="9695" y="1"/>
                    <a:pt x="907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230;p61">
              <a:extLst>
                <a:ext uri="{FF2B5EF4-FFF2-40B4-BE49-F238E27FC236}">
                  <a16:creationId xmlns:a16="http://schemas.microsoft.com/office/drawing/2014/main" id="{4211749D-42DC-4BD1-26E1-D1BBB03CEF65}"/>
                </a:ext>
              </a:extLst>
            </p:cNvPr>
            <p:cNvSpPr/>
            <p:nvPr/>
          </p:nvSpPr>
          <p:spPr>
            <a:xfrm>
              <a:off x="2587025" y="3416225"/>
              <a:ext cx="313575" cy="321200"/>
            </a:xfrm>
            <a:custGeom>
              <a:avLst/>
              <a:gdLst/>
              <a:ahLst/>
              <a:cxnLst/>
              <a:rect l="l" t="t" r="r" b="b"/>
              <a:pathLst>
                <a:path w="12543" h="12848" extrusionOk="0">
                  <a:moveTo>
                    <a:pt x="9077" y="1"/>
                  </a:moveTo>
                  <a:cubicBezTo>
                    <a:pt x="7202" y="1"/>
                    <a:pt x="4767" y="1478"/>
                    <a:pt x="2936" y="3936"/>
                  </a:cubicBezTo>
                  <a:cubicBezTo>
                    <a:pt x="467" y="7172"/>
                    <a:pt x="0" y="10942"/>
                    <a:pt x="1835" y="12343"/>
                  </a:cubicBezTo>
                  <a:cubicBezTo>
                    <a:pt x="2294" y="12685"/>
                    <a:pt x="2858" y="12848"/>
                    <a:pt x="3484" y="12848"/>
                  </a:cubicBezTo>
                  <a:cubicBezTo>
                    <a:pt x="5357" y="12848"/>
                    <a:pt x="7782" y="11391"/>
                    <a:pt x="9607" y="8940"/>
                  </a:cubicBezTo>
                  <a:cubicBezTo>
                    <a:pt x="12076" y="5671"/>
                    <a:pt x="12543" y="1902"/>
                    <a:pt x="10708" y="501"/>
                  </a:cubicBezTo>
                  <a:cubicBezTo>
                    <a:pt x="10253" y="162"/>
                    <a:pt x="9695" y="1"/>
                    <a:pt x="9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231;p61">
              <a:extLst>
                <a:ext uri="{FF2B5EF4-FFF2-40B4-BE49-F238E27FC236}">
                  <a16:creationId xmlns:a16="http://schemas.microsoft.com/office/drawing/2014/main" id="{38D8E6E5-629B-8385-3B13-5B050BD861BD}"/>
                </a:ext>
              </a:extLst>
            </p:cNvPr>
            <p:cNvSpPr/>
            <p:nvPr/>
          </p:nvSpPr>
          <p:spPr>
            <a:xfrm>
              <a:off x="2600350" y="3417650"/>
              <a:ext cx="285250" cy="328825"/>
            </a:xfrm>
            <a:custGeom>
              <a:avLst/>
              <a:gdLst/>
              <a:ahLst/>
              <a:cxnLst/>
              <a:rect l="l" t="t" r="r" b="b"/>
              <a:pathLst>
                <a:path w="11410" h="13153" extrusionOk="0">
                  <a:moveTo>
                    <a:pt x="8474" y="310"/>
                  </a:moveTo>
                  <a:cubicBezTo>
                    <a:pt x="8941" y="310"/>
                    <a:pt x="9408" y="410"/>
                    <a:pt x="9808" y="644"/>
                  </a:cubicBezTo>
                  <a:cubicBezTo>
                    <a:pt x="10642" y="1111"/>
                    <a:pt x="11109" y="2078"/>
                    <a:pt x="11109" y="3379"/>
                  </a:cubicBezTo>
                  <a:cubicBezTo>
                    <a:pt x="11109" y="6381"/>
                    <a:pt x="8640" y="10251"/>
                    <a:pt x="5638" y="11985"/>
                  </a:cubicBezTo>
                  <a:cubicBezTo>
                    <a:pt x="4684" y="12554"/>
                    <a:pt x="3754" y="12838"/>
                    <a:pt x="2947" y="12838"/>
                  </a:cubicBezTo>
                  <a:cubicBezTo>
                    <a:pt x="2429" y="12838"/>
                    <a:pt x="1960" y="12721"/>
                    <a:pt x="1569" y="12486"/>
                  </a:cubicBezTo>
                  <a:cubicBezTo>
                    <a:pt x="768" y="12019"/>
                    <a:pt x="301" y="11051"/>
                    <a:pt x="301" y="9784"/>
                  </a:cubicBezTo>
                  <a:cubicBezTo>
                    <a:pt x="301" y="6782"/>
                    <a:pt x="2770" y="2912"/>
                    <a:pt x="5772" y="1144"/>
                  </a:cubicBezTo>
                  <a:cubicBezTo>
                    <a:pt x="6572" y="644"/>
                    <a:pt x="7506" y="344"/>
                    <a:pt x="8474" y="310"/>
                  </a:cubicBezTo>
                  <a:close/>
                  <a:moveTo>
                    <a:pt x="8459" y="1"/>
                  </a:moveTo>
                  <a:cubicBezTo>
                    <a:pt x="7596" y="1"/>
                    <a:pt x="6613" y="293"/>
                    <a:pt x="5605" y="877"/>
                  </a:cubicBezTo>
                  <a:cubicBezTo>
                    <a:pt x="2503" y="2679"/>
                    <a:pt x="1" y="6681"/>
                    <a:pt x="1" y="9784"/>
                  </a:cubicBezTo>
                  <a:cubicBezTo>
                    <a:pt x="1" y="11185"/>
                    <a:pt x="501" y="12252"/>
                    <a:pt x="1402" y="12786"/>
                  </a:cubicBezTo>
                  <a:cubicBezTo>
                    <a:pt x="1869" y="13019"/>
                    <a:pt x="2403" y="13153"/>
                    <a:pt x="2903" y="13153"/>
                  </a:cubicBezTo>
                  <a:cubicBezTo>
                    <a:pt x="3937" y="13119"/>
                    <a:pt x="4904" y="12786"/>
                    <a:pt x="5772" y="12252"/>
                  </a:cubicBezTo>
                  <a:cubicBezTo>
                    <a:pt x="8874" y="10484"/>
                    <a:pt x="11409" y="6481"/>
                    <a:pt x="11409" y="3379"/>
                  </a:cubicBezTo>
                  <a:cubicBezTo>
                    <a:pt x="11409" y="1978"/>
                    <a:pt x="10909" y="911"/>
                    <a:pt x="9975" y="377"/>
                  </a:cubicBezTo>
                  <a:cubicBezTo>
                    <a:pt x="9539" y="126"/>
                    <a:pt x="9025" y="1"/>
                    <a:pt x="845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232;p61">
              <a:extLst>
                <a:ext uri="{FF2B5EF4-FFF2-40B4-BE49-F238E27FC236}">
                  <a16:creationId xmlns:a16="http://schemas.microsoft.com/office/drawing/2014/main" id="{106EB079-66AF-7306-11CF-3FB0AB9947FA}"/>
                </a:ext>
              </a:extLst>
            </p:cNvPr>
            <p:cNvSpPr/>
            <p:nvPr/>
          </p:nvSpPr>
          <p:spPr>
            <a:xfrm>
              <a:off x="2803850" y="3602025"/>
              <a:ext cx="60900" cy="70400"/>
            </a:xfrm>
            <a:custGeom>
              <a:avLst/>
              <a:gdLst/>
              <a:ahLst/>
              <a:cxnLst/>
              <a:rect l="l" t="t" r="r" b="b"/>
              <a:pathLst>
                <a:path w="2436" h="2816" extrusionOk="0">
                  <a:moveTo>
                    <a:pt x="1810" y="1"/>
                  </a:moveTo>
                  <a:cubicBezTo>
                    <a:pt x="1632" y="1"/>
                    <a:pt x="1425" y="56"/>
                    <a:pt x="1201" y="174"/>
                  </a:cubicBezTo>
                  <a:cubicBezTo>
                    <a:pt x="534" y="607"/>
                    <a:pt x="67" y="1308"/>
                    <a:pt x="0" y="2109"/>
                  </a:cubicBezTo>
                  <a:cubicBezTo>
                    <a:pt x="0" y="2562"/>
                    <a:pt x="247" y="2815"/>
                    <a:pt x="615" y="2815"/>
                  </a:cubicBezTo>
                  <a:cubicBezTo>
                    <a:pt x="788" y="2815"/>
                    <a:pt x="988" y="2760"/>
                    <a:pt x="1201" y="2642"/>
                  </a:cubicBezTo>
                  <a:cubicBezTo>
                    <a:pt x="1901" y="2209"/>
                    <a:pt x="2335" y="1508"/>
                    <a:pt x="2435" y="707"/>
                  </a:cubicBezTo>
                  <a:cubicBezTo>
                    <a:pt x="2435" y="254"/>
                    <a:pt x="2188" y="1"/>
                    <a:pt x="181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233;p61">
              <a:extLst>
                <a:ext uri="{FF2B5EF4-FFF2-40B4-BE49-F238E27FC236}">
                  <a16:creationId xmlns:a16="http://schemas.microsoft.com/office/drawing/2014/main" id="{CFBAF4C4-2575-CF47-5179-973790269D6C}"/>
                </a:ext>
              </a:extLst>
            </p:cNvPr>
            <p:cNvSpPr/>
            <p:nvPr/>
          </p:nvSpPr>
          <p:spPr>
            <a:xfrm>
              <a:off x="2903900" y="2931025"/>
              <a:ext cx="227700" cy="142700"/>
            </a:xfrm>
            <a:custGeom>
              <a:avLst/>
              <a:gdLst/>
              <a:ahLst/>
              <a:cxnLst/>
              <a:rect l="l" t="t" r="r" b="b"/>
              <a:pathLst>
                <a:path w="9108" h="5708" extrusionOk="0">
                  <a:moveTo>
                    <a:pt x="8974" y="1"/>
                  </a:moveTo>
                  <a:cubicBezTo>
                    <a:pt x="8950" y="1"/>
                    <a:pt x="8926" y="9"/>
                    <a:pt x="8907" y="28"/>
                  </a:cubicBezTo>
                  <a:lnTo>
                    <a:pt x="201" y="5031"/>
                  </a:lnTo>
                  <a:cubicBezTo>
                    <a:pt x="101" y="5098"/>
                    <a:pt x="1" y="5232"/>
                    <a:pt x="1" y="5365"/>
                  </a:cubicBezTo>
                  <a:lnTo>
                    <a:pt x="1" y="5565"/>
                  </a:lnTo>
                  <a:cubicBezTo>
                    <a:pt x="1" y="5647"/>
                    <a:pt x="91" y="5707"/>
                    <a:pt x="160" y="5707"/>
                  </a:cubicBezTo>
                  <a:cubicBezTo>
                    <a:pt x="175" y="5707"/>
                    <a:pt x="189" y="5704"/>
                    <a:pt x="201" y="5699"/>
                  </a:cubicBezTo>
                  <a:lnTo>
                    <a:pt x="8907" y="695"/>
                  </a:lnTo>
                  <a:cubicBezTo>
                    <a:pt x="9007" y="628"/>
                    <a:pt x="9107" y="495"/>
                    <a:pt x="9107" y="361"/>
                  </a:cubicBezTo>
                  <a:lnTo>
                    <a:pt x="9107" y="128"/>
                  </a:lnTo>
                  <a:cubicBezTo>
                    <a:pt x="9107" y="56"/>
                    <a:pt x="9038" y="1"/>
                    <a:pt x="897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234;p61">
              <a:extLst>
                <a:ext uri="{FF2B5EF4-FFF2-40B4-BE49-F238E27FC236}">
                  <a16:creationId xmlns:a16="http://schemas.microsoft.com/office/drawing/2014/main" id="{C9FBB897-907B-F132-92BA-A0F5BC288E94}"/>
                </a:ext>
              </a:extLst>
            </p:cNvPr>
            <p:cNvSpPr/>
            <p:nvPr/>
          </p:nvSpPr>
          <p:spPr>
            <a:xfrm>
              <a:off x="2903900" y="2973575"/>
              <a:ext cx="227700" cy="142675"/>
            </a:xfrm>
            <a:custGeom>
              <a:avLst/>
              <a:gdLst/>
              <a:ahLst/>
              <a:cxnLst/>
              <a:rect l="l" t="t" r="r" b="b"/>
              <a:pathLst>
                <a:path w="9108" h="5707" extrusionOk="0">
                  <a:moveTo>
                    <a:pt x="8974" y="0"/>
                  </a:moveTo>
                  <a:cubicBezTo>
                    <a:pt x="8950" y="0"/>
                    <a:pt x="8926" y="8"/>
                    <a:pt x="8907" y="27"/>
                  </a:cubicBezTo>
                  <a:lnTo>
                    <a:pt x="201" y="5031"/>
                  </a:lnTo>
                  <a:cubicBezTo>
                    <a:pt x="101" y="5097"/>
                    <a:pt x="1" y="5197"/>
                    <a:pt x="1" y="5364"/>
                  </a:cubicBezTo>
                  <a:lnTo>
                    <a:pt x="1" y="5598"/>
                  </a:lnTo>
                  <a:cubicBezTo>
                    <a:pt x="1" y="5652"/>
                    <a:pt x="90" y="5707"/>
                    <a:pt x="159" y="5707"/>
                  </a:cubicBezTo>
                  <a:cubicBezTo>
                    <a:pt x="174" y="5707"/>
                    <a:pt x="189" y="5704"/>
                    <a:pt x="201" y="5698"/>
                  </a:cubicBezTo>
                  <a:lnTo>
                    <a:pt x="8907" y="694"/>
                  </a:lnTo>
                  <a:cubicBezTo>
                    <a:pt x="9007" y="627"/>
                    <a:pt x="9107" y="494"/>
                    <a:pt x="9107" y="361"/>
                  </a:cubicBezTo>
                  <a:lnTo>
                    <a:pt x="9107" y="127"/>
                  </a:lnTo>
                  <a:cubicBezTo>
                    <a:pt x="9107" y="55"/>
                    <a:pt x="9038" y="0"/>
                    <a:pt x="897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235;p61">
              <a:extLst>
                <a:ext uri="{FF2B5EF4-FFF2-40B4-BE49-F238E27FC236}">
                  <a16:creationId xmlns:a16="http://schemas.microsoft.com/office/drawing/2014/main" id="{B59B630C-27D1-C756-70E6-50349CC4BFB5}"/>
                </a:ext>
              </a:extLst>
            </p:cNvPr>
            <p:cNvSpPr/>
            <p:nvPr/>
          </p:nvSpPr>
          <p:spPr>
            <a:xfrm>
              <a:off x="2903900" y="3078650"/>
              <a:ext cx="118450" cy="80225"/>
            </a:xfrm>
            <a:custGeom>
              <a:avLst/>
              <a:gdLst/>
              <a:ahLst/>
              <a:cxnLst/>
              <a:rect l="l" t="t" r="r" b="b"/>
              <a:pathLst>
                <a:path w="4738" h="3209" extrusionOk="0">
                  <a:moveTo>
                    <a:pt x="4632" y="0"/>
                  </a:moveTo>
                  <a:cubicBezTo>
                    <a:pt x="4611" y="0"/>
                    <a:pt x="4590" y="8"/>
                    <a:pt x="4571" y="27"/>
                  </a:cubicBezTo>
                  <a:lnTo>
                    <a:pt x="201" y="2529"/>
                  </a:lnTo>
                  <a:cubicBezTo>
                    <a:pt x="101" y="2596"/>
                    <a:pt x="1" y="2729"/>
                    <a:pt x="1" y="2862"/>
                  </a:cubicBezTo>
                  <a:lnTo>
                    <a:pt x="1" y="3096"/>
                  </a:lnTo>
                  <a:cubicBezTo>
                    <a:pt x="1" y="3171"/>
                    <a:pt x="76" y="3208"/>
                    <a:pt x="142" y="3208"/>
                  </a:cubicBezTo>
                  <a:cubicBezTo>
                    <a:pt x="164" y="3208"/>
                    <a:pt x="184" y="3204"/>
                    <a:pt x="201" y="3196"/>
                  </a:cubicBezTo>
                  <a:lnTo>
                    <a:pt x="4571" y="694"/>
                  </a:lnTo>
                  <a:cubicBezTo>
                    <a:pt x="4671" y="627"/>
                    <a:pt x="4738" y="494"/>
                    <a:pt x="4738" y="361"/>
                  </a:cubicBezTo>
                  <a:lnTo>
                    <a:pt x="4738" y="127"/>
                  </a:lnTo>
                  <a:cubicBezTo>
                    <a:pt x="4738" y="55"/>
                    <a:pt x="4686" y="0"/>
                    <a:pt x="463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236;p61">
              <a:extLst>
                <a:ext uri="{FF2B5EF4-FFF2-40B4-BE49-F238E27FC236}">
                  <a16:creationId xmlns:a16="http://schemas.microsoft.com/office/drawing/2014/main" id="{9D58B5AC-D16D-875A-5648-60594D4195A0}"/>
                </a:ext>
              </a:extLst>
            </p:cNvPr>
            <p:cNvSpPr/>
            <p:nvPr/>
          </p:nvSpPr>
          <p:spPr>
            <a:xfrm>
              <a:off x="2586175" y="3021300"/>
              <a:ext cx="314425" cy="321200"/>
            </a:xfrm>
            <a:custGeom>
              <a:avLst/>
              <a:gdLst/>
              <a:ahLst/>
              <a:cxnLst/>
              <a:rect l="l" t="t" r="r" b="b"/>
              <a:pathLst>
                <a:path w="12577" h="12848" extrusionOk="0">
                  <a:moveTo>
                    <a:pt x="9055" y="1"/>
                  </a:moveTo>
                  <a:cubicBezTo>
                    <a:pt x="7192" y="1"/>
                    <a:pt x="4784" y="1476"/>
                    <a:pt x="2936" y="3922"/>
                  </a:cubicBezTo>
                  <a:cubicBezTo>
                    <a:pt x="501" y="7191"/>
                    <a:pt x="1" y="10961"/>
                    <a:pt x="1869" y="12328"/>
                  </a:cubicBezTo>
                  <a:cubicBezTo>
                    <a:pt x="2330" y="12681"/>
                    <a:pt x="2895" y="12847"/>
                    <a:pt x="3522" y="12847"/>
                  </a:cubicBezTo>
                  <a:cubicBezTo>
                    <a:pt x="5386" y="12847"/>
                    <a:pt x="7794" y="11372"/>
                    <a:pt x="9641" y="8926"/>
                  </a:cubicBezTo>
                  <a:cubicBezTo>
                    <a:pt x="12076" y="5657"/>
                    <a:pt x="12577" y="1887"/>
                    <a:pt x="10709" y="520"/>
                  </a:cubicBezTo>
                  <a:cubicBezTo>
                    <a:pt x="10247" y="167"/>
                    <a:pt x="9682" y="1"/>
                    <a:pt x="905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237;p61">
              <a:extLst>
                <a:ext uri="{FF2B5EF4-FFF2-40B4-BE49-F238E27FC236}">
                  <a16:creationId xmlns:a16="http://schemas.microsoft.com/office/drawing/2014/main" id="{691D0F79-43F9-531A-4605-2A0587F859B5}"/>
                </a:ext>
              </a:extLst>
            </p:cNvPr>
            <p:cNvSpPr/>
            <p:nvPr/>
          </p:nvSpPr>
          <p:spPr>
            <a:xfrm>
              <a:off x="2586175" y="3021300"/>
              <a:ext cx="314425" cy="321200"/>
            </a:xfrm>
            <a:custGeom>
              <a:avLst/>
              <a:gdLst/>
              <a:ahLst/>
              <a:cxnLst/>
              <a:rect l="l" t="t" r="r" b="b"/>
              <a:pathLst>
                <a:path w="12577" h="12848" extrusionOk="0">
                  <a:moveTo>
                    <a:pt x="9055" y="1"/>
                  </a:moveTo>
                  <a:cubicBezTo>
                    <a:pt x="7192" y="1"/>
                    <a:pt x="4784" y="1476"/>
                    <a:pt x="2936" y="3922"/>
                  </a:cubicBezTo>
                  <a:cubicBezTo>
                    <a:pt x="501" y="7191"/>
                    <a:pt x="1" y="10961"/>
                    <a:pt x="1869" y="12328"/>
                  </a:cubicBezTo>
                  <a:cubicBezTo>
                    <a:pt x="2330" y="12681"/>
                    <a:pt x="2895" y="12847"/>
                    <a:pt x="3522" y="12847"/>
                  </a:cubicBezTo>
                  <a:cubicBezTo>
                    <a:pt x="5386" y="12847"/>
                    <a:pt x="7794" y="11372"/>
                    <a:pt x="9641" y="8926"/>
                  </a:cubicBezTo>
                  <a:cubicBezTo>
                    <a:pt x="12076" y="5657"/>
                    <a:pt x="12577" y="1887"/>
                    <a:pt x="10709" y="520"/>
                  </a:cubicBezTo>
                  <a:cubicBezTo>
                    <a:pt x="10247" y="167"/>
                    <a:pt x="9682" y="1"/>
                    <a:pt x="9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238;p61">
              <a:extLst>
                <a:ext uri="{FF2B5EF4-FFF2-40B4-BE49-F238E27FC236}">
                  <a16:creationId xmlns:a16="http://schemas.microsoft.com/office/drawing/2014/main" id="{2A39249E-1D02-B7B0-23FB-2B7BB038E6E1}"/>
                </a:ext>
              </a:extLst>
            </p:cNvPr>
            <p:cNvSpPr/>
            <p:nvPr/>
          </p:nvSpPr>
          <p:spPr>
            <a:xfrm>
              <a:off x="2600350" y="3022000"/>
              <a:ext cx="285250" cy="328500"/>
            </a:xfrm>
            <a:custGeom>
              <a:avLst/>
              <a:gdLst/>
              <a:ahLst/>
              <a:cxnLst/>
              <a:rect l="l" t="t" r="r" b="b"/>
              <a:pathLst>
                <a:path w="11410" h="13140" extrusionOk="0">
                  <a:moveTo>
                    <a:pt x="8617" y="320"/>
                  </a:moveTo>
                  <a:cubicBezTo>
                    <a:pt x="9035" y="320"/>
                    <a:pt x="9449" y="449"/>
                    <a:pt x="9808" y="659"/>
                  </a:cubicBezTo>
                  <a:cubicBezTo>
                    <a:pt x="10642" y="1126"/>
                    <a:pt x="11109" y="2093"/>
                    <a:pt x="11109" y="3360"/>
                  </a:cubicBezTo>
                  <a:cubicBezTo>
                    <a:pt x="11109" y="6363"/>
                    <a:pt x="8640" y="10265"/>
                    <a:pt x="5638" y="12000"/>
                  </a:cubicBezTo>
                  <a:cubicBezTo>
                    <a:pt x="4676" y="12553"/>
                    <a:pt x="3739" y="12829"/>
                    <a:pt x="2928" y="12829"/>
                  </a:cubicBezTo>
                  <a:cubicBezTo>
                    <a:pt x="2417" y="12829"/>
                    <a:pt x="1955" y="12719"/>
                    <a:pt x="1569" y="12500"/>
                  </a:cubicBezTo>
                  <a:cubicBezTo>
                    <a:pt x="768" y="12033"/>
                    <a:pt x="301" y="11066"/>
                    <a:pt x="301" y="9798"/>
                  </a:cubicBezTo>
                  <a:cubicBezTo>
                    <a:pt x="301" y="6763"/>
                    <a:pt x="2770" y="2893"/>
                    <a:pt x="5772" y="1159"/>
                  </a:cubicBezTo>
                  <a:cubicBezTo>
                    <a:pt x="6572" y="625"/>
                    <a:pt x="7506" y="358"/>
                    <a:pt x="8474" y="325"/>
                  </a:cubicBezTo>
                  <a:cubicBezTo>
                    <a:pt x="8521" y="322"/>
                    <a:pt x="8569" y="320"/>
                    <a:pt x="8617" y="320"/>
                  </a:cubicBezTo>
                  <a:close/>
                  <a:moveTo>
                    <a:pt x="8469" y="1"/>
                  </a:moveTo>
                  <a:cubicBezTo>
                    <a:pt x="7603" y="1"/>
                    <a:pt x="6616" y="305"/>
                    <a:pt x="5605" y="892"/>
                  </a:cubicBezTo>
                  <a:cubicBezTo>
                    <a:pt x="2503" y="2693"/>
                    <a:pt x="1" y="6663"/>
                    <a:pt x="1" y="9798"/>
                  </a:cubicBezTo>
                  <a:cubicBezTo>
                    <a:pt x="1" y="11166"/>
                    <a:pt x="501" y="12233"/>
                    <a:pt x="1402" y="12767"/>
                  </a:cubicBezTo>
                  <a:cubicBezTo>
                    <a:pt x="1822" y="13007"/>
                    <a:pt x="2296" y="13139"/>
                    <a:pt x="2750" y="13139"/>
                  </a:cubicBezTo>
                  <a:cubicBezTo>
                    <a:pt x="2802" y="13139"/>
                    <a:pt x="2852" y="13137"/>
                    <a:pt x="2903" y="13134"/>
                  </a:cubicBezTo>
                  <a:cubicBezTo>
                    <a:pt x="3937" y="13101"/>
                    <a:pt x="4904" y="12801"/>
                    <a:pt x="5772" y="12267"/>
                  </a:cubicBezTo>
                  <a:cubicBezTo>
                    <a:pt x="8874" y="10466"/>
                    <a:pt x="11409" y="6496"/>
                    <a:pt x="11409" y="3360"/>
                  </a:cubicBezTo>
                  <a:cubicBezTo>
                    <a:pt x="11409" y="1959"/>
                    <a:pt x="10909" y="925"/>
                    <a:pt x="9975" y="392"/>
                  </a:cubicBezTo>
                  <a:cubicBezTo>
                    <a:pt x="9542" y="129"/>
                    <a:pt x="9031" y="1"/>
                    <a:pt x="846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239;p61">
              <a:extLst>
                <a:ext uri="{FF2B5EF4-FFF2-40B4-BE49-F238E27FC236}">
                  <a16:creationId xmlns:a16="http://schemas.microsoft.com/office/drawing/2014/main" id="{E411E6A9-F83D-B982-6DF0-C484C18E5C9D}"/>
                </a:ext>
              </a:extLst>
            </p:cNvPr>
            <p:cNvSpPr/>
            <p:nvPr/>
          </p:nvSpPr>
          <p:spPr>
            <a:xfrm>
              <a:off x="2803850" y="3206200"/>
              <a:ext cx="60900" cy="70675"/>
            </a:xfrm>
            <a:custGeom>
              <a:avLst/>
              <a:gdLst/>
              <a:ahLst/>
              <a:cxnLst/>
              <a:rect l="l" t="t" r="r" b="b"/>
              <a:pathLst>
                <a:path w="2436" h="2827" extrusionOk="0">
                  <a:moveTo>
                    <a:pt x="1827" y="0"/>
                  </a:moveTo>
                  <a:cubicBezTo>
                    <a:pt x="1645" y="0"/>
                    <a:pt x="1432" y="63"/>
                    <a:pt x="1201" y="195"/>
                  </a:cubicBezTo>
                  <a:cubicBezTo>
                    <a:pt x="534" y="596"/>
                    <a:pt x="67" y="1330"/>
                    <a:pt x="0" y="2130"/>
                  </a:cubicBezTo>
                  <a:cubicBezTo>
                    <a:pt x="0" y="2575"/>
                    <a:pt x="237" y="2827"/>
                    <a:pt x="593" y="2827"/>
                  </a:cubicBezTo>
                  <a:cubicBezTo>
                    <a:pt x="771" y="2827"/>
                    <a:pt x="979" y="2764"/>
                    <a:pt x="1201" y="2631"/>
                  </a:cubicBezTo>
                  <a:cubicBezTo>
                    <a:pt x="1901" y="2230"/>
                    <a:pt x="2335" y="1496"/>
                    <a:pt x="2435" y="729"/>
                  </a:cubicBezTo>
                  <a:cubicBezTo>
                    <a:pt x="2435" y="260"/>
                    <a:pt x="2196" y="0"/>
                    <a:pt x="182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240;p61">
              <a:extLst>
                <a:ext uri="{FF2B5EF4-FFF2-40B4-BE49-F238E27FC236}">
                  <a16:creationId xmlns:a16="http://schemas.microsoft.com/office/drawing/2014/main" id="{D97E2557-EB43-1F93-8DE4-649E129FAEDC}"/>
                </a:ext>
              </a:extLst>
            </p:cNvPr>
            <p:cNvSpPr/>
            <p:nvPr/>
          </p:nvSpPr>
          <p:spPr>
            <a:xfrm>
              <a:off x="2903900" y="2535375"/>
              <a:ext cx="227700" cy="143050"/>
            </a:xfrm>
            <a:custGeom>
              <a:avLst/>
              <a:gdLst/>
              <a:ahLst/>
              <a:cxnLst/>
              <a:rect l="l" t="t" r="r" b="b"/>
              <a:pathLst>
                <a:path w="9108" h="5722" extrusionOk="0">
                  <a:moveTo>
                    <a:pt x="8948" y="0"/>
                  </a:moveTo>
                  <a:cubicBezTo>
                    <a:pt x="8933" y="0"/>
                    <a:pt x="8919" y="3"/>
                    <a:pt x="8907" y="9"/>
                  </a:cubicBezTo>
                  <a:lnTo>
                    <a:pt x="201" y="5013"/>
                  </a:lnTo>
                  <a:cubicBezTo>
                    <a:pt x="101" y="5113"/>
                    <a:pt x="1" y="5213"/>
                    <a:pt x="1" y="5346"/>
                  </a:cubicBezTo>
                  <a:lnTo>
                    <a:pt x="1" y="5580"/>
                  </a:lnTo>
                  <a:cubicBezTo>
                    <a:pt x="1" y="5662"/>
                    <a:pt x="91" y="5722"/>
                    <a:pt x="160" y="5722"/>
                  </a:cubicBezTo>
                  <a:cubicBezTo>
                    <a:pt x="175" y="5722"/>
                    <a:pt x="189" y="5719"/>
                    <a:pt x="201" y="5713"/>
                  </a:cubicBezTo>
                  <a:lnTo>
                    <a:pt x="8907" y="710"/>
                  </a:lnTo>
                  <a:cubicBezTo>
                    <a:pt x="9007" y="610"/>
                    <a:pt x="9107" y="509"/>
                    <a:pt x="9107" y="376"/>
                  </a:cubicBezTo>
                  <a:lnTo>
                    <a:pt x="9107" y="143"/>
                  </a:lnTo>
                  <a:cubicBezTo>
                    <a:pt x="9107" y="60"/>
                    <a:pt x="9017" y="0"/>
                    <a:pt x="894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241;p61">
              <a:extLst>
                <a:ext uri="{FF2B5EF4-FFF2-40B4-BE49-F238E27FC236}">
                  <a16:creationId xmlns:a16="http://schemas.microsoft.com/office/drawing/2014/main" id="{3757398C-9FAC-F3C1-E31A-0D11907E7458}"/>
                </a:ext>
              </a:extLst>
            </p:cNvPr>
            <p:cNvSpPr/>
            <p:nvPr/>
          </p:nvSpPr>
          <p:spPr>
            <a:xfrm>
              <a:off x="2903900" y="2577900"/>
              <a:ext cx="227700" cy="142675"/>
            </a:xfrm>
            <a:custGeom>
              <a:avLst/>
              <a:gdLst/>
              <a:ahLst/>
              <a:cxnLst/>
              <a:rect l="l" t="t" r="r" b="b"/>
              <a:pathLst>
                <a:path w="9108" h="5707" extrusionOk="0">
                  <a:moveTo>
                    <a:pt x="8948" y="1"/>
                  </a:moveTo>
                  <a:cubicBezTo>
                    <a:pt x="8933" y="1"/>
                    <a:pt x="8919" y="3"/>
                    <a:pt x="8907" y="9"/>
                  </a:cubicBezTo>
                  <a:lnTo>
                    <a:pt x="201" y="5013"/>
                  </a:lnTo>
                  <a:cubicBezTo>
                    <a:pt x="101" y="5080"/>
                    <a:pt x="1" y="5213"/>
                    <a:pt x="1" y="5346"/>
                  </a:cubicBezTo>
                  <a:lnTo>
                    <a:pt x="1" y="5580"/>
                  </a:lnTo>
                  <a:cubicBezTo>
                    <a:pt x="1" y="5652"/>
                    <a:pt x="70" y="5707"/>
                    <a:pt x="134" y="5707"/>
                  </a:cubicBezTo>
                  <a:cubicBezTo>
                    <a:pt x="159" y="5707"/>
                    <a:pt x="182" y="5699"/>
                    <a:pt x="201" y="5680"/>
                  </a:cubicBezTo>
                  <a:lnTo>
                    <a:pt x="8907" y="676"/>
                  </a:lnTo>
                  <a:cubicBezTo>
                    <a:pt x="9007" y="610"/>
                    <a:pt x="9107" y="510"/>
                    <a:pt x="9107" y="376"/>
                  </a:cubicBezTo>
                  <a:lnTo>
                    <a:pt x="9107" y="143"/>
                  </a:lnTo>
                  <a:cubicBezTo>
                    <a:pt x="9107" y="60"/>
                    <a:pt x="9017" y="1"/>
                    <a:pt x="894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242;p61">
              <a:extLst>
                <a:ext uri="{FF2B5EF4-FFF2-40B4-BE49-F238E27FC236}">
                  <a16:creationId xmlns:a16="http://schemas.microsoft.com/office/drawing/2014/main" id="{3DBBC5D9-379F-D5FE-2709-B187B9D72594}"/>
                </a:ext>
              </a:extLst>
            </p:cNvPr>
            <p:cNvSpPr/>
            <p:nvPr/>
          </p:nvSpPr>
          <p:spPr>
            <a:xfrm>
              <a:off x="2903900" y="2683350"/>
              <a:ext cx="118450" cy="80150"/>
            </a:xfrm>
            <a:custGeom>
              <a:avLst/>
              <a:gdLst/>
              <a:ahLst/>
              <a:cxnLst/>
              <a:rect l="l" t="t" r="r" b="b"/>
              <a:pathLst>
                <a:path w="4738" h="3206" extrusionOk="0">
                  <a:moveTo>
                    <a:pt x="4632" y="1"/>
                  </a:moveTo>
                  <a:cubicBezTo>
                    <a:pt x="4611" y="1"/>
                    <a:pt x="4590" y="9"/>
                    <a:pt x="4571" y="28"/>
                  </a:cubicBezTo>
                  <a:lnTo>
                    <a:pt x="201" y="2529"/>
                  </a:lnTo>
                  <a:cubicBezTo>
                    <a:pt x="101" y="2596"/>
                    <a:pt x="1" y="2696"/>
                    <a:pt x="1" y="2830"/>
                  </a:cubicBezTo>
                  <a:lnTo>
                    <a:pt x="1" y="3063"/>
                  </a:lnTo>
                  <a:cubicBezTo>
                    <a:pt x="1" y="3146"/>
                    <a:pt x="91" y="3205"/>
                    <a:pt x="160" y="3205"/>
                  </a:cubicBezTo>
                  <a:cubicBezTo>
                    <a:pt x="175" y="3205"/>
                    <a:pt x="189" y="3203"/>
                    <a:pt x="201" y="3197"/>
                  </a:cubicBezTo>
                  <a:lnTo>
                    <a:pt x="4571" y="695"/>
                  </a:lnTo>
                  <a:cubicBezTo>
                    <a:pt x="4671" y="628"/>
                    <a:pt x="4738" y="495"/>
                    <a:pt x="4738" y="361"/>
                  </a:cubicBezTo>
                  <a:lnTo>
                    <a:pt x="4738" y="128"/>
                  </a:lnTo>
                  <a:cubicBezTo>
                    <a:pt x="4738" y="56"/>
                    <a:pt x="4686" y="1"/>
                    <a:pt x="463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243;p61">
              <a:extLst>
                <a:ext uri="{FF2B5EF4-FFF2-40B4-BE49-F238E27FC236}">
                  <a16:creationId xmlns:a16="http://schemas.microsoft.com/office/drawing/2014/main" id="{60CB39A9-5490-85E3-3417-D7E5112DBEDC}"/>
                </a:ext>
              </a:extLst>
            </p:cNvPr>
            <p:cNvSpPr/>
            <p:nvPr/>
          </p:nvSpPr>
          <p:spPr>
            <a:xfrm>
              <a:off x="2586175" y="2626025"/>
              <a:ext cx="313600" cy="321200"/>
            </a:xfrm>
            <a:custGeom>
              <a:avLst/>
              <a:gdLst/>
              <a:ahLst/>
              <a:cxnLst/>
              <a:rect l="l" t="t" r="r" b="b"/>
              <a:pathLst>
                <a:path w="12544" h="12848" extrusionOk="0">
                  <a:moveTo>
                    <a:pt x="9051" y="0"/>
                  </a:moveTo>
                  <a:cubicBezTo>
                    <a:pt x="7179" y="0"/>
                    <a:pt x="4759" y="1475"/>
                    <a:pt x="2936" y="3922"/>
                  </a:cubicBezTo>
                  <a:cubicBezTo>
                    <a:pt x="501" y="7191"/>
                    <a:pt x="1" y="10960"/>
                    <a:pt x="1836" y="12328"/>
                  </a:cubicBezTo>
                  <a:cubicBezTo>
                    <a:pt x="2305" y="12680"/>
                    <a:pt x="2877" y="12847"/>
                    <a:pt x="3507" y="12847"/>
                  </a:cubicBezTo>
                  <a:cubicBezTo>
                    <a:pt x="5384" y="12847"/>
                    <a:pt x="7785" y="11372"/>
                    <a:pt x="9608" y="8925"/>
                  </a:cubicBezTo>
                  <a:cubicBezTo>
                    <a:pt x="12076" y="5656"/>
                    <a:pt x="12543" y="1887"/>
                    <a:pt x="10709" y="519"/>
                  </a:cubicBezTo>
                  <a:cubicBezTo>
                    <a:pt x="10247" y="167"/>
                    <a:pt x="9680" y="0"/>
                    <a:pt x="90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244;p61">
              <a:extLst>
                <a:ext uri="{FF2B5EF4-FFF2-40B4-BE49-F238E27FC236}">
                  <a16:creationId xmlns:a16="http://schemas.microsoft.com/office/drawing/2014/main" id="{42EA94BE-513A-E68C-84DD-96A3B2114CCE}"/>
                </a:ext>
              </a:extLst>
            </p:cNvPr>
            <p:cNvSpPr/>
            <p:nvPr/>
          </p:nvSpPr>
          <p:spPr>
            <a:xfrm>
              <a:off x="2586175" y="2626025"/>
              <a:ext cx="313600" cy="321200"/>
            </a:xfrm>
            <a:custGeom>
              <a:avLst/>
              <a:gdLst/>
              <a:ahLst/>
              <a:cxnLst/>
              <a:rect l="l" t="t" r="r" b="b"/>
              <a:pathLst>
                <a:path w="12544" h="12848" extrusionOk="0">
                  <a:moveTo>
                    <a:pt x="9051" y="0"/>
                  </a:moveTo>
                  <a:cubicBezTo>
                    <a:pt x="7179" y="0"/>
                    <a:pt x="4759" y="1475"/>
                    <a:pt x="2936" y="3922"/>
                  </a:cubicBezTo>
                  <a:cubicBezTo>
                    <a:pt x="501" y="7191"/>
                    <a:pt x="1" y="10960"/>
                    <a:pt x="1836" y="12328"/>
                  </a:cubicBezTo>
                  <a:cubicBezTo>
                    <a:pt x="2305" y="12680"/>
                    <a:pt x="2877" y="12847"/>
                    <a:pt x="3507" y="12847"/>
                  </a:cubicBezTo>
                  <a:cubicBezTo>
                    <a:pt x="5384" y="12847"/>
                    <a:pt x="7785" y="11372"/>
                    <a:pt x="9608" y="8925"/>
                  </a:cubicBezTo>
                  <a:cubicBezTo>
                    <a:pt x="12076" y="5656"/>
                    <a:pt x="12543" y="1887"/>
                    <a:pt x="10709" y="519"/>
                  </a:cubicBezTo>
                  <a:cubicBezTo>
                    <a:pt x="10247" y="167"/>
                    <a:pt x="9680" y="0"/>
                    <a:pt x="9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245;p61">
              <a:extLst>
                <a:ext uri="{FF2B5EF4-FFF2-40B4-BE49-F238E27FC236}">
                  <a16:creationId xmlns:a16="http://schemas.microsoft.com/office/drawing/2014/main" id="{1783260A-1E33-1AB8-C601-2EC4E78BD12A}"/>
                </a:ext>
              </a:extLst>
            </p:cNvPr>
            <p:cNvSpPr/>
            <p:nvPr/>
          </p:nvSpPr>
          <p:spPr>
            <a:xfrm>
              <a:off x="2600350" y="2626500"/>
              <a:ext cx="285250" cy="328575"/>
            </a:xfrm>
            <a:custGeom>
              <a:avLst/>
              <a:gdLst/>
              <a:ahLst/>
              <a:cxnLst/>
              <a:rect l="l" t="t" r="r" b="b"/>
              <a:pathLst>
                <a:path w="11410" h="13143" extrusionOk="0">
                  <a:moveTo>
                    <a:pt x="8474" y="300"/>
                  </a:moveTo>
                  <a:cubicBezTo>
                    <a:pt x="8941" y="300"/>
                    <a:pt x="9408" y="400"/>
                    <a:pt x="9808" y="634"/>
                  </a:cubicBezTo>
                  <a:cubicBezTo>
                    <a:pt x="10642" y="1101"/>
                    <a:pt x="11109" y="2068"/>
                    <a:pt x="11109" y="3369"/>
                  </a:cubicBezTo>
                  <a:cubicBezTo>
                    <a:pt x="11109" y="6371"/>
                    <a:pt x="8640" y="10241"/>
                    <a:pt x="5605" y="11975"/>
                  </a:cubicBezTo>
                  <a:cubicBezTo>
                    <a:pt x="4671" y="12544"/>
                    <a:pt x="3749" y="12828"/>
                    <a:pt x="2945" y="12828"/>
                  </a:cubicBezTo>
                  <a:cubicBezTo>
                    <a:pt x="2429" y="12828"/>
                    <a:pt x="1960" y="12711"/>
                    <a:pt x="1569" y="12476"/>
                  </a:cubicBezTo>
                  <a:cubicBezTo>
                    <a:pt x="735" y="12009"/>
                    <a:pt x="301" y="11041"/>
                    <a:pt x="301" y="9774"/>
                  </a:cubicBezTo>
                  <a:cubicBezTo>
                    <a:pt x="301" y="6772"/>
                    <a:pt x="2770" y="2902"/>
                    <a:pt x="5772" y="1134"/>
                  </a:cubicBezTo>
                  <a:cubicBezTo>
                    <a:pt x="6572" y="634"/>
                    <a:pt x="7506" y="334"/>
                    <a:pt x="8474" y="300"/>
                  </a:cubicBezTo>
                  <a:close/>
                  <a:moveTo>
                    <a:pt x="8488" y="0"/>
                  </a:moveTo>
                  <a:cubicBezTo>
                    <a:pt x="7618" y="0"/>
                    <a:pt x="6624" y="297"/>
                    <a:pt x="5605" y="867"/>
                  </a:cubicBezTo>
                  <a:cubicBezTo>
                    <a:pt x="2503" y="2702"/>
                    <a:pt x="1" y="6671"/>
                    <a:pt x="1" y="9774"/>
                  </a:cubicBezTo>
                  <a:cubicBezTo>
                    <a:pt x="1" y="11175"/>
                    <a:pt x="501" y="12242"/>
                    <a:pt x="1402" y="12776"/>
                  </a:cubicBezTo>
                  <a:cubicBezTo>
                    <a:pt x="1869" y="13009"/>
                    <a:pt x="2403" y="13143"/>
                    <a:pt x="2903" y="13143"/>
                  </a:cubicBezTo>
                  <a:cubicBezTo>
                    <a:pt x="3937" y="13109"/>
                    <a:pt x="4904" y="12809"/>
                    <a:pt x="5772" y="12276"/>
                  </a:cubicBezTo>
                  <a:cubicBezTo>
                    <a:pt x="8874" y="10441"/>
                    <a:pt x="11409" y="6471"/>
                    <a:pt x="11409" y="3369"/>
                  </a:cubicBezTo>
                  <a:cubicBezTo>
                    <a:pt x="11409" y="1968"/>
                    <a:pt x="10909" y="901"/>
                    <a:pt x="9975" y="367"/>
                  </a:cubicBezTo>
                  <a:cubicBezTo>
                    <a:pt x="9546" y="120"/>
                    <a:pt x="9042" y="0"/>
                    <a:pt x="84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246;p61">
              <a:extLst>
                <a:ext uri="{FF2B5EF4-FFF2-40B4-BE49-F238E27FC236}">
                  <a16:creationId xmlns:a16="http://schemas.microsoft.com/office/drawing/2014/main" id="{A789C53F-C7A9-BC50-112B-4A496B1BA6E1}"/>
                </a:ext>
              </a:extLst>
            </p:cNvPr>
            <p:cNvSpPr/>
            <p:nvPr/>
          </p:nvSpPr>
          <p:spPr>
            <a:xfrm>
              <a:off x="2803850" y="2810875"/>
              <a:ext cx="60900" cy="70325"/>
            </a:xfrm>
            <a:custGeom>
              <a:avLst/>
              <a:gdLst/>
              <a:ahLst/>
              <a:cxnLst/>
              <a:rect l="l" t="t" r="r" b="b"/>
              <a:pathLst>
                <a:path w="2436" h="2813" extrusionOk="0">
                  <a:moveTo>
                    <a:pt x="1832" y="1"/>
                  </a:moveTo>
                  <a:cubicBezTo>
                    <a:pt x="1649" y="1"/>
                    <a:pt x="1434" y="64"/>
                    <a:pt x="1201" y="197"/>
                  </a:cubicBezTo>
                  <a:cubicBezTo>
                    <a:pt x="534" y="597"/>
                    <a:pt x="67" y="1298"/>
                    <a:pt x="0" y="2099"/>
                  </a:cubicBezTo>
                  <a:cubicBezTo>
                    <a:pt x="0" y="2568"/>
                    <a:pt x="240" y="2813"/>
                    <a:pt x="599" y="2813"/>
                  </a:cubicBezTo>
                  <a:cubicBezTo>
                    <a:pt x="775" y="2813"/>
                    <a:pt x="981" y="2753"/>
                    <a:pt x="1201" y="2632"/>
                  </a:cubicBezTo>
                  <a:cubicBezTo>
                    <a:pt x="1901" y="2199"/>
                    <a:pt x="2335" y="1498"/>
                    <a:pt x="2435" y="698"/>
                  </a:cubicBezTo>
                  <a:cubicBezTo>
                    <a:pt x="2435" y="253"/>
                    <a:pt x="2198" y="1"/>
                    <a:pt x="18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247;p61">
              <a:extLst>
                <a:ext uri="{FF2B5EF4-FFF2-40B4-BE49-F238E27FC236}">
                  <a16:creationId xmlns:a16="http://schemas.microsoft.com/office/drawing/2014/main" id="{40F43084-C601-010E-B03F-2E398CDA0720}"/>
                </a:ext>
              </a:extLst>
            </p:cNvPr>
            <p:cNvSpPr/>
            <p:nvPr/>
          </p:nvSpPr>
          <p:spPr>
            <a:xfrm>
              <a:off x="2572000" y="1807425"/>
              <a:ext cx="551250" cy="563100"/>
            </a:xfrm>
            <a:custGeom>
              <a:avLst/>
              <a:gdLst/>
              <a:ahLst/>
              <a:cxnLst/>
              <a:rect l="l" t="t" r="r" b="b"/>
              <a:pathLst>
                <a:path w="22050" h="22524" extrusionOk="0">
                  <a:moveTo>
                    <a:pt x="15890" y="0"/>
                  </a:moveTo>
                  <a:cubicBezTo>
                    <a:pt x="12611" y="0"/>
                    <a:pt x="8388" y="2556"/>
                    <a:pt x="5171" y="6845"/>
                  </a:cubicBezTo>
                  <a:cubicBezTo>
                    <a:pt x="868" y="12582"/>
                    <a:pt x="1" y="19187"/>
                    <a:pt x="3236" y="21622"/>
                  </a:cubicBezTo>
                  <a:cubicBezTo>
                    <a:pt x="4050" y="22234"/>
                    <a:pt x="5044" y="22523"/>
                    <a:pt x="6146" y="22523"/>
                  </a:cubicBezTo>
                  <a:cubicBezTo>
                    <a:pt x="9427" y="22523"/>
                    <a:pt x="13658" y="19954"/>
                    <a:pt x="16880" y="15684"/>
                  </a:cubicBezTo>
                  <a:cubicBezTo>
                    <a:pt x="21216" y="9947"/>
                    <a:pt x="22050" y="3342"/>
                    <a:pt x="18814" y="907"/>
                  </a:cubicBezTo>
                  <a:cubicBezTo>
                    <a:pt x="17997" y="292"/>
                    <a:pt x="16997" y="0"/>
                    <a:pt x="1589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2248;p61">
              <a:extLst>
                <a:ext uri="{FF2B5EF4-FFF2-40B4-BE49-F238E27FC236}">
                  <a16:creationId xmlns:a16="http://schemas.microsoft.com/office/drawing/2014/main" id="{F2BF25E7-0A85-F61C-113E-BB58CFD6231C}"/>
                </a:ext>
              </a:extLst>
            </p:cNvPr>
            <p:cNvSpPr/>
            <p:nvPr/>
          </p:nvSpPr>
          <p:spPr>
            <a:xfrm>
              <a:off x="2572000" y="1807425"/>
              <a:ext cx="551250" cy="563100"/>
            </a:xfrm>
            <a:custGeom>
              <a:avLst/>
              <a:gdLst/>
              <a:ahLst/>
              <a:cxnLst/>
              <a:rect l="l" t="t" r="r" b="b"/>
              <a:pathLst>
                <a:path w="22050" h="22524" extrusionOk="0">
                  <a:moveTo>
                    <a:pt x="15890" y="0"/>
                  </a:moveTo>
                  <a:cubicBezTo>
                    <a:pt x="12611" y="0"/>
                    <a:pt x="8388" y="2556"/>
                    <a:pt x="5171" y="6845"/>
                  </a:cubicBezTo>
                  <a:cubicBezTo>
                    <a:pt x="868" y="12582"/>
                    <a:pt x="1" y="19187"/>
                    <a:pt x="3236" y="21622"/>
                  </a:cubicBezTo>
                  <a:cubicBezTo>
                    <a:pt x="4050" y="22234"/>
                    <a:pt x="5044" y="22523"/>
                    <a:pt x="6146" y="22523"/>
                  </a:cubicBezTo>
                  <a:cubicBezTo>
                    <a:pt x="9427" y="22523"/>
                    <a:pt x="13658" y="19954"/>
                    <a:pt x="16880" y="15684"/>
                  </a:cubicBezTo>
                  <a:cubicBezTo>
                    <a:pt x="21216" y="9947"/>
                    <a:pt x="22050" y="3342"/>
                    <a:pt x="18814" y="907"/>
                  </a:cubicBezTo>
                  <a:cubicBezTo>
                    <a:pt x="17997" y="292"/>
                    <a:pt x="16997" y="0"/>
                    <a:pt x="158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2249;p61">
              <a:extLst>
                <a:ext uri="{FF2B5EF4-FFF2-40B4-BE49-F238E27FC236}">
                  <a16:creationId xmlns:a16="http://schemas.microsoft.com/office/drawing/2014/main" id="{878635A9-821E-085A-61AE-3F924DA8716A}"/>
                </a:ext>
              </a:extLst>
            </p:cNvPr>
            <p:cNvSpPr/>
            <p:nvPr/>
          </p:nvSpPr>
          <p:spPr>
            <a:xfrm>
              <a:off x="2705425" y="2156150"/>
              <a:ext cx="269400" cy="213525"/>
            </a:xfrm>
            <a:custGeom>
              <a:avLst/>
              <a:gdLst/>
              <a:ahLst/>
              <a:cxnLst/>
              <a:rect l="l" t="t" r="r" b="b"/>
              <a:pathLst>
                <a:path w="10776" h="8541" extrusionOk="0">
                  <a:moveTo>
                    <a:pt x="7940" y="1"/>
                  </a:moveTo>
                  <a:lnTo>
                    <a:pt x="6539" y="301"/>
                  </a:lnTo>
                  <a:lnTo>
                    <a:pt x="3303" y="901"/>
                  </a:lnTo>
                  <a:lnTo>
                    <a:pt x="1769" y="1335"/>
                  </a:lnTo>
                  <a:cubicBezTo>
                    <a:pt x="1" y="2736"/>
                    <a:pt x="1369" y="7773"/>
                    <a:pt x="1602" y="8540"/>
                  </a:cubicBezTo>
                  <a:cubicBezTo>
                    <a:pt x="3036" y="8340"/>
                    <a:pt x="4437" y="7840"/>
                    <a:pt x="5705" y="7072"/>
                  </a:cubicBezTo>
                  <a:cubicBezTo>
                    <a:pt x="7606" y="5905"/>
                    <a:pt x="9341" y="4437"/>
                    <a:pt x="10775" y="2703"/>
                  </a:cubicBezTo>
                  <a:cubicBezTo>
                    <a:pt x="9975" y="1368"/>
                    <a:pt x="7940" y="1"/>
                    <a:pt x="7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2250;p61">
              <a:extLst>
                <a:ext uri="{FF2B5EF4-FFF2-40B4-BE49-F238E27FC236}">
                  <a16:creationId xmlns:a16="http://schemas.microsoft.com/office/drawing/2014/main" id="{AF0729AE-7878-8C00-7EC6-2ED5DF928477}"/>
                </a:ext>
              </a:extLst>
            </p:cNvPr>
            <p:cNvSpPr/>
            <p:nvPr/>
          </p:nvSpPr>
          <p:spPr>
            <a:xfrm>
              <a:off x="2705425" y="2156150"/>
              <a:ext cx="269400" cy="213525"/>
            </a:xfrm>
            <a:custGeom>
              <a:avLst/>
              <a:gdLst/>
              <a:ahLst/>
              <a:cxnLst/>
              <a:rect l="l" t="t" r="r" b="b"/>
              <a:pathLst>
                <a:path w="10776" h="8541" extrusionOk="0">
                  <a:moveTo>
                    <a:pt x="7940" y="1"/>
                  </a:moveTo>
                  <a:lnTo>
                    <a:pt x="6539" y="301"/>
                  </a:lnTo>
                  <a:lnTo>
                    <a:pt x="3303" y="901"/>
                  </a:lnTo>
                  <a:lnTo>
                    <a:pt x="1769" y="1335"/>
                  </a:lnTo>
                  <a:cubicBezTo>
                    <a:pt x="1" y="2736"/>
                    <a:pt x="1369" y="7773"/>
                    <a:pt x="1602" y="8540"/>
                  </a:cubicBezTo>
                  <a:cubicBezTo>
                    <a:pt x="3036" y="8340"/>
                    <a:pt x="4437" y="7840"/>
                    <a:pt x="5705" y="7072"/>
                  </a:cubicBezTo>
                  <a:cubicBezTo>
                    <a:pt x="7606" y="5905"/>
                    <a:pt x="9341" y="4437"/>
                    <a:pt x="10775" y="2703"/>
                  </a:cubicBezTo>
                  <a:cubicBezTo>
                    <a:pt x="9975" y="1368"/>
                    <a:pt x="7940" y="1"/>
                    <a:pt x="7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2251;p61">
              <a:extLst>
                <a:ext uri="{FF2B5EF4-FFF2-40B4-BE49-F238E27FC236}">
                  <a16:creationId xmlns:a16="http://schemas.microsoft.com/office/drawing/2014/main" id="{2D175A6E-709A-5762-4ECC-4D646C21B3E3}"/>
                </a:ext>
              </a:extLst>
            </p:cNvPr>
            <p:cNvSpPr/>
            <p:nvPr/>
          </p:nvSpPr>
          <p:spPr>
            <a:xfrm>
              <a:off x="2788000" y="2088600"/>
              <a:ext cx="116775" cy="131875"/>
            </a:xfrm>
            <a:custGeom>
              <a:avLst/>
              <a:gdLst/>
              <a:ahLst/>
              <a:cxnLst/>
              <a:rect l="l" t="t" r="r" b="b"/>
              <a:pathLst>
                <a:path w="4671" h="5275" extrusionOk="0">
                  <a:moveTo>
                    <a:pt x="34" y="1"/>
                  </a:moveTo>
                  <a:lnTo>
                    <a:pt x="0" y="2236"/>
                  </a:lnTo>
                  <a:lnTo>
                    <a:pt x="0" y="3637"/>
                  </a:lnTo>
                  <a:cubicBezTo>
                    <a:pt x="534" y="4370"/>
                    <a:pt x="1335" y="4904"/>
                    <a:pt x="2235" y="5104"/>
                  </a:cubicBezTo>
                  <a:cubicBezTo>
                    <a:pt x="2649" y="5225"/>
                    <a:pt x="3009" y="5274"/>
                    <a:pt x="3316" y="5274"/>
                  </a:cubicBezTo>
                  <a:cubicBezTo>
                    <a:pt x="4197" y="5274"/>
                    <a:pt x="4637" y="4867"/>
                    <a:pt x="4637" y="4571"/>
                  </a:cubicBezTo>
                  <a:cubicBezTo>
                    <a:pt x="4670" y="4170"/>
                    <a:pt x="3803" y="3336"/>
                    <a:pt x="3236" y="3003"/>
                  </a:cubicBezTo>
                  <a:lnTo>
                    <a:pt x="3236" y="735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2252;p61">
              <a:extLst>
                <a:ext uri="{FF2B5EF4-FFF2-40B4-BE49-F238E27FC236}">
                  <a16:creationId xmlns:a16="http://schemas.microsoft.com/office/drawing/2014/main" id="{57C5681A-4104-B23B-9701-7E66D157A67C}"/>
                </a:ext>
              </a:extLst>
            </p:cNvPr>
            <p:cNvSpPr/>
            <p:nvPr/>
          </p:nvSpPr>
          <p:spPr>
            <a:xfrm>
              <a:off x="2799675" y="2099450"/>
              <a:ext cx="69225" cy="47550"/>
            </a:xfrm>
            <a:custGeom>
              <a:avLst/>
              <a:gdLst/>
              <a:ahLst/>
              <a:cxnLst/>
              <a:rect l="l" t="t" r="r" b="b"/>
              <a:pathLst>
                <a:path w="2769" h="190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467"/>
                    <a:pt x="367" y="834"/>
                    <a:pt x="768" y="1101"/>
                  </a:cubicBezTo>
                  <a:cubicBezTo>
                    <a:pt x="1401" y="1468"/>
                    <a:pt x="2068" y="1702"/>
                    <a:pt x="2769" y="1902"/>
                  </a:cubicBezTo>
                  <a:lnTo>
                    <a:pt x="2769" y="8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2253;p61">
              <a:extLst>
                <a:ext uri="{FF2B5EF4-FFF2-40B4-BE49-F238E27FC236}">
                  <a16:creationId xmlns:a16="http://schemas.microsoft.com/office/drawing/2014/main" id="{5B2FBD00-9277-F6D2-17F6-726881F0CF86}"/>
                </a:ext>
              </a:extLst>
            </p:cNvPr>
            <p:cNvSpPr/>
            <p:nvPr/>
          </p:nvSpPr>
          <p:spPr>
            <a:xfrm>
              <a:off x="2733800" y="1941000"/>
              <a:ext cx="225175" cy="197325"/>
            </a:xfrm>
            <a:custGeom>
              <a:avLst/>
              <a:gdLst/>
              <a:ahLst/>
              <a:cxnLst/>
              <a:rect l="l" t="t" r="r" b="b"/>
              <a:pathLst>
                <a:path w="9007" h="7893" extrusionOk="0">
                  <a:moveTo>
                    <a:pt x="7906" y="0"/>
                  </a:moveTo>
                  <a:cubicBezTo>
                    <a:pt x="7872" y="0"/>
                    <a:pt x="5271" y="534"/>
                    <a:pt x="5271" y="534"/>
                  </a:cubicBezTo>
                  <a:lnTo>
                    <a:pt x="234" y="2302"/>
                  </a:lnTo>
                  <a:cubicBezTo>
                    <a:pt x="234" y="2302"/>
                    <a:pt x="0" y="4604"/>
                    <a:pt x="334" y="5238"/>
                  </a:cubicBezTo>
                  <a:cubicBezTo>
                    <a:pt x="634" y="5705"/>
                    <a:pt x="1001" y="6105"/>
                    <a:pt x="1468" y="6405"/>
                  </a:cubicBezTo>
                  <a:lnTo>
                    <a:pt x="2202" y="5905"/>
                  </a:lnTo>
                  <a:cubicBezTo>
                    <a:pt x="2402" y="6038"/>
                    <a:pt x="2569" y="6238"/>
                    <a:pt x="2702" y="6472"/>
                  </a:cubicBezTo>
                  <a:cubicBezTo>
                    <a:pt x="2969" y="6872"/>
                    <a:pt x="3369" y="7206"/>
                    <a:pt x="3836" y="7339"/>
                  </a:cubicBezTo>
                  <a:cubicBezTo>
                    <a:pt x="4703" y="7606"/>
                    <a:pt x="5571" y="7773"/>
                    <a:pt x="6471" y="7873"/>
                  </a:cubicBezTo>
                  <a:cubicBezTo>
                    <a:pt x="6582" y="7886"/>
                    <a:pt x="6687" y="7893"/>
                    <a:pt x="6786" y="7893"/>
                  </a:cubicBezTo>
                  <a:cubicBezTo>
                    <a:pt x="7671" y="7893"/>
                    <a:pt x="8106" y="7362"/>
                    <a:pt x="8406" y="6372"/>
                  </a:cubicBezTo>
                  <a:cubicBezTo>
                    <a:pt x="8606" y="5371"/>
                    <a:pt x="8673" y="4337"/>
                    <a:pt x="8606" y="3336"/>
                  </a:cubicBezTo>
                  <a:cubicBezTo>
                    <a:pt x="8606" y="3336"/>
                    <a:pt x="8873" y="1802"/>
                    <a:pt x="8940" y="1668"/>
                  </a:cubicBezTo>
                  <a:cubicBezTo>
                    <a:pt x="9007" y="1535"/>
                    <a:pt x="8673" y="934"/>
                    <a:pt x="8540" y="601"/>
                  </a:cubicBezTo>
                  <a:cubicBezTo>
                    <a:pt x="8406" y="334"/>
                    <a:pt x="8173" y="134"/>
                    <a:pt x="7906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2254;p61">
              <a:extLst>
                <a:ext uri="{FF2B5EF4-FFF2-40B4-BE49-F238E27FC236}">
                  <a16:creationId xmlns:a16="http://schemas.microsoft.com/office/drawing/2014/main" id="{F6502001-E1A5-74FA-CF94-128C736DAF34}"/>
                </a:ext>
              </a:extLst>
            </p:cNvPr>
            <p:cNvSpPr/>
            <p:nvPr/>
          </p:nvSpPr>
          <p:spPr>
            <a:xfrm>
              <a:off x="2862225" y="2036075"/>
              <a:ext cx="16700" cy="14400"/>
            </a:xfrm>
            <a:custGeom>
              <a:avLst/>
              <a:gdLst/>
              <a:ahLst/>
              <a:cxnLst/>
              <a:rect l="l" t="t" r="r" b="b"/>
              <a:pathLst>
                <a:path w="668" h="576" extrusionOk="0">
                  <a:moveTo>
                    <a:pt x="400" y="0"/>
                  </a:moveTo>
                  <a:cubicBezTo>
                    <a:pt x="134" y="0"/>
                    <a:pt x="0" y="334"/>
                    <a:pt x="167" y="501"/>
                  </a:cubicBezTo>
                  <a:cubicBezTo>
                    <a:pt x="229" y="552"/>
                    <a:pt x="300" y="575"/>
                    <a:pt x="370" y="575"/>
                  </a:cubicBezTo>
                  <a:cubicBezTo>
                    <a:pt x="524" y="575"/>
                    <a:pt x="667" y="462"/>
                    <a:pt x="667" y="300"/>
                  </a:cubicBezTo>
                  <a:cubicBezTo>
                    <a:pt x="667" y="134"/>
                    <a:pt x="534" y="0"/>
                    <a:pt x="4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2255;p61">
              <a:extLst>
                <a:ext uri="{FF2B5EF4-FFF2-40B4-BE49-F238E27FC236}">
                  <a16:creationId xmlns:a16="http://schemas.microsoft.com/office/drawing/2014/main" id="{BF71221B-498E-5EE6-D5B3-04E96CE0F73A}"/>
                </a:ext>
              </a:extLst>
            </p:cNvPr>
            <p:cNvSpPr/>
            <p:nvPr/>
          </p:nvSpPr>
          <p:spPr>
            <a:xfrm>
              <a:off x="2920600" y="2031075"/>
              <a:ext cx="16700" cy="14375"/>
            </a:xfrm>
            <a:custGeom>
              <a:avLst/>
              <a:gdLst/>
              <a:ahLst/>
              <a:cxnLst/>
              <a:rect l="l" t="t" r="r" b="b"/>
              <a:pathLst>
                <a:path w="668" h="575" extrusionOk="0">
                  <a:moveTo>
                    <a:pt x="367" y="0"/>
                  </a:moveTo>
                  <a:cubicBezTo>
                    <a:pt x="134" y="0"/>
                    <a:pt x="0" y="300"/>
                    <a:pt x="167" y="500"/>
                  </a:cubicBezTo>
                  <a:cubicBezTo>
                    <a:pt x="229" y="552"/>
                    <a:pt x="300" y="575"/>
                    <a:pt x="370" y="575"/>
                  </a:cubicBezTo>
                  <a:cubicBezTo>
                    <a:pt x="524" y="575"/>
                    <a:pt x="667" y="461"/>
                    <a:pt x="667" y="300"/>
                  </a:cubicBezTo>
                  <a:cubicBezTo>
                    <a:pt x="667" y="133"/>
                    <a:pt x="534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2256;p61">
              <a:extLst>
                <a:ext uri="{FF2B5EF4-FFF2-40B4-BE49-F238E27FC236}">
                  <a16:creationId xmlns:a16="http://schemas.microsoft.com/office/drawing/2014/main" id="{9A973D1D-ED11-7C1B-5701-2A70E8CE0BD1}"/>
                </a:ext>
              </a:extLst>
            </p:cNvPr>
            <p:cNvSpPr/>
            <p:nvPr/>
          </p:nvSpPr>
          <p:spPr>
            <a:xfrm>
              <a:off x="2923925" y="2005400"/>
              <a:ext cx="20875" cy="12350"/>
            </a:xfrm>
            <a:custGeom>
              <a:avLst/>
              <a:gdLst/>
              <a:ahLst/>
              <a:cxnLst/>
              <a:rect l="l" t="t" r="r" b="b"/>
              <a:pathLst>
                <a:path w="835" h="494" extrusionOk="0">
                  <a:moveTo>
                    <a:pt x="380" y="1"/>
                  </a:moveTo>
                  <a:cubicBezTo>
                    <a:pt x="235" y="1"/>
                    <a:pt x="99" y="69"/>
                    <a:pt x="1" y="193"/>
                  </a:cubicBezTo>
                  <a:lnTo>
                    <a:pt x="701" y="493"/>
                  </a:lnTo>
                  <a:cubicBezTo>
                    <a:pt x="701" y="493"/>
                    <a:pt x="834" y="160"/>
                    <a:pt x="534" y="26"/>
                  </a:cubicBezTo>
                  <a:cubicBezTo>
                    <a:pt x="483" y="9"/>
                    <a:pt x="431" y="1"/>
                    <a:pt x="3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2257;p61">
              <a:extLst>
                <a:ext uri="{FF2B5EF4-FFF2-40B4-BE49-F238E27FC236}">
                  <a16:creationId xmlns:a16="http://schemas.microsoft.com/office/drawing/2014/main" id="{06D701F7-E05F-5C87-8988-B90D4D850C3B}"/>
                </a:ext>
              </a:extLst>
            </p:cNvPr>
            <p:cNvSpPr/>
            <p:nvPr/>
          </p:nvSpPr>
          <p:spPr>
            <a:xfrm>
              <a:off x="2901400" y="2034400"/>
              <a:ext cx="28400" cy="45050"/>
            </a:xfrm>
            <a:custGeom>
              <a:avLst/>
              <a:gdLst/>
              <a:ahLst/>
              <a:cxnLst/>
              <a:rect l="l" t="t" r="r" b="b"/>
              <a:pathLst>
                <a:path w="1136" h="1802" extrusionOk="0">
                  <a:moveTo>
                    <a:pt x="1" y="0"/>
                  </a:moveTo>
                  <a:lnTo>
                    <a:pt x="234" y="1802"/>
                  </a:lnTo>
                  <a:lnTo>
                    <a:pt x="1135" y="13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2258;p61">
              <a:extLst>
                <a:ext uri="{FF2B5EF4-FFF2-40B4-BE49-F238E27FC236}">
                  <a16:creationId xmlns:a16="http://schemas.microsoft.com/office/drawing/2014/main" id="{EAE4BC7F-3DE2-F677-CE3F-A3CA62454F8A}"/>
                </a:ext>
              </a:extLst>
            </p:cNvPr>
            <p:cNvSpPr/>
            <p:nvPr/>
          </p:nvSpPr>
          <p:spPr>
            <a:xfrm>
              <a:off x="2873050" y="2088600"/>
              <a:ext cx="30050" cy="19500"/>
            </a:xfrm>
            <a:custGeom>
              <a:avLst/>
              <a:gdLst/>
              <a:ahLst/>
              <a:cxnLst/>
              <a:rect l="l" t="t" r="r" b="b"/>
              <a:pathLst>
                <a:path w="1202" h="780" extrusionOk="0">
                  <a:moveTo>
                    <a:pt x="34" y="1"/>
                  </a:moveTo>
                  <a:cubicBezTo>
                    <a:pt x="1" y="67"/>
                    <a:pt x="1" y="134"/>
                    <a:pt x="34" y="234"/>
                  </a:cubicBezTo>
                  <a:cubicBezTo>
                    <a:pt x="64" y="559"/>
                    <a:pt x="355" y="779"/>
                    <a:pt x="675" y="779"/>
                  </a:cubicBezTo>
                  <a:cubicBezTo>
                    <a:pt x="717" y="779"/>
                    <a:pt x="759" y="776"/>
                    <a:pt x="801" y="768"/>
                  </a:cubicBezTo>
                  <a:cubicBezTo>
                    <a:pt x="835" y="768"/>
                    <a:pt x="835" y="768"/>
                    <a:pt x="868" y="735"/>
                  </a:cubicBezTo>
                  <a:cubicBezTo>
                    <a:pt x="1068" y="668"/>
                    <a:pt x="1202" y="468"/>
                    <a:pt x="1202" y="234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C87A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2259;p61">
              <a:extLst>
                <a:ext uri="{FF2B5EF4-FFF2-40B4-BE49-F238E27FC236}">
                  <a16:creationId xmlns:a16="http://schemas.microsoft.com/office/drawing/2014/main" id="{BE31B335-BC4F-7347-9871-E11382932F1A}"/>
                </a:ext>
              </a:extLst>
            </p:cNvPr>
            <p:cNvSpPr/>
            <p:nvPr/>
          </p:nvSpPr>
          <p:spPr>
            <a:xfrm>
              <a:off x="2903900" y="2155325"/>
              <a:ext cx="95950" cy="89250"/>
            </a:xfrm>
            <a:custGeom>
              <a:avLst/>
              <a:gdLst/>
              <a:ahLst/>
              <a:cxnLst/>
              <a:rect l="l" t="t" r="r" b="b"/>
              <a:pathLst>
                <a:path w="3838" h="3570" extrusionOk="0">
                  <a:moveTo>
                    <a:pt x="554" y="0"/>
                  </a:moveTo>
                  <a:cubicBezTo>
                    <a:pt x="370" y="0"/>
                    <a:pt x="186" y="11"/>
                    <a:pt x="1" y="34"/>
                  </a:cubicBezTo>
                  <a:lnTo>
                    <a:pt x="2102" y="3569"/>
                  </a:lnTo>
                  <a:cubicBezTo>
                    <a:pt x="2703" y="2869"/>
                    <a:pt x="3303" y="2168"/>
                    <a:pt x="3837" y="1435"/>
                  </a:cubicBezTo>
                  <a:cubicBezTo>
                    <a:pt x="3604" y="1201"/>
                    <a:pt x="3370" y="1001"/>
                    <a:pt x="3103" y="801"/>
                  </a:cubicBezTo>
                  <a:cubicBezTo>
                    <a:pt x="2354" y="273"/>
                    <a:pt x="1466" y="0"/>
                    <a:pt x="554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2260;p61">
              <a:extLst>
                <a:ext uri="{FF2B5EF4-FFF2-40B4-BE49-F238E27FC236}">
                  <a16:creationId xmlns:a16="http://schemas.microsoft.com/office/drawing/2014/main" id="{3053EC61-B454-5473-BC98-42DF42CBF9F5}"/>
                </a:ext>
              </a:extLst>
            </p:cNvPr>
            <p:cNvSpPr/>
            <p:nvPr/>
          </p:nvSpPr>
          <p:spPr>
            <a:xfrm>
              <a:off x="2873900" y="2093625"/>
              <a:ext cx="19200" cy="14475"/>
            </a:xfrm>
            <a:custGeom>
              <a:avLst/>
              <a:gdLst/>
              <a:ahLst/>
              <a:cxnLst/>
              <a:rect l="l" t="t" r="r" b="b"/>
              <a:pathLst>
                <a:path w="768" h="579" extrusionOk="0">
                  <a:moveTo>
                    <a:pt x="196" y="1"/>
                  </a:moveTo>
                  <a:cubicBezTo>
                    <a:pt x="130" y="1"/>
                    <a:pt x="63" y="12"/>
                    <a:pt x="0" y="33"/>
                  </a:cubicBezTo>
                  <a:cubicBezTo>
                    <a:pt x="30" y="358"/>
                    <a:pt x="321" y="578"/>
                    <a:pt x="641" y="578"/>
                  </a:cubicBezTo>
                  <a:cubicBezTo>
                    <a:pt x="683" y="578"/>
                    <a:pt x="725" y="575"/>
                    <a:pt x="767" y="567"/>
                  </a:cubicBezTo>
                  <a:cubicBezTo>
                    <a:pt x="734" y="400"/>
                    <a:pt x="667" y="267"/>
                    <a:pt x="567" y="167"/>
                  </a:cubicBezTo>
                  <a:cubicBezTo>
                    <a:pt x="476" y="53"/>
                    <a:pt x="338" y="1"/>
                    <a:pt x="196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2261;p61">
              <a:extLst>
                <a:ext uri="{FF2B5EF4-FFF2-40B4-BE49-F238E27FC236}">
                  <a16:creationId xmlns:a16="http://schemas.microsoft.com/office/drawing/2014/main" id="{79EB886B-B816-CEB7-945A-BE6447F6EDC1}"/>
                </a:ext>
              </a:extLst>
            </p:cNvPr>
            <p:cNvSpPr/>
            <p:nvPr/>
          </p:nvSpPr>
          <p:spPr>
            <a:xfrm>
              <a:off x="2714600" y="1872525"/>
              <a:ext cx="267725" cy="271975"/>
            </a:xfrm>
            <a:custGeom>
              <a:avLst/>
              <a:gdLst/>
              <a:ahLst/>
              <a:cxnLst/>
              <a:rect l="l" t="t" r="r" b="b"/>
              <a:pathLst>
                <a:path w="10709" h="10879" extrusionOk="0">
                  <a:moveTo>
                    <a:pt x="8825" y="1"/>
                  </a:moveTo>
                  <a:cubicBezTo>
                    <a:pt x="7844" y="1"/>
                    <a:pt x="6839" y="838"/>
                    <a:pt x="6839" y="838"/>
                  </a:cubicBezTo>
                  <a:cubicBezTo>
                    <a:pt x="6839" y="838"/>
                    <a:pt x="5960" y="556"/>
                    <a:pt x="4961" y="556"/>
                  </a:cubicBezTo>
                  <a:cubicBezTo>
                    <a:pt x="4242" y="556"/>
                    <a:pt x="3461" y="702"/>
                    <a:pt x="2903" y="1205"/>
                  </a:cubicBezTo>
                  <a:cubicBezTo>
                    <a:pt x="1569" y="2439"/>
                    <a:pt x="1535" y="3340"/>
                    <a:pt x="1535" y="3340"/>
                  </a:cubicBezTo>
                  <a:cubicBezTo>
                    <a:pt x="601" y="3673"/>
                    <a:pt x="1" y="4607"/>
                    <a:pt x="134" y="5608"/>
                  </a:cubicBezTo>
                  <a:cubicBezTo>
                    <a:pt x="268" y="7409"/>
                    <a:pt x="1502" y="8710"/>
                    <a:pt x="1969" y="9378"/>
                  </a:cubicBezTo>
                  <a:cubicBezTo>
                    <a:pt x="2436" y="10078"/>
                    <a:pt x="2936" y="10879"/>
                    <a:pt x="2936" y="10879"/>
                  </a:cubicBezTo>
                  <a:lnTo>
                    <a:pt x="2970" y="8644"/>
                  </a:lnTo>
                  <a:lnTo>
                    <a:pt x="2970" y="8644"/>
                  </a:lnTo>
                  <a:cubicBezTo>
                    <a:pt x="2970" y="8644"/>
                    <a:pt x="2793" y="8768"/>
                    <a:pt x="2521" y="8768"/>
                  </a:cubicBezTo>
                  <a:cubicBezTo>
                    <a:pt x="2305" y="8768"/>
                    <a:pt x="2030" y="8690"/>
                    <a:pt x="1735" y="8410"/>
                  </a:cubicBezTo>
                  <a:cubicBezTo>
                    <a:pt x="1035" y="7743"/>
                    <a:pt x="1002" y="6742"/>
                    <a:pt x="1569" y="6275"/>
                  </a:cubicBezTo>
                  <a:cubicBezTo>
                    <a:pt x="1741" y="6137"/>
                    <a:pt x="1949" y="6071"/>
                    <a:pt x="2160" y="6071"/>
                  </a:cubicBezTo>
                  <a:cubicBezTo>
                    <a:pt x="2358" y="6071"/>
                    <a:pt x="2559" y="6129"/>
                    <a:pt x="2736" y="6242"/>
                  </a:cubicBezTo>
                  <a:cubicBezTo>
                    <a:pt x="2836" y="6342"/>
                    <a:pt x="2903" y="6475"/>
                    <a:pt x="2903" y="6609"/>
                  </a:cubicBezTo>
                  <a:lnTo>
                    <a:pt x="2970" y="7776"/>
                  </a:lnTo>
                  <a:cubicBezTo>
                    <a:pt x="3470" y="7710"/>
                    <a:pt x="3770" y="7276"/>
                    <a:pt x="3670" y="6809"/>
                  </a:cubicBezTo>
                  <a:cubicBezTo>
                    <a:pt x="3670" y="6809"/>
                    <a:pt x="7640" y="6442"/>
                    <a:pt x="8574" y="3206"/>
                  </a:cubicBezTo>
                  <a:cubicBezTo>
                    <a:pt x="8574" y="3206"/>
                    <a:pt x="9408" y="4074"/>
                    <a:pt x="9408" y="6075"/>
                  </a:cubicBezTo>
                  <a:cubicBezTo>
                    <a:pt x="10075" y="5642"/>
                    <a:pt x="10342" y="4774"/>
                    <a:pt x="10008" y="4040"/>
                  </a:cubicBezTo>
                  <a:cubicBezTo>
                    <a:pt x="10342" y="3907"/>
                    <a:pt x="10542" y="3507"/>
                    <a:pt x="10475" y="3140"/>
                  </a:cubicBezTo>
                  <a:cubicBezTo>
                    <a:pt x="10408" y="2773"/>
                    <a:pt x="10141" y="2473"/>
                    <a:pt x="9808" y="2406"/>
                  </a:cubicBezTo>
                  <a:cubicBezTo>
                    <a:pt x="9808" y="2406"/>
                    <a:pt x="10709" y="938"/>
                    <a:pt x="9574" y="204"/>
                  </a:cubicBezTo>
                  <a:cubicBezTo>
                    <a:pt x="9339" y="59"/>
                    <a:pt x="9083" y="1"/>
                    <a:pt x="88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2262;p61">
              <a:extLst>
                <a:ext uri="{FF2B5EF4-FFF2-40B4-BE49-F238E27FC236}">
                  <a16:creationId xmlns:a16="http://schemas.microsoft.com/office/drawing/2014/main" id="{3EA05184-45F1-74B1-1A52-6E619AAD2D3E}"/>
                </a:ext>
              </a:extLst>
            </p:cNvPr>
            <p:cNvSpPr/>
            <p:nvPr/>
          </p:nvSpPr>
          <p:spPr>
            <a:xfrm>
              <a:off x="2669800" y="2289425"/>
              <a:ext cx="378175" cy="248850"/>
            </a:xfrm>
            <a:custGeom>
              <a:avLst/>
              <a:gdLst/>
              <a:ahLst/>
              <a:cxnLst/>
              <a:rect l="l" t="t" r="r" b="b"/>
              <a:pathLst>
                <a:path w="15127" h="9954" extrusionOk="0">
                  <a:moveTo>
                    <a:pt x="14918" y="1"/>
                  </a:moveTo>
                  <a:cubicBezTo>
                    <a:pt x="14878" y="1"/>
                    <a:pt x="14838" y="13"/>
                    <a:pt x="14802" y="40"/>
                  </a:cubicBezTo>
                  <a:lnTo>
                    <a:pt x="325" y="8379"/>
                  </a:lnTo>
                  <a:cubicBezTo>
                    <a:pt x="125" y="8479"/>
                    <a:pt x="25" y="8680"/>
                    <a:pt x="25" y="8913"/>
                  </a:cubicBezTo>
                  <a:lnTo>
                    <a:pt x="25" y="9747"/>
                  </a:lnTo>
                  <a:cubicBezTo>
                    <a:pt x="1" y="9868"/>
                    <a:pt x="99" y="9954"/>
                    <a:pt x="206" y="9954"/>
                  </a:cubicBezTo>
                  <a:cubicBezTo>
                    <a:pt x="247" y="9954"/>
                    <a:pt x="288" y="9941"/>
                    <a:pt x="325" y="9914"/>
                  </a:cubicBezTo>
                  <a:lnTo>
                    <a:pt x="14802" y="1575"/>
                  </a:lnTo>
                  <a:cubicBezTo>
                    <a:pt x="15002" y="1474"/>
                    <a:pt x="15102" y="1274"/>
                    <a:pt x="15102" y="1041"/>
                  </a:cubicBezTo>
                  <a:lnTo>
                    <a:pt x="15102" y="240"/>
                  </a:lnTo>
                  <a:cubicBezTo>
                    <a:pt x="15127" y="94"/>
                    <a:pt x="15026" y="1"/>
                    <a:pt x="1491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2263;p61">
              <a:extLst>
                <a:ext uri="{FF2B5EF4-FFF2-40B4-BE49-F238E27FC236}">
                  <a16:creationId xmlns:a16="http://schemas.microsoft.com/office/drawing/2014/main" id="{AEE9C0B6-9FAE-2953-6519-72C79FA97C75}"/>
                </a:ext>
              </a:extLst>
            </p:cNvPr>
            <p:cNvSpPr/>
            <p:nvPr/>
          </p:nvSpPr>
          <p:spPr>
            <a:xfrm>
              <a:off x="2757150" y="2395625"/>
              <a:ext cx="203500" cy="133550"/>
            </a:xfrm>
            <a:custGeom>
              <a:avLst/>
              <a:gdLst/>
              <a:ahLst/>
              <a:cxnLst/>
              <a:rect l="l" t="t" r="r" b="b"/>
              <a:pathLst>
                <a:path w="8140" h="5342" extrusionOk="0">
                  <a:moveTo>
                    <a:pt x="8036" y="1"/>
                  </a:moveTo>
                  <a:cubicBezTo>
                    <a:pt x="8014" y="1"/>
                    <a:pt x="7992" y="9"/>
                    <a:pt x="7972" y="28"/>
                  </a:cubicBezTo>
                  <a:lnTo>
                    <a:pt x="167" y="4498"/>
                  </a:lnTo>
                  <a:cubicBezTo>
                    <a:pt x="67" y="4565"/>
                    <a:pt x="0" y="4665"/>
                    <a:pt x="0" y="4765"/>
                  </a:cubicBezTo>
                  <a:lnTo>
                    <a:pt x="0" y="5232"/>
                  </a:lnTo>
                  <a:cubicBezTo>
                    <a:pt x="0" y="5287"/>
                    <a:pt x="67" y="5341"/>
                    <a:pt x="128" y="5341"/>
                  </a:cubicBezTo>
                  <a:cubicBezTo>
                    <a:pt x="141" y="5341"/>
                    <a:pt x="155" y="5338"/>
                    <a:pt x="167" y="5332"/>
                  </a:cubicBezTo>
                  <a:lnTo>
                    <a:pt x="7972" y="829"/>
                  </a:lnTo>
                  <a:cubicBezTo>
                    <a:pt x="8073" y="762"/>
                    <a:pt x="8139" y="662"/>
                    <a:pt x="8139" y="562"/>
                  </a:cubicBezTo>
                  <a:lnTo>
                    <a:pt x="8139" y="95"/>
                  </a:lnTo>
                  <a:cubicBezTo>
                    <a:pt x="8139" y="48"/>
                    <a:pt x="8089" y="1"/>
                    <a:pt x="803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2264;p61">
              <a:extLst>
                <a:ext uri="{FF2B5EF4-FFF2-40B4-BE49-F238E27FC236}">
                  <a16:creationId xmlns:a16="http://schemas.microsoft.com/office/drawing/2014/main" id="{1937E401-364A-11E5-4F19-7C03FC15EB74}"/>
                </a:ext>
              </a:extLst>
            </p:cNvPr>
            <p:cNvSpPr/>
            <p:nvPr/>
          </p:nvSpPr>
          <p:spPr>
            <a:xfrm>
              <a:off x="2943100" y="2081500"/>
              <a:ext cx="148475" cy="170975"/>
            </a:xfrm>
            <a:custGeom>
              <a:avLst/>
              <a:gdLst/>
              <a:ahLst/>
              <a:cxnLst/>
              <a:rect l="l" t="t" r="r" b="b"/>
              <a:pathLst>
                <a:path w="5939" h="6839" extrusionOk="0">
                  <a:moveTo>
                    <a:pt x="4444" y="0"/>
                  </a:moveTo>
                  <a:cubicBezTo>
                    <a:pt x="4009" y="0"/>
                    <a:pt x="3505" y="145"/>
                    <a:pt x="2970" y="451"/>
                  </a:cubicBezTo>
                  <a:cubicBezTo>
                    <a:pt x="1335" y="1385"/>
                    <a:pt x="1" y="3487"/>
                    <a:pt x="1" y="5121"/>
                  </a:cubicBezTo>
                  <a:cubicBezTo>
                    <a:pt x="1" y="6222"/>
                    <a:pt x="606" y="6839"/>
                    <a:pt x="1500" y="6839"/>
                  </a:cubicBezTo>
                  <a:cubicBezTo>
                    <a:pt x="1934" y="6839"/>
                    <a:pt x="2436" y="6694"/>
                    <a:pt x="2970" y="6389"/>
                  </a:cubicBezTo>
                  <a:cubicBezTo>
                    <a:pt x="4604" y="5422"/>
                    <a:pt x="5938" y="3320"/>
                    <a:pt x="5938" y="1686"/>
                  </a:cubicBezTo>
                  <a:cubicBezTo>
                    <a:pt x="5938" y="609"/>
                    <a:pt x="5335" y="0"/>
                    <a:pt x="44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2265;p61">
              <a:extLst>
                <a:ext uri="{FF2B5EF4-FFF2-40B4-BE49-F238E27FC236}">
                  <a16:creationId xmlns:a16="http://schemas.microsoft.com/office/drawing/2014/main" id="{DCD33BFB-A094-966C-023A-B28F0F4A1369}"/>
                </a:ext>
              </a:extLst>
            </p:cNvPr>
            <p:cNvSpPr/>
            <p:nvPr/>
          </p:nvSpPr>
          <p:spPr>
            <a:xfrm>
              <a:off x="2978125" y="2105500"/>
              <a:ext cx="85100" cy="114675"/>
            </a:xfrm>
            <a:custGeom>
              <a:avLst/>
              <a:gdLst/>
              <a:ahLst/>
              <a:cxnLst/>
              <a:rect l="l" t="t" r="r" b="b"/>
              <a:pathLst>
                <a:path w="3404" h="4587" extrusionOk="0">
                  <a:moveTo>
                    <a:pt x="2803" y="367"/>
                  </a:moveTo>
                  <a:cubicBezTo>
                    <a:pt x="2836" y="367"/>
                    <a:pt x="2869" y="375"/>
                    <a:pt x="2903" y="392"/>
                  </a:cubicBezTo>
                  <a:cubicBezTo>
                    <a:pt x="2970" y="425"/>
                    <a:pt x="3003" y="459"/>
                    <a:pt x="3036" y="526"/>
                  </a:cubicBezTo>
                  <a:cubicBezTo>
                    <a:pt x="3070" y="592"/>
                    <a:pt x="3103" y="692"/>
                    <a:pt x="3103" y="792"/>
                  </a:cubicBezTo>
                  <a:lnTo>
                    <a:pt x="3103" y="1493"/>
                  </a:lnTo>
                  <a:lnTo>
                    <a:pt x="3103" y="2193"/>
                  </a:lnTo>
                  <a:cubicBezTo>
                    <a:pt x="3070" y="2293"/>
                    <a:pt x="3070" y="2427"/>
                    <a:pt x="3036" y="2527"/>
                  </a:cubicBezTo>
                  <a:cubicBezTo>
                    <a:pt x="3003" y="2627"/>
                    <a:pt x="2970" y="2727"/>
                    <a:pt x="2903" y="2794"/>
                  </a:cubicBezTo>
                  <a:cubicBezTo>
                    <a:pt x="2836" y="2894"/>
                    <a:pt x="2769" y="2961"/>
                    <a:pt x="2703" y="3061"/>
                  </a:cubicBezTo>
                  <a:cubicBezTo>
                    <a:pt x="2603" y="3127"/>
                    <a:pt x="2503" y="3227"/>
                    <a:pt x="2402" y="3294"/>
                  </a:cubicBezTo>
                  <a:cubicBezTo>
                    <a:pt x="2202" y="3394"/>
                    <a:pt x="2169" y="3428"/>
                    <a:pt x="1702" y="3694"/>
                  </a:cubicBezTo>
                  <a:cubicBezTo>
                    <a:pt x="1235" y="3995"/>
                    <a:pt x="1168" y="3995"/>
                    <a:pt x="1001" y="4095"/>
                  </a:cubicBezTo>
                  <a:cubicBezTo>
                    <a:pt x="901" y="4161"/>
                    <a:pt x="801" y="4195"/>
                    <a:pt x="701" y="4228"/>
                  </a:cubicBezTo>
                  <a:lnTo>
                    <a:pt x="501" y="4228"/>
                  </a:lnTo>
                  <a:cubicBezTo>
                    <a:pt x="434" y="4195"/>
                    <a:pt x="368" y="4161"/>
                    <a:pt x="368" y="4095"/>
                  </a:cubicBezTo>
                  <a:cubicBezTo>
                    <a:pt x="334" y="3995"/>
                    <a:pt x="301" y="3895"/>
                    <a:pt x="301" y="3828"/>
                  </a:cubicBezTo>
                  <a:lnTo>
                    <a:pt x="301" y="3127"/>
                  </a:lnTo>
                  <a:lnTo>
                    <a:pt x="301" y="2427"/>
                  </a:lnTo>
                  <a:cubicBezTo>
                    <a:pt x="301" y="2293"/>
                    <a:pt x="334" y="2193"/>
                    <a:pt x="368" y="2093"/>
                  </a:cubicBezTo>
                  <a:cubicBezTo>
                    <a:pt x="401" y="1993"/>
                    <a:pt x="434" y="1893"/>
                    <a:pt x="501" y="1793"/>
                  </a:cubicBezTo>
                  <a:cubicBezTo>
                    <a:pt x="534" y="1726"/>
                    <a:pt x="601" y="1626"/>
                    <a:pt x="701" y="1560"/>
                  </a:cubicBezTo>
                  <a:cubicBezTo>
                    <a:pt x="768" y="1460"/>
                    <a:pt x="901" y="1393"/>
                    <a:pt x="1001" y="1326"/>
                  </a:cubicBezTo>
                  <a:cubicBezTo>
                    <a:pt x="1168" y="1193"/>
                    <a:pt x="1235" y="1159"/>
                    <a:pt x="1702" y="892"/>
                  </a:cubicBezTo>
                  <a:lnTo>
                    <a:pt x="1702" y="926"/>
                  </a:lnTo>
                  <a:cubicBezTo>
                    <a:pt x="2169" y="659"/>
                    <a:pt x="2202" y="626"/>
                    <a:pt x="2402" y="526"/>
                  </a:cubicBezTo>
                  <a:cubicBezTo>
                    <a:pt x="2469" y="459"/>
                    <a:pt x="2603" y="425"/>
                    <a:pt x="2703" y="392"/>
                  </a:cubicBezTo>
                  <a:cubicBezTo>
                    <a:pt x="2736" y="375"/>
                    <a:pt x="2769" y="367"/>
                    <a:pt x="2803" y="367"/>
                  </a:cubicBezTo>
                  <a:close/>
                  <a:moveTo>
                    <a:pt x="2970" y="0"/>
                  </a:moveTo>
                  <a:cubicBezTo>
                    <a:pt x="2911" y="0"/>
                    <a:pt x="2853" y="8"/>
                    <a:pt x="2803" y="25"/>
                  </a:cubicBezTo>
                  <a:cubicBezTo>
                    <a:pt x="2669" y="59"/>
                    <a:pt x="2536" y="125"/>
                    <a:pt x="2402" y="192"/>
                  </a:cubicBezTo>
                  <a:cubicBezTo>
                    <a:pt x="2202" y="292"/>
                    <a:pt x="2169" y="325"/>
                    <a:pt x="1702" y="626"/>
                  </a:cubicBezTo>
                  <a:lnTo>
                    <a:pt x="1702" y="592"/>
                  </a:lnTo>
                  <a:cubicBezTo>
                    <a:pt x="1235" y="859"/>
                    <a:pt x="1168" y="892"/>
                    <a:pt x="1001" y="1026"/>
                  </a:cubicBezTo>
                  <a:cubicBezTo>
                    <a:pt x="835" y="1093"/>
                    <a:pt x="701" y="1226"/>
                    <a:pt x="568" y="1326"/>
                  </a:cubicBezTo>
                  <a:cubicBezTo>
                    <a:pt x="468" y="1460"/>
                    <a:pt x="368" y="1560"/>
                    <a:pt x="268" y="1693"/>
                  </a:cubicBezTo>
                  <a:cubicBezTo>
                    <a:pt x="201" y="1826"/>
                    <a:pt x="134" y="1960"/>
                    <a:pt x="67" y="2127"/>
                  </a:cubicBezTo>
                  <a:cubicBezTo>
                    <a:pt x="34" y="2260"/>
                    <a:pt x="1" y="2427"/>
                    <a:pt x="1" y="2594"/>
                  </a:cubicBezTo>
                  <a:lnTo>
                    <a:pt x="1" y="3294"/>
                  </a:lnTo>
                  <a:lnTo>
                    <a:pt x="1" y="3995"/>
                  </a:lnTo>
                  <a:cubicBezTo>
                    <a:pt x="1" y="4128"/>
                    <a:pt x="34" y="4262"/>
                    <a:pt x="67" y="4362"/>
                  </a:cubicBezTo>
                  <a:cubicBezTo>
                    <a:pt x="101" y="4462"/>
                    <a:pt x="168" y="4528"/>
                    <a:pt x="268" y="4562"/>
                  </a:cubicBezTo>
                  <a:cubicBezTo>
                    <a:pt x="318" y="4578"/>
                    <a:pt x="368" y="4587"/>
                    <a:pt x="418" y="4587"/>
                  </a:cubicBezTo>
                  <a:cubicBezTo>
                    <a:pt x="468" y="4587"/>
                    <a:pt x="518" y="4578"/>
                    <a:pt x="568" y="4562"/>
                  </a:cubicBezTo>
                  <a:cubicBezTo>
                    <a:pt x="735" y="4528"/>
                    <a:pt x="868" y="4495"/>
                    <a:pt x="1001" y="4428"/>
                  </a:cubicBezTo>
                  <a:cubicBezTo>
                    <a:pt x="1168" y="4328"/>
                    <a:pt x="1235" y="4295"/>
                    <a:pt x="1702" y="3995"/>
                  </a:cubicBezTo>
                  <a:cubicBezTo>
                    <a:pt x="2169" y="3694"/>
                    <a:pt x="2202" y="3694"/>
                    <a:pt x="2402" y="3594"/>
                  </a:cubicBezTo>
                  <a:cubicBezTo>
                    <a:pt x="2536" y="3494"/>
                    <a:pt x="2703" y="3394"/>
                    <a:pt x="2803" y="3261"/>
                  </a:cubicBezTo>
                  <a:cubicBezTo>
                    <a:pt x="2936" y="3161"/>
                    <a:pt x="3036" y="3027"/>
                    <a:pt x="3136" y="2894"/>
                  </a:cubicBezTo>
                  <a:cubicBezTo>
                    <a:pt x="3203" y="2760"/>
                    <a:pt x="3270" y="2627"/>
                    <a:pt x="3303" y="2460"/>
                  </a:cubicBezTo>
                  <a:cubicBezTo>
                    <a:pt x="3370" y="2327"/>
                    <a:pt x="3403" y="2160"/>
                    <a:pt x="3403" y="1993"/>
                  </a:cubicBezTo>
                  <a:lnTo>
                    <a:pt x="3403" y="1293"/>
                  </a:lnTo>
                  <a:lnTo>
                    <a:pt x="3403" y="592"/>
                  </a:lnTo>
                  <a:cubicBezTo>
                    <a:pt x="3403" y="459"/>
                    <a:pt x="3370" y="359"/>
                    <a:pt x="3303" y="225"/>
                  </a:cubicBezTo>
                  <a:cubicBezTo>
                    <a:pt x="3270" y="159"/>
                    <a:pt x="3203" y="59"/>
                    <a:pt x="3136" y="25"/>
                  </a:cubicBezTo>
                  <a:cubicBezTo>
                    <a:pt x="3086" y="8"/>
                    <a:pt x="3028" y="0"/>
                    <a:pt x="29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2266;p61">
              <a:extLst>
                <a:ext uri="{FF2B5EF4-FFF2-40B4-BE49-F238E27FC236}">
                  <a16:creationId xmlns:a16="http://schemas.microsoft.com/office/drawing/2014/main" id="{427CBDF4-BF78-DF16-39EC-3106C5EC296D}"/>
                </a:ext>
              </a:extLst>
            </p:cNvPr>
            <p:cNvSpPr/>
            <p:nvPr/>
          </p:nvSpPr>
          <p:spPr>
            <a:xfrm>
              <a:off x="2998150" y="2137950"/>
              <a:ext cx="44225" cy="50600"/>
            </a:xfrm>
            <a:custGeom>
              <a:avLst/>
              <a:gdLst/>
              <a:ahLst/>
              <a:cxnLst/>
              <a:rect l="l" t="t" r="r" b="b"/>
              <a:pathLst>
                <a:path w="1769" h="2024" extrusionOk="0">
                  <a:moveTo>
                    <a:pt x="1170" y="349"/>
                  </a:moveTo>
                  <a:cubicBezTo>
                    <a:pt x="1344" y="349"/>
                    <a:pt x="1468" y="468"/>
                    <a:pt x="1468" y="695"/>
                  </a:cubicBezTo>
                  <a:cubicBezTo>
                    <a:pt x="1435" y="1062"/>
                    <a:pt x="1201" y="1396"/>
                    <a:pt x="901" y="1596"/>
                  </a:cubicBezTo>
                  <a:cubicBezTo>
                    <a:pt x="795" y="1649"/>
                    <a:pt x="698" y="1675"/>
                    <a:pt x="617" y="1675"/>
                  </a:cubicBezTo>
                  <a:cubicBezTo>
                    <a:pt x="442" y="1675"/>
                    <a:pt x="334" y="1556"/>
                    <a:pt x="334" y="1329"/>
                  </a:cubicBezTo>
                  <a:cubicBezTo>
                    <a:pt x="367" y="962"/>
                    <a:pt x="567" y="629"/>
                    <a:pt x="901" y="428"/>
                  </a:cubicBezTo>
                  <a:cubicBezTo>
                    <a:pt x="997" y="375"/>
                    <a:pt x="1089" y="349"/>
                    <a:pt x="1170" y="349"/>
                  </a:cubicBezTo>
                  <a:close/>
                  <a:moveTo>
                    <a:pt x="1322" y="1"/>
                  </a:moveTo>
                  <a:cubicBezTo>
                    <a:pt x="1196" y="1"/>
                    <a:pt x="1052" y="42"/>
                    <a:pt x="901" y="128"/>
                  </a:cubicBezTo>
                  <a:cubicBezTo>
                    <a:pt x="401" y="428"/>
                    <a:pt x="67" y="962"/>
                    <a:pt x="0" y="1529"/>
                  </a:cubicBezTo>
                  <a:cubicBezTo>
                    <a:pt x="0" y="1845"/>
                    <a:pt x="183" y="2023"/>
                    <a:pt x="457" y="2023"/>
                  </a:cubicBezTo>
                  <a:cubicBezTo>
                    <a:pt x="587" y="2023"/>
                    <a:pt x="739" y="1983"/>
                    <a:pt x="901" y="1896"/>
                  </a:cubicBezTo>
                  <a:cubicBezTo>
                    <a:pt x="1401" y="1596"/>
                    <a:pt x="1702" y="1096"/>
                    <a:pt x="1768" y="495"/>
                  </a:cubicBezTo>
                  <a:cubicBezTo>
                    <a:pt x="1768" y="179"/>
                    <a:pt x="1585" y="1"/>
                    <a:pt x="1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2267;p61">
              <a:extLst>
                <a:ext uri="{FF2B5EF4-FFF2-40B4-BE49-F238E27FC236}">
                  <a16:creationId xmlns:a16="http://schemas.microsoft.com/office/drawing/2014/main" id="{3DAEC22C-2A6B-5522-6B7B-22E5AE9604EB}"/>
                </a:ext>
              </a:extLst>
            </p:cNvPr>
            <p:cNvSpPr/>
            <p:nvPr/>
          </p:nvSpPr>
          <p:spPr>
            <a:xfrm>
              <a:off x="3038175" y="2121125"/>
              <a:ext cx="10025" cy="12375"/>
            </a:xfrm>
            <a:custGeom>
              <a:avLst/>
              <a:gdLst/>
              <a:ahLst/>
              <a:cxnLst/>
              <a:rect l="l" t="t" r="r" b="b"/>
              <a:pathLst>
                <a:path w="401" h="495" extrusionOk="0">
                  <a:moveTo>
                    <a:pt x="312" y="1"/>
                  </a:moveTo>
                  <a:cubicBezTo>
                    <a:pt x="282" y="1"/>
                    <a:pt x="245" y="12"/>
                    <a:pt x="201" y="34"/>
                  </a:cubicBezTo>
                  <a:cubicBezTo>
                    <a:pt x="101" y="101"/>
                    <a:pt x="0" y="234"/>
                    <a:pt x="0" y="368"/>
                  </a:cubicBezTo>
                  <a:cubicBezTo>
                    <a:pt x="0" y="440"/>
                    <a:pt x="52" y="494"/>
                    <a:pt x="119" y="494"/>
                  </a:cubicBezTo>
                  <a:cubicBezTo>
                    <a:pt x="145" y="494"/>
                    <a:pt x="173" y="486"/>
                    <a:pt x="201" y="468"/>
                  </a:cubicBezTo>
                  <a:cubicBezTo>
                    <a:pt x="334" y="368"/>
                    <a:pt x="401" y="267"/>
                    <a:pt x="401" y="134"/>
                  </a:cubicBezTo>
                  <a:cubicBezTo>
                    <a:pt x="401" y="45"/>
                    <a:pt x="371" y="1"/>
                    <a:pt x="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2268;p61">
              <a:extLst>
                <a:ext uri="{FF2B5EF4-FFF2-40B4-BE49-F238E27FC236}">
                  <a16:creationId xmlns:a16="http://schemas.microsoft.com/office/drawing/2014/main" id="{AB45859E-264B-713F-EE8E-3DE31E50B73A}"/>
                </a:ext>
              </a:extLst>
            </p:cNvPr>
            <p:cNvSpPr/>
            <p:nvPr/>
          </p:nvSpPr>
          <p:spPr>
            <a:xfrm>
              <a:off x="2683750" y="2189500"/>
              <a:ext cx="99275" cy="181825"/>
            </a:xfrm>
            <a:custGeom>
              <a:avLst/>
              <a:gdLst/>
              <a:ahLst/>
              <a:cxnLst/>
              <a:rect l="l" t="t" r="r" b="b"/>
              <a:pathLst>
                <a:path w="3971" h="7273" extrusionOk="0">
                  <a:moveTo>
                    <a:pt x="2636" y="1"/>
                  </a:moveTo>
                  <a:cubicBezTo>
                    <a:pt x="301" y="334"/>
                    <a:pt x="1" y="2970"/>
                    <a:pt x="1" y="2970"/>
                  </a:cubicBezTo>
                  <a:lnTo>
                    <a:pt x="1" y="7006"/>
                  </a:lnTo>
                  <a:cubicBezTo>
                    <a:pt x="579" y="7184"/>
                    <a:pt x="1172" y="7273"/>
                    <a:pt x="1770" y="7273"/>
                  </a:cubicBezTo>
                  <a:cubicBezTo>
                    <a:pt x="2069" y="7273"/>
                    <a:pt x="2369" y="7251"/>
                    <a:pt x="2669" y="7206"/>
                  </a:cubicBezTo>
                  <a:cubicBezTo>
                    <a:pt x="3070" y="5872"/>
                    <a:pt x="3370" y="4537"/>
                    <a:pt x="3603" y="3170"/>
                  </a:cubicBezTo>
                  <a:cubicBezTo>
                    <a:pt x="3970" y="668"/>
                    <a:pt x="2636" y="1"/>
                    <a:pt x="2636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2269;p61">
              <a:extLst>
                <a:ext uri="{FF2B5EF4-FFF2-40B4-BE49-F238E27FC236}">
                  <a16:creationId xmlns:a16="http://schemas.microsoft.com/office/drawing/2014/main" id="{68734768-8284-EC63-5A1C-A6235D0F21A1}"/>
                </a:ext>
              </a:extLst>
            </p:cNvPr>
            <p:cNvSpPr/>
            <p:nvPr/>
          </p:nvSpPr>
          <p:spPr>
            <a:xfrm>
              <a:off x="3248325" y="891925"/>
              <a:ext cx="1584500" cy="1476450"/>
            </a:xfrm>
            <a:custGeom>
              <a:avLst/>
              <a:gdLst/>
              <a:ahLst/>
              <a:cxnLst/>
              <a:rect l="l" t="t" r="r" b="b"/>
              <a:pathLst>
                <a:path w="63380" h="59058" extrusionOk="0">
                  <a:moveTo>
                    <a:pt x="62507" y="0"/>
                  </a:moveTo>
                  <a:cubicBezTo>
                    <a:pt x="62353" y="0"/>
                    <a:pt x="62195" y="42"/>
                    <a:pt x="62045" y="133"/>
                  </a:cubicBezTo>
                  <a:lnTo>
                    <a:pt x="1335" y="35092"/>
                  </a:lnTo>
                  <a:cubicBezTo>
                    <a:pt x="501" y="35559"/>
                    <a:pt x="0" y="36393"/>
                    <a:pt x="0" y="37327"/>
                  </a:cubicBezTo>
                  <a:lnTo>
                    <a:pt x="0" y="58175"/>
                  </a:lnTo>
                  <a:cubicBezTo>
                    <a:pt x="0" y="58684"/>
                    <a:pt x="447" y="59057"/>
                    <a:pt x="911" y="59057"/>
                  </a:cubicBezTo>
                  <a:cubicBezTo>
                    <a:pt x="1055" y="59057"/>
                    <a:pt x="1200" y="59021"/>
                    <a:pt x="1335" y="58942"/>
                  </a:cubicBezTo>
                  <a:lnTo>
                    <a:pt x="62078" y="23984"/>
                  </a:lnTo>
                  <a:cubicBezTo>
                    <a:pt x="62879" y="23517"/>
                    <a:pt x="63379" y="22650"/>
                    <a:pt x="63379" y="21716"/>
                  </a:cubicBezTo>
                  <a:lnTo>
                    <a:pt x="63379" y="901"/>
                  </a:lnTo>
                  <a:cubicBezTo>
                    <a:pt x="63379" y="375"/>
                    <a:pt x="62966" y="0"/>
                    <a:pt x="625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2270;p61">
              <a:extLst>
                <a:ext uri="{FF2B5EF4-FFF2-40B4-BE49-F238E27FC236}">
                  <a16:creationId xmlns:a16="http://schemas.microsoft.com/office/drawing/2014/main" id="{1C6C50A3-BD7E-C246-4B8B-43161649B900}"/>
                </a:ext>
              </a:extLst>
            </p:cNvPr>
            <p:cNvSpPr/>
            <p:nvPr/>
          </p:nvSpPr>
          <p:spPr>
            <a:xfrm>
              <a:off x="3248325" y="891925"/>
              <a:ext cx="1584500" cy="1476450"/>
            </a:xfrm>
            <a:custGeom>
              <a:avLst/>
              <a:gdLst/>
              <a:ahLst/>
              <a:cxnLst/>
              <a:rect l="l" t="t" r="r" b="b"/>
              <a:pathLst>
                <a:path w="63380" h="59058" extrusionOk="0">
                  <a:moveTo>
                    <a:pt x="62507" y="0"/>
                  </a:moveTo>
                  <a:cubicBezTo>
                    <a:pt x="62353" y="0"/>
                    <a:pt x="62195" y="42"/>
                    <a:pt x="62045" y="133"/>
                  </a:cubicBezTo>
                  <a:lnTo>
                    <a:pt x="1335" y="35092"/>
                  </a:lnTo>
                  <a:cubicBezTo>
                    <a:pt x="501" y="35559"/>
                    <a:pt x="0" y="36393"/>
                    <a:pt x="0" y="37327"/>
                  </a:cubicBezTo>
                  <a:lnTo>
                    <a:pt x="0" y="58175"/>
                  </a:lnTo>
                  <a:cubicBezTo>
                    <a:pt x="0" y="58684"/>
                    <a:pt x="447" y="59057"/>
                    <a:pt x="911" y="59057"/>
                  </a:cubicBezTo>
                  <a:cubicBezTo>
                    <a:pt x="1055" y="59057"/>
                    <a:pt x="1200" y="59021"/>
                    <a:pt x="1335" y="58942"/>
                  </a:cubicBezTo>
                  <a:lnTo>
                    <a:pt x="62078" y="23984"/>
                  </a:lnTo>
                  <a:cubicBezTo>
                    <a:pt x="62879" y="23517"/>
                    <a:pt x="63379" y="22650"/>
                    <a:pt x="63379" y="21716"/>
                  </a:cubicBezTo>
                  <a:lnTo>
                    <a:pt x="63379" y="901"/>
                  </a:lnTo>
                  <a:cubicBezTo>
                    <a:pt x="63379" y="375"/>
                    <a:pt x="62966" y="0"/>
                    <a:pt x="625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2271;p61">
              <a:extLst>
                <a:ext uri="{FF2B5EF4-FFF2-40B4-BE49-F238E27FC236}">
                  <a16:creationId xmlns:a16="http://schemas.microsoft.com/office/drawing/2014/main" id="{902BBC60-A755-B956-C17D-666DB3F792BF}"/>
                </a:ext>
              </a:extLst>
            </p:cNvPr>
            <p:cNvSpPr/>
            <p:nvPr/>
          </p:nvSpPr>
          <p:spPr>
            <a:xfrm>
              <a:off x="3308375" y="1535025"/>
              <a:ext cx="517875" cy="735250"/>
            </a:xfrm>
            <a:custGeom>
              <a:avLst/>
              <a:gdLst/>
              <a:ahLst/>
              <a:cxnLst/>
              <a:rect l="l" t="t" r="r" b="b"/>
              <a:pathLst>
                <a:path w="20715" h="29410" extrusionOk="0">
                  <a:moveTo>
                    <a:pt x="20014" y="1"/>
                  </a:moveTo>
                  <a:cubicBezTo>
                    <a:pt x="19900" y="1"/>
                    <a:pt x="19786" y="30"/>
                    <a:pt x="19681" y="95"/>
                  </a:cubicBezTo>
                  <a:lnTo>
                    <a:pt x="1001" y="10836"/>
                  </a:lnTo>
                  <a:cubicBezTo>
                    <a:pt x="367" y="11202"/>
                    <a:pt x="0" y="11870"/>
                    <a:pt x="0" y="12603"/>
                  </a:cubicBezTo>
                  <a:lnTo>
                    <a:pt x="0" y="28715"/>
                  </a:lnTo>
                  <a:cubicBezTo>
                    <a:pt x="0" y="29120"/>
                    <a:pt x="326" y="29409"/>
                    <a:pt x="688" y="29409"/>
                  </a:cubicBezTo>
                  <a:cubicBezTo>
                    <a:pt x="803" y="29409"/>
                    <a:pt x="921" y="29380"/>
                    <a:pt x="1034" y="29315"/>
                  </a:cubicBezTo>
                  <a:lnTo>
                    <a:pt x="19681" y="18574"/>
                  </a:lnTo>
                  <a:cubicBezTo>
                    <a:pt x="20315" y="18208"/>
                    <a:pt x="20715" y="17540"/>
                    <a:pt x="20715" y="16840"/>
                  </a:cubicBezTo>
                  <a:lnTo>
                    <a:pt x="20715" y="695"/>
                  </a:lnTo>
                  <a:cubicBezTo>
                    <a:pt x="20715" y="290"/>
                    <a:pt x="20370" y="1"/>
                    <a:pt x="20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2272;p61">
              <a:extLst>
                <a:ext uri="{FF2B5EF4-FFF2-40B4-BE49-F238E27FC236}">
                  <a16:creationId xmlns:a16="http://schemas.microsoft.com/office/drawing/2014/main" id="{C99FA1B5-A6C9-618A-C6E3-0F6A58186F1A}"/>
                </a:ext>
              </a:extLst>
            </p:cNvPr>
            <p:cNvSpPr/>
            <p:nvPr/>
          </p:nvSpPr>
          <p:spPr>
            <a:xfrm>
              <a:off x="3556050" y="1818375"/>
              <a:ext cx="270200" cy="321950"/>
            </a:xfrm>
            <a:custGeom>
              <a:avLst/>
              <a:gdLst/>
              <a:ahLst/>
              <a:cxnLst/>
              <a:rect l="l" t="t" r="r" b="b"/>
              <a:pathLst>
                <a:path w="10808" h="12878" extrusionOk="0">
                  <a:moveTo>
                    <a:pt x="7067" y="0"/>
                  </a:moveTo>
                  <a:cubicBezTo>
                    <a:pt x="6588" y="0"/>
                    <a:pt x="5938" y="476"/>
                    <a:pt x="5604" y="1169"/>
                  </a:cubicBezTo>
                  <a:lnTo>
                    <a:pt x="3269" y="6073"/>
                  </a:lnTo>
                  <a:lnTo>
                    <a:pt x="0" y="12878"/>
                  </a:lnTo>
                  <a:lnTo>
                    <a:pt x="6538" y="9108"/>
                  </a:lnTo>
                  <a:lnTo>
                    <a:pt x="9774" y="7240"/>
                  </a:lnTo>
                  <a:cubicBezTo>
                    <a:pt x="10408" y="6874"/>
                    <a:pt x="10808" y="6206"/>
                    <a:pt x="10808" y="5506"/>
                  </a:cubicBezTo>
                  <a:lnTo>
                    <a:pt x="10808" y="3271"/>
                  </a:lnTo>
                  <a:lnTo>
                    <a:pt x="7439" y="135"/>
                  </a:lnTo>
                  <a:cubicBezTo>
                    <a:pt x="7339" y="43"/>
                    <a:pt x="7211" y="0"/>
                    <a:pt x="706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2273;p61">
              <a:extLst>
                <a:ext uri="{FF2B5EF4-FFF2-40B4-BE49-F238E27FC236}">
                  <a16:creationId xmlns:a16="http://schemas.microsoft.com/office/drawing/2014/main" id="{20C3B39C-F623-632E-A0F2-13F023B3A4B6}"/>
                </a:ext>
              </a:extLst>
            </p:cNvPr>
            <p:cNvSpPr/>
            <p:nvPr/>
          </p:nvSpPr>
          <p:spPr>
            <a:xfrm>
              <a:off x="3308375" y="1851825"/>
              <a:ext cx="411150" cy="418450"/>
            </a:xfrm>
            <a:custGeom>
              <a:avLst/>
              <a:gdLst/>
              <a:ahLst/>
              <a:cxnLst/>
              <a:rect l="l" t="t" r="r" b="b"/>
              <a:pathLst>
                <a:path w="16446" h="16738" extrusionOk="0">
                  <a:moveTo>
                    <a:pt x="7880" y="1"/>
                  </a:moveTo>
                  <a:cubicBezTo>
                    <a:pt x="7400" y="1"/>
                    <a:pt x="6749" y="493"/>
                    <a:pt x="6438" y="1166"/>
                  </a:cubicBezTo>
                  <a:lnTo>
                    <a:pt x="0" y="14609"/>
                  </a:lnTo>
                  <a:lnTo>
                    <a:pt x="0" y="16043"/>
                  </a:lnTo>
                  <a:cubicBezTo>
                    <a:pt x="0" y="16448"/>
                    <a:pt x="326" y="16737"/>
                    <a:pt x="688" y="16737"/>
                  </a:cubicBezTo>
                  <a:cubicBezTo>
                    <a:pt x="803" y="16737"/>
                    <a:pt x="921" y="16708"/>
                    <a:pt x="1034" y="16643"/>
                  </a:cubicBezTo>
                  <a:lnTo>
                    <a:pt x="9907" y="11540"/>
                  </a:lnTo>
                  <a:lnTo>
                    <a:pt x="16445" y="7770"/>
                  </a:lnTo>
                  <a:lnTo>
                    <a:pt x="13176" y="4735"/>
                  </a:lnTo>
                  <a:lnTo>
                    <a:pt x="8239" y="132"/>
                  </a:lnTo>
                  <a:cubicBezTo>
                    <a:pt x="8142" y="42"/>
                    <a:pt x="8018" y="1"/>
                    <a:pt x="78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2274;p61">
              <a:extLst>
                <a:ext uri="{FF2B5EF4-FFF2-40B4-BE49-F238E27FC236}">
                  <a16:creationId xmlns:a16="http://schemas.microsoft.com/office/drawing/2014/main" id="{76286A65-A507-2CCD-0A04-1B94ECC8F05D}"/>
                </a:ext>
              </a:extLst>
            </p:cNvPr>
            <p:cNvSpPr/>
            <p:nvPr/>
          </p:nvSpPr>
          <p:spPr>
            <a:xfrm>
              <a:off x="3659450" y="1654025"/>
              <a:ext cx="119275" cy="137175"/>
            </a:xfrm>
            <a:custGeom>
              <a:avLst/>
              <a:gdLst/>
              <a:ahLst/>
              <a:cxnLst/>
              <a:rect l="l" t="t" r="r" b="b"/>
              <a:pathLst>
                <a:path w="4771" h="5487" extrusionOk="0">
                  <a:moveTo>
                    <a:pt x="3568" y="1"/>
                  </a:moveTo>
                  <a:cubicBezTo>
                    <a:pt x="3216" y="1"/>
                    <a:pt x="2807" y="120"/>
                    <a:pt x="2369" y="371"/>
                  </a:cubicBezTo>
                  <a:cubicBezTo>
                    <a:pt x="1068" y="1105"/>
                    <a:pt x="1" y="2773"/>
                    <a:pt x="1" y="4107"/>
                  </a:cubicBezTo>
                  <a:cubicBezTo>
                    <a:pt x="1" y="4997"/>
                    <a:pt x="475" y="5486"/>
                    <a:pt x="1177" y="5486"/>
                  </a:cubicBezTo>
                  <a:cubicBezTo>
                    <a:pt x="1528" y="5486"/>
                    <a:pt x="1935" y="5364"/>
                    <a:pt x="2369" y="5108"/>
                  </a:cubicBezTo>
                  <a:cubicBezTo>
                    <a:pt x="3703" y="4374"/>
                    <a:pt x="4771" y="2706"/>
                    <a:pt x="4771" y="1372"/>
                  </a:cubicBezTo>
                  <a:cubicBezTo>
                    <a:pt x="4771" y="498"/>
                    <a:pt x="4289" y="1"/>
                    <a:pt x="35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2275;p61">
              <a:extLst>
                <a:ext uri="{FF2B5EF4-FFF2-40B4-BE49-F238E27FC236}">
                  <a16:creationId xmlns:a16="http://schemas.microsoft.com/office/drawing/2014/main" id="{C5BF5A8A-E047-4271-89D2-EED8289D06B1}"/>
                </a:ext>
              </a:extLst>
            </p:cNvPr>
            <p:cNvSpPr/>
            <p:nvPr/>
          </p:nvSpPr>
          <p:spPr>
            <a:xfrm>
              <a:off x="3868775" y="1202450"/>
              <a:ext cx="899825" cy="538950"/>
            </a:xfrm>
            <a:custGeom>
              <a:avLst/>
              <a:gdLst/>
              <a:ahLst/>
              <a:cxnLst/>
              <a:rect l="l" t="t" r="r" b="b"/>
              <a:pathLst>
                <a:path w="35993" h="21558" extrusionOk="0">
                  <a:moveTo>
                    <a:pt x="35764" y="0"/>
                  </a:moveTo>
                  <a:cubicBezTo>
                    <a:pt x="35730" y="0"/>
                    <a:pt x="35695" y="7"/>
                    <a:pt x="35659" y="21"/>
                  </a:cubicBezTo>
                  <a:lnTo>
                    <a:pt x="300" y="20369"/>
                  </a:lnTo>
                  <a:cubicBezTo>
                    <a:pt x="100" y="20469"/>
                    <a:pt x="0" y="20703"/>
                    <a:pt x="0" y="20936"/>
                  </a:cubicBezTo>
                  <a:lnTo>
                    <a:pt x="0" y="21337"/>
                  </a:lnTo>
                  <a:cubicBezTo>
                    <a:pt x="0" y="21468"/>
                    <a:pt x="103" y="21558"/>
                    <a:pt x="228" y="21558"/>
                  </a:cubicBezTo>
                  <a:cubicBezTo>
                    <a:pt x="262" y="21558"/>
                    <a:pt x="298" y="21551"/>
                    <a:pt x="334" y="21537"/>
                  </a:cubicBezTo>
                  <a:lnTo>
                    <a:pt x="35692" y="1189"/>
                  </a:lnTo>
                  <a:cubicBezTo>
                    <a:pt x="35892" y="1089"/>
                    <a:pt x="35993" y="855"/>
                    <a:pt x="35993" y="655"/>
                  </a:cubicBezTo>
                  <a:lnTo>
                    <a:pt x="35993" y="221"/>
                  </a:lnTo>
                  <a:cubicBezTo>
                    <a:pt x="35993" y="90"/>
                    <a:pt x="35889" y="0"/>
                    <a:pt x="35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2276;p61">
              <a:extLst>
                <a:ext uri="{FF2B5EF4-FFF2-40B4-BE49-F238E27FC236}">
                  <a16:creationId xmlns:a16="http://schemas.microsoft.com/office/drawing/2014/main" id="{4B749879-A6C8-FAF6-66B8-A7D66762B52C}"/>
                </a:ext>
              </a:extLst>
            </p:cNvPr>
            <p:cNvSpPr/>
            <p:nvPr/>
          </p:nvSpPr>
          <p:spPr>
            <a:xfrm>
              <a:off x="3868775" y="1275000"/>
              <a:ext cx="899825" cy="538950"/>
            </a:xfrm>
            <a:custGeom>
              <a:avLst/>
              <a:gdLst/>
              <a:ahLst/>
              <a:cxnLst/>
              <a:rect l="l" t="t" r="r" b="b"/>
              <a:pathLst>
                <a:path w="35993" h="21558" extrusionOk="0">
                  <a:moveTo>
                    <a:pt x="35764" y="0"/>
                  </a:moveTo>
                  <a:cubicBezTo>
                    <a:pt x="35730" y="0"/>
                    <a:pt x="35695" y="7"/>
                    <a:pt x="35659" y="21"/>
                  </a:cubicBezTo>
                  <a:lnTo>
                    <a:pt x="300" y="20369"/>
                  </a:lnTo>
                  <a:cubicBezTo>
                    <a:pt x="100" y="20469"/>
                    <a:pt x="0" y="20703"/>
                    <a:pt x="0" y="20936"/>
                  </a:cubicBezTo>
                  <a:lnTo>
                    <a:pt x="0" y="21337"/>
                  </a:lnTo>
                  <a:cubicBezTo>
                    <a:pt x="0" y="21468"/>
                    <a:pt x="103" y="21558"/>
                    <a:pt x="228" y="21558"/>
                  </a:cubicBezTo>
                  <a:cubicBezTo>
                    <a:pt x="262" y="21558"/>
                    <a:pt x="298" y="21551"/>
                    <a:pt x="334" y="21537"/>
                  </a:cubicBezTo>
                  <a:lnTo>
                    <a:pt x="35692" y="1189"/>
                  </a:lnTo>
                  <a:cubicBezTo>
                    <a:pt x="35892" y="1089"/>
                    <a:pt x="35993" y="855"/>
                    <a:pt x="35993" y="655"/>
                  </a:cubicBezTo>
                  <a:lnTo>
                    <a:pt x="35993" y="222"/>
                  </a:lnTo>
                  <a:cubicBezTo>
                    <a:pt x="35993" y="90"/>
                    <a:pt x="35889" y="0"/>
                    <a:pt x="35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2277;p61">
              <a:extLst>
                <a:ext uri="{FF2B5EF4-FFF2-40B4-BE49-F238E27FC236}">
                  <a16:creationId xmlns:a16="http://schemas.microsoft.com/office/drawing/2014/main" id="{DE972E5C-D073-FD77-9273-DF668585D7D9}"/>
                </a:ext>
              </a:extLst>
            </p:cNvPr>
            <p:cNvSpPr/>
            <p:nvPr/>
          </p:nvSpPr>
          <p:spPr>
            <a:xfrm>
              <a:off x="3868775" y="1057350"/>
              <a:ext cx="899825" cy="538600"/>
            </a:xfrm>
            <a:custGeom>
              <a:avLst/>
              <a:gdLst/>
              <a:ahLst/>
              <a:cxnLst/>
              <a:rect l="l" t="t" r="r" b="b"/>
              <a:pathLst>
                <a:path w="35993" h="21544" extrusionOk="0">
                  <a:moveTo>
                    <a:pt x="35764" y="0"/>
                  </a:moveTo>
                  <a:cubicBezTo>
                    <a:pt x="35730" y="0"/>
                    <a:pt x="35695" y="7"/>
                    <a:pt x="35659" y="21"/>
                  </a:cubicBezTo>
                  <a:lnTo>
                    <a:pt x="300" y="20369"/>
                  </a:lnTo>
                  <a:cubicBezTo>
                    <a:pt x="100" y="20469"/>
                    <a:pt x="0" y="20669"/>
                    <a:pt x="0" y="20903"/>
                  </a:cubicBezTo>
                  <a:lnTo>
                    <a:pt x="0" y="21336"/>
                  </a:lnTo>
                  <a:cubicBezTo>
                    <a:pt x="0" y="21457"/>
                    <a:pt x="88" y="21543"/>
                    <a:pt x="200" y="21543"/>
                  </a:cubicBezTo>
                  <a:cubicBezTo>
                    <a:pt x="242" y="21543"/>
                    <a:pt x="288" y="21531"/>
                    <a:pt x="334" y="21503"/>
                  </a:cubicBezTo>
                  <a:lnTo>
                    <a:pt x="35692" y="1189"/>
                  </a:lnTo>
                  <a:cubicBezTo>
                    <a:pt x="35892" y="1055"/>
                    <a:pt x="35993" y="855"/>
                    <a:pt x="35993" y="622"/>
                  </a:cubicBezTo>
                  <a:lnTo>
                    <a:pt x="35993" y="221"/>
                  </a:lnTo>
                  <a:cubicBezTo>
                    <a:pt x="35993" y="90"/>
                    <a:pt x="35889" y="0"/>
                    <a:pt x="35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2278;p61">
              <a:extLst>
                <a:ext uri="{FF2B5EF4-FFF2-40B4-BE49-F238E27FC236}">
                  <a16:creationId xmlns:a16="http://schemas.microsoft.com/office/drawing/2014/main" id="{10D24193-8742-FD1F-8AF2-C4EB19CC9FCE}"/>
                </a:ext>
              </a:extLst>
            </p:cNvPr>
            <p:cNvSpPr/>
            <p:nvPr/>
          </p:nvSpPr>
          <p:spPr>
            <a:xfrm>
              <a:off x="3868775" y="1129900"/>
              <a:ext cx="899825" cy="538950"/>
            </a:xfrm>
            <a:custGeom>
              <a:avLst/>
              <a:gdLst/>
              <a:ahLst/>
              <a:cxnLst/>
              <a:rect l="l" t="t" r="r" b="b"/>
              <a:pathLst>
                <a:path w="35993" h="21558" extrusionOk="0">
                  <a:moveTo>
                    <a:pt x="35764" y="0"/>
                  </a:moveTo>
                  <a:cubicBezTo>
                    <a:pt x="35730" y="0"/>
                    <a:pt x="35695" y="7"/>
                    <a:pt x="35659" y="21"/>
                  </a:cubicBezTo>
                  <a:lnTo>
                    <a:pt x="300" y="20369"/>
                  </a:lnTo>
                  <a:cubicBezTo>
                    <a:pt x="100" y="20469"/>
                    <a:pt x="0" y="20669"/>
                    <a:pt x="0" y="20903"/>
                  </a:cubicBezTo>
                  <a:lnTo>
                    <a:pt x="0" y="21336"/>
                  </a:lnTo>
                  <a:cubicBezTo>
                    <a:pt x="0" y="21468"/>
                    <a:pt x="103" y="21558"/>
                    <a:pt x="228" y="21558"/>
                  </a:cubicBezTo>
                  <a:cubicBezTo>
                    <a:pt x="262" y="21558"/>
                    <a:pt x="298" y="21551"/>
                    <a:pt x="334" y="21537"/>
                  </a:cubicBezTo>
                  <a:lnTo>
                    <a:pt x="35692" y="1189"/>
                  </a:lnTo>
                  <a:cubicBezTo>
                    <a:pt x="35892" y="1089"/>
                    <a:pt x="35993" y="855"/>
                    <a:pt x="35993" y="622"/>
                  </a:cubicBezTo>
                  <a:lnTo>
                    <a:pt x="35993" y="221"/>
                  </a:lnTo>
                  <a:cubicBezTo>
                    <a:pt x="35993" y="90"/>
                    <a:pt x="35889" y="0"/>
                    <a:pt x="35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2279;p61">
              <a:extLst>
                <a:ext uri="{FF2B5EF4-FFF2-40B4-BE49-F238E27FC236}">
                  <a16:creationId xmlns:a16="http://schemas.microsoft.com/office/drawing/2014/main" id="{1C2D8050-58E0-D371-08AB-33DEE25B203C}"/>
                </a:ext>
              </a:extLst>
            </p:cNvPr>
            <p:cNvSpPr/>
            <p:nvPr/>
          </p:nvSpPr>
          <p:spPr>
            <a:xfrm>
              <a:off x="3868775" y="1455950"/>
              <a:ext cx="713850" cy="431025"/>
            </a:xfrm>
            <a:custGeom>
              <a:avLst/>
              <a:gdLst/>
              <a:ahLst/>
              <a:cxnLst/>
              <a:rect l="l" t="t" r="r" b="b"/>
              <a:pathLst>
                <a:path w="28554" h="17241" extrusionOk="0">
                  <a:moveTo>
                    <a:pt x="28312" y="1"/>
                  </a:moveTo>
                  <a:cubicBezTo>
                    <a:pt x="28280" y="1"/>
                    <a:pt x="28249" y="8"/>
                    <a:pt x="28220" y="22"/>
                  </a:cubicBezTo>
                  <a:lnTo>
                    <a:pt x="300" y="16067"/>
                  </a:lnTo>
                  <a:cubicBezTo>
                    <a:pt x="100" y="16167"/>
                    <a:pt x="0" y="16367"/>
                    <a:pt x="0" y="16600"/>
                  </a:cubicBezTo>
                  <a:lnTo>
                    <a:pt x="0" y="17034"/>
                  </a:lnTo>
                  <a:cubicBezTo>
                    <a:pt x="0" y="17155"/>
                    <a:pt x="88" y="17241"/>
                    <a:pt x="200" y="17241"/>
                  </a:cubicBezTo>
                  <a:cubicBezTo>
                    <a:pt x="242" y="17241"/>
                    <a:pt x="288" y="17228"/>
                    <a:pt x="334" y="17201"/>
                  </a:cubicBezTo>
                  <a:lnTo>
                    <a:pt x="28220" y="1189"/>
                  </a:lnTo>
                  <a:cubicBezTo>
                    <a:pt x="28420" y="1089"/>
                    <a:pt x="28554" y="856"/>
                    <a:pt x="28554" y="622"/>
                  </a:cubicBezTo>
                  <a:lnTo>
                    <a:pt x="28554" y="222"/>
                  </a:lnTo>
                  <a:cubicBezTo>
                    <a:pt x="28554" y="91"/>
                    <a:pt x="28430" y="1"/>
                    <a:pt x="28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2280;p61">
              <a:extLst>
                <a:ext uri="{FF2B5EF4-FFF2-40B4-BE49-F238E27FC236}">
                  <a16:creationId xmlns:a16="http://schemas.microsoft.com/office/drawing/2014/main" id="{1B77CDA9-6B98-B090-E796-F3134C9ADE1D}"/>
                </a:ext>
              </a:extLst>
            </p:cNvPr>
            <p:cNvSpPr/>
            <p:nvPr/>
          </p:nvSpPr>
          <p:spPr>
            <a:xfrm>
              <a:off x="3248325" y="2111425"/>
              <a:ext cx="586275" cy="357650"/>
            </a:xfrm>
            <a:custGeom>
              <a:avLst/>
              <a:gdLst/>
              <a:ahLst/>
              <a:cxnLst/>
              <a:rect l="l" t="t" r="r" b="b"/>
              <a:pathLst>
                <a:path w="23451" h="14306" extrusionOk="0">
                  <a:moveTo>
                    <a:pt x="23205" y="1"/>
                  </a:moveTo>
                  <a:cubicBezTo>
                    <a:pt x="23176" y="1"/>
                    <a:pt x="23145" y="7"/>
                    <a:pt x="23117" y="22"/>
                  </a:cubicBezTo>
                  <a:lnTo>
                    <a:pt x="334" y="13131"/>
                  </a:lnTo>
                  <a:cubicBezTo>
                    <a:pt x="134" y="13264"/>
                    <a:pt x="0" y="13465"/>
                    <a:pt x="0" y="13698"/>
                  </a:cubicBezTo>
                  <a:lnTo>
                    <a:pt x="0" y="14098"/>
                  </a:lnTo>
                  <a:cubicBezTo>
                    <a:pt x="0" y="14219"/>
                    <a:pt x="106" y="14305"/>
                    <a:pt x="214" y="14305"/>
                  </a:cubicBezTo>
                  <a:cubicBezTo>
                    <a:pt x="256" y="14305"/>
                    <a:pt x="297" y="14293"/>
                    <a:pt x="334" y="14265"/>
                  </a:cubicBezTo>
                  <a:lnTo>
                    <a:pt x="23117" y="1189"/>
                  </a:lnTo>
                  <a:cubicBezTo>
                    <a:pt x="23317" y="1056"/>
                    <a:pt x="23451" y="856"/>
                    <a:pt x="23451" y="622"/>
                  </a:cubicBezTo>
                  <a:lnTo>
                    <a:pt x="23451" y="222"/>
                  </a:lnTo>
                  <a:cubicBezTo>
                    <a:pt x="23424" y="91"/>
                    <a:pt x="23316" y="1"/>
                    <a:pt x="2320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2281;p61">
              <a:extLst>
                <a:ext uri="{FF2B5EF4-FFF2-40B4-BE49-F238E27FC236}">
                  <a16:creationId xmlns:a16="http://schemas.microsoft.com/office/drawing/2014/main" id="{068B638A-0411-4CEA-4FC2-7429EFB786AC}"/>
                </a:ext>
              </a:extLst>
            </p:cNvPr>
            <p:cNvSpPr/>
            <p:nvPr/>
          </p:nvSpPr>
          <p:spPr>
            <a:xfrm>
              <a:off x="3248325" y="1361250"/>
              <a:ext cx="586275" cy="357975"/>
            </a:xfrm>
            <a:custGeom>
              <a:avLst/>
              <a:gdLst/>
              <a:ahLst/>
              <a:cxnLst/>
              <a:rect l="l" t="t" r="r" b="b"/>
              <a:pathLst>
                <a:path w="23451" h="14319" extrusionOk="0">
                  <a:moveTo>
                    <a:pt x="23237" y="1"/>
                  </a:moveTo>
                  <a:cubicBezTo>
                    <a:pt x="23195" y="1"/>
                    <a:pt x="23154" y="13"/>
                    <a:pt x="23117" y="41"/>
                  </a:cubicBezTo>
                  <a:lnTo>
                    <a:pt x="334" y="13117"/>
                  </a:lnTo>
                  <a:cubicBezTo>
                    <a:pt x="134" y="13250"/>
                    <a:pt x="0" y="13450"/>
                    <a:pt x="0" y="13684"/>
                  </a:cubicBezTo>
                  <a:lnTo>
                    <a:pt x="0" y="14084"/>
                  </a:lnTo>
                  <a:cubicBezTo>
                    <a:pt x="0" y="14211"/>
                    <a:pt x="116" y="14319"/>
                    <a:pt x="231" y="14319"/>
                  </a:cubicBezTo>
                  <a:cubicBezTo>
                    <a:pt x="267" y="14319"/>
                    <a:pt x="302" y="14308"/>
                    <a:pt x="334" y="14284"/>
                  </a:cubicBezTo>
                  <a:lnTo>
                    <a:pt x="23117" y="1175"/>
                  </a:lnTo>
                  <a:cubicBezTo>
                    <a:pt x="23317" y="1075"/>
                    <a:pt x="23451" y="841"/>
                    <a:pt x="23451" y="641"/>
                  </a:cubicBezTo>
                  <a:lnTo>
                    <a:pt x="23451" y="207"/>
                  </a:lnTo>
                  <a:cubicBezTo>
                    <a:pt x="23451" y="86"/>
                    <a:pt x="23345" y="1"/>
                    <a:pt x="2323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2282;p61">
              <a:extLst>
                <a:ext uri="{FF2B5EF4-FFF2-40B4-BE49-F238E27FC236}">
                  <a16:creationId xmlns:a16="http://schemas.microsoft.com/office/drawing/2014/main" id="{3E0B6CD4-3257-9360-08D6-FD79D1B49CA3}"/>
                </a:ext>
              </a:extLst>
            </p:cNvPr>
            <p:cNvSpPr/>
            <p:nvPr/>
          </p:nvSpPr>
          <p:spPr>
            <a:xfrm>
              <a:off x="3248325" y="2312550"/>
              <a:ext cx="1584500" cy="1476450"/>
            </a:xfrm>
            <a:custGeom>
              <a:avLst/>
              <a:gdLst/>
              <a:ahLst/>
              <a:cxnLst/>
              <a:rect l="l" t="t" r="r" b="b"/>
              <a:pathLst>
                <a:path w="63380" h="59058" extrusionOk="0">
                  <a:moveTo>
                    <a:pt x="62482" y="1"/>
                  </a:moveTo>
                  <a:cubicBezTo>
                    <a:pt x="62337" y="1"/>
                    <a:pt x="62187" y="37"/>
                    <a:pt x="62045" y="116"/>
                  </a:cubicBezTo>
                  <a:lnTo>
                    <a:pt x="1335" y="35074"/>
                  </a:lnTo>
                  <a:cubicBezTo>
                    <a:pt x="501" y="35541"/>
                    <a:pt x="0" y="36408"/>
                    <a:pt x="0" y="37342"/>
                  </a:cubicBezTo>
                  <a:lnTo>
                    <a:pt x="0" y="58157"/>
                  </a:lnTo>
                  <a:cubicBezTo>
                    <a:pt x="0" y="58683"/>
                    <a:pt x="413" y="59058"/>
                    <a:pt x="873" y="59058"/>
                  </a:cubicBezTo>
                  <a:cubicBezTo>
                    <a:pt x="1026" y="59058"/>
                    <a:pt x="1185" y="59016"/>
                    <a:pt x="1335" y="58925"/>
                  </a:cubicBezTo>
                  <a:lnTo>
                    <a:pt x="62078" y="23966"/>
                  </a:lnTo>
                  <a:cubicBezTo>
                    <a:pt x="62879" y="23499"/>
                    <a:pt x="63379" y="22632"/>
                    <a:pt x="63379" y="21731"/>
                  </a:cubicBezTo>
                  <a:lnTo>
                    <a:pt x="63379" y="883"/>
                  </a:lnTo>
                  <a:cubicBezTo>
                    <a:pt x="63379" y="374"/>
                    <a:pt x="62952" y="1"/>
                    <a:pt x="6248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2283;p61">
              <a:extLst>
                <a:ext uri="{FF2B5EF4-FFF2-40B4-BE49-F238E27FC236}">
                  <a16:creationId xmlns:a16="http://schemas.microsoft.com/office/drawing/2014/main" id="{FEB53380-AFEF-A933-3639-BE4140F3BF6F}"/>
                </a:ext>
              </a:extLst>
            </p:cNvPr>
            <p:cNvSpPr/>
            <p:nvPr/>
          </p:nvSpPr>
          <p:spPr>
            <a:xfrm>
              <a:off x="3248325" y="2312550"/>
              <a:ext cx="1584500" cy="1476450"/>
            </a:xfrm>
            <a:custGeom>
              <a:avLst/>
              <a:gdLst/>
              <a:ahLst/>
              <a:cxnLst/>
              <a:rect l="l" t="t" r="r" b="b"/>
              <a:pathLst>
                <a:path w="63380" h="59058" extrusionOk="0">
                  <a:moveTo>
                    <a:pt x="62482" y="1"/>
                  </a:moveTo>
                  <a:cubicBezTo>
                    <a:pt x="62337" y="1"/>
                    <a:pt x="62187" y="37"/>
                    <a:pt x="62045" y="116"/>
                  </a:cubicBezTo>
                  <a:lnTo>
                    <a:pt x="1335" y="35074"/>
                  </a:lnTo>
                  <a:cubicBezTo>
                    <a:pt x="501" y="35541"/>
                    <a:pt x="0" y="36408"/>
                    <a:pt x="0" y="37342"/>
                  </a:cubicBezTo>
                  <a:lnTo>
                    <a:pt x="0" y="58157"/>
                  </a:lnTo>
                  <a:cubicBezTo>
                    <a:pt x="0" y="58683"/>
                    <a:pt x="413" y="59058"/>
                    <a:pt x="873" y="59058"/>
                  </a:cubicBezTo>
                  <a:cubicBezTo>
                    <a:pt x="1026" y="59058"/>
                    <a:pt x="1185" y="59016"/>
                    <a:pt x="1335" y="58925"/>
                  </a:cubicBezTo>
                  <a:lnTo>
                    <a:pt x="62078" y="23966"/>
                  </a:lnTo>
                  <a:cubicBezTo>
                    <a:pt x="62879" y="23499"/>
                    <a:pt x="63379" y="22632"/>
                    <a:pt x="63379" y="21731"/>
                  </a:cubicBezTo>
                  <a:lnTo>
                    <a:pt x="63379" y="883"/>
                  </a:lnTo>
                  <a:cubicBezTo>
                    <a:pt x="63379" y="374"/>
                    <a:pt x="62952" y="1"/>
                    <a:pt x="624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2284;p61">
              <a:extLst>
                <a:ext uri="{FF2B5EF4-FFF2-40B4-BE49-F238E27FC236}">
                  <a16:creationId xmlns:a16="http://schemas.microsoft.com/office/drawing/2014/main" id="{4CB5BEF5-3F26-A9E3-68F3-D46892A9D602}"/>
                </a:ext>
              </a:extLst>
            </p:cNvPr>
            <p:cNvSpPr/>
            <p:nvPr/>
          </p:nvSpPr>
          <p:spPr>
            <a:xfrm>
              <a:off x="3308375" y="2956750"/>
              <a:ext cx="517875" cy="734550"/>
            </a:xfrm>
            <a:custGeom>
              <a:avLst/>
              <a:gdLst/>
              <a:ahLst/>
              <a:cxnLst/>
              <a:rect l="l" t="t" r="r" b="b"/>
              <a:pathLst>
                <a:path w="20715" h="29382" extrusionOk="0">
                  <a:moveTo>
                    <a:pt x="20027" y="1"/>
                  </a:moveTo>
                  <a:cubicBezTo>
                    <a:pt x="19910" y="1"/>
                    <a:pt x="19791" y="32"/>
                    <a:pt x="19681" y="100"/>
                  </a:cubicBezTo>
                  <a:lnTo>
                    <a:pt x="1001" y="10807"/>
                  </a:lnTo>
                  <a:cubicBezTo>
                    <a:pt x="367" y="11174"/>
                    <a:pt x="0" y="11841"/>
                    <a:pt x="0" y="12575"/>
                  </a:cubicBezTo>
                  <a:lnTo>
                    <a:pt x="0" y="28687"/>
                  </a:lnTo>
                  <a:cubicBezTo>
                    <a:pt x="0" y="29091"/>
                    <a:pt x="326" y="29381"/>
                    <a:pt x="688" y="29381"/>
                  </a:cubicBezTo>
                  <a:cubicBezTo>
                    <a:pt x="803" y="29381"/>
                    <a:pt x="921" y="29352"/>
                    <a:pt x="1034" y="29287"/>
                  </a:cubicBezTo>
                  <a:lnTo>
                    <a:pt x="19681" y="18546"/>
                  </a:lnTo>
                  <a:cubicBezTo>
                    <a:pt x="20315" y="18179"/>
                    <a:pt x="20715" y="17512"/>
                    <a:pt x="20715" y="16778"/>
                  </a:cubicBezTo>
                  <a:lnTo>
                    <a:pt x="20715" y="667"/>
                  </a:lnTo>
                  <a:cubicBezTo>
                    <a:pt x="20690" y="269"/>
                    <a:pt x="20368" y="1"/>
                    <a:pt x="20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2285;p61">
              <a:extLst>
                <a:ext uri="{FF2B5EF4-FFF2-40B4-BE49-F238E27FC236}">
                  <a16:creationId xmlns:a16="http://schemas.microsoft.com/office/drawing/2014/main" id="{995ACEDD-2442-9A81-C246-D44B31B9428E}"/>
                </a:ext>
              </a:extLst>
            </p:cNvPr>
            <p:cNvSpPr/>
            <p:nvPr/>
          </p:nvSpPr>
          <p:spPr>
            <a:xfrm>
              <a:off x="3556050" y="3238675"/>
              <a:ext cx="270200" cy="322675"/>
            </a:xfrm>
            <a:custGeom>
              <a:avLst/>
              <a:gdLst/>
              <a:ahLst/>
              <a:cxnLst/>
              <a:rect l="l" t="t" r="r" b="b"/>
              <a:pathLst>
                <a:path w="10808" h="12907" extrusionOk="0">
                  <a:moveTo>
                    <a:pt x="7081" y="0"/>
                  </a:moveTo>
                  <a:cubicBezTo>
                    <a:pt x="6600" y="0"/>
                    <a:pt x="5941" y="499"/>
                    <a:pt x="5604" y="1198"/>
                  </a:cubicBezTo>
                  <a:lnTo>
                    <a:pt x="3269" y="6068"/>
                  </a:lnTo>
                  <a:lnTo>
                    <a:pt x="0" y="12906"/>
                  </a:lnTo>
                  <a:lnTo>
                    <a:pt x="6538" y="9137"/>
                  </a:lnTo>
                  <a:lnTo>
                    <a:pt x="9774" y="7269"/>
                  </a:lnTo>
                  <a:cubicBezTo>
                    <a:pt x="10408" y="6902"/>
                    <a:pt x="10808" y="6235"/>
                    <a:pt x="10808" y="5501"/>
                  </a:cubicBezTo>
                  <a:lnTo>
                    <a:pt x="10808" y="3300"/>
                  </a:lnTo>
                  <a:lnTo>
                    <a:pt x="7439" y="131"/>
                  </a:lnTo>
                  <a:cubicBezTo>
                    <a:pt x="7342" y="41"/>
                    <a:pt x="7219" y="0"/>
                    <a:pt x="708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2286;p61">
              <a:extLst>
                <a:ext uri="{FF2B5EF4-FFF2-40B4-BE49-F238E27FC236}">
                  <a16:creationId xmlns:a16="http://schemas.microsoft.com/office/drawing/2014/main" id="{29EBC6E9-E57C-4D9D-E83D-9409924BC412}"/>
                </a:ext>
              </a:extLst>
            </p:cNvPr>
            <p:cNvSpPr/>
            <p:nvPr/>
          </p:nvSpPr>
          <p:spPr>
            <a:xfrm>
              <a:off x="3308375" y="3272750"/>
              <a:ext cx="411150" cy="418550"/>
            </a:xfrm>
            <a:custGeom>
              <a:avLst/>
              <a:gdLst/>
              <a:ahLst/>
              <a:cxnLst/>
              <a:rect l="l" t="t" r="r" b="b"/>
              <a:pathLst>
                <a:path w="16446" h="16742" extrusionOk="0">
                  <a:moveTo>
                    <a:pt x="7868" y="0"/>
                  </a:moveTo>
                  <a:cubicBezTo>
                    <a:pt x="7390" y="0"/>
                    <a:pt x="6746" y="476"/>
                    <a:pt x="6438" y="1169"/>
                  </a:cubicBezTo>
                  <a:lnTo>
                    <a:pt x="0" y="14579"/>
                  </a:lnTo>
                  <a:lnTo>
                    <a:pt x="0" y="16047"/>
                  </a:lnTo>
                  <a:cubicBezTo>
                    <a:pt x="0" y="16451"/>
                    <a:pt x="326" y="16741"/>
                    <a:pt x="688" y="16741"/>
                  </a:cubicBezTo>
                  <a:cubicBezTo>
                    <a:pt x="803" y="16741"/>
                    <a:pt x="921" y="16712"/>
                    <a:pt x="1034" y="16647"/>
                  </a:cubicBezTo>
                  <a:lnTo>
                    <a:pt x="9907" y="11543"/>
                  </a:lnTo>
                  <a:lnTo>
                    <a:pt x="16445" y="7774"/>
                  </a:lnTo>
                  <a:lnTo>
                    <a:pt x="13176" y="4705"/>
                  </a:lnTo>
                  <a:lnTo>
                    <a:pt x="8239" y="135"/>
                  </a:lnTo>
                  <a:cubicBezTo>
                    <a:pt x="8139" y="43"/>
                    <a:pt x="8011" y="0"/>
                    <a:pt x="78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2287;p61">
              <a:extLst>
                <a:ext uri="{FF2B5EF4-FFF2-40B4-BE49-F238E27FC236}">
                  <a16:creationId xmlns:a16="http://schemas.microsoft.com/office/drawing/2014/main" id="{9476C67D-4E9A-E1DE-2AEF-509194093B56}"/>
                </a:ext>
              </a:extLst>
            </p:cNvPr>
            <p:cNvSpPr/>
            <p:nvPr/>
          </p:nvSpPr>
          <p:spPr>
            <a:xfrm>
              <a:off x="3659450" y="3074825"/>
              <a:ext cx="119275" cy="137625"/>
            </a:xfrm>
            <a:custGeom>
              <a:avLst/>
              <a:gdLst/>
              <a:ahLst/>
              <a:cxnLst/>
              <a:rect l="l" t="t" r="r" b="b"/>
              <a:pathLst>
                <a:path w="4771" h="5505" extrusionOk="0">
                  <a:moveTo>
                    <a:pt x="3590" y="1"/>
                  </a:moveTo>
                  <a:cubicBezTo>
                    <a:pt x="3233" y="1"/>
                    <a:pt x="2816" y="123"/>
                    <a:pt x="2369" y="380"/>
                  </a:cubicBezTo>
                  <a:cubicBezTo>
                    <a:pt x="1068" y="1114"/>
                    <a:pt x="1" y="2815"/>
                    <a:pt x="1" y="4116"/>
                  </a:cubicBezTo>
                  <a:cubicBezTo>
                    <a:pt x="1" y="5015"/>
                    <a:pt x="485" y="5505"/>
                    <a:pt x="1198" y="5505"/>
                  </a:cubicBezTo>
                  <a:cubicBezTo>
                    <a:pt x="1544" y="5505"/>
                    <a:pt x="1944" y="5390"/>
                    <a:pt x="2369" y="5150"/>
                  </a:cubicBezTo>
                  <a:cubicBezTo>
                    <a:pt x="3703" y="4383"/>
                    <a:pt x="4771" y="2682"/>
                    <a:pt x="4771" y="1348"/>
                  </a:cubicBezTo>
                  <a:cubicBezTo>
                    <a:pt x="4771" y="482"/>
                    <a:pt x="4299" y="1"/>
                    <a:pt x="359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2288;p61">
              <a:extLst>
                <a:ext uri="{FF2B5EF4-FFF2-40B4-BE49-F238E27FC236}">
                  <a16:creationId xmlns:a16="http://schemas.microsoft.com/office/drawing/2014/main" id="{E796069E-BC84-F6AF-1F90-39F9311D8956}"/>
                </a:ext>
              </a:extLst>
            </p:cNvPr>
            <p:cNvSpPr/>
            <p:nvPr/>
          </p:nvSpPr>
          <p:spPr>
            <a:xfrm>
              <a:off x="3868775" y="2623475"/>
              <a:ext cx="899825" cy="538100"/>
            </a:xfrm>
            <a:custGeom>
              <a:avLst/>
              <a:gdLst/>
              <a:ahLst/>
              <a:cxnLst/>
              <a:rect l="l" t="t" r="r" b="b"/>
              <a:pathLst>
                <a:path w="35993" h="21524" extrusionOk="0">
                  <a:moveTo>
                    <a:pt x="35764" y="0"/>
                  </a:moveTo>
                  <a:cubicBezTo>
                    <a:pt x="35730" y="0"/>
                    <a:pt x="35695" y="7"/>
                    <a:pt x="35659" y="21"/>
                  </a:cubicBezTo>
                  <a:lnTo>
                    <a:pt x="300" y="20369"/>
                  </a:lnTo>
                  <a:cubicBezTo>
                    <a:pt x="100" y="20469"/>
                    <a:pt x="0" y="20702"/>
                    <a:pt x="0" y="20936"/>
                  </a:cubicBezTo>
                  <a:lnTo>
                    <a:pt x="0" y="21303"/>
                  </a:lnTo>
                  <a:cubicBezTo>
                    <a:pt x="0" y="21434"/>
                    <a:pt x="103" y="21524"/>
                    <a:pt x="228" y="21524"/>
                  </a:cubicBezTo>
                  <a:cubicBezTo>
                    <a:pt x="262" y="21524"/>
                    <a:pt x="298" y="21517"/>
                    <a:pt x="334" y="21503"/>
                  </a:cubicBezTo>
                  <a:lnTo>
                    <a:pt x="35692" y="1188"/>
                  </a:lnTo>
                  <a:cubicBezTo>
                    <a:pt x="35892" y="1055"/>
                    <a:pt x="35993" y="855"/>
                    <a:pt x="35993" y="621"/>
                  </a:cubicBezTo>
                  <a:lnTo>
                    <a:pt x="35993" y="221"/>
                  </a:lnTo>
                  <a:cubicBezTo>
                    <a:pt x="35993" y="90"/>
                    <a:pt x="35889" y="0"/>
                    <a:pt x="35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2289;p61">
              <a:extLst>
                <a:ext uri="{FF2B5EF4-FFF2-40B4-BE49-F238E27FC236}">
                  <a16:creationId xmlns:a16="http://schemas.microsoft.com/office/drawing/2014/main" id="{FADC6462-A43F-9B3B-D48C-C88318C30A7A}"/>
                </a:ext>
              </a:extLst>
            </p:cNvPr>
            <p:cNvSpPr/>
            <p:nvPr/>
          </p:nvSpPr>
          <p:spPr>
            <a:xfrm>
              <a:off x="3868775" y="2696375"/>
              <a:ext cx="899825" cy="538600"/>
            </a:xfrm>
            <a:custGeom>
              <a:avLst/>
              <a:gdLst/>
              <a:ahLst/>
              <a:cxnLst/>
              <a:rect l="l" t="t" r="r" b="b"/>
              <a:pathLst>
                <a:path w="35993" h="21544" extrusionOk="0">
                  <a:moveTo>
                    <a:pt x="35793" y="0"/>
                  </a:moveTo>
                  <a:cubicBezTo>
                    <a:pt x="35751" y="0"/>
                    <a:pt x="35705" y="13"/>
                    <a:pt x="35659" y="40"/>
                  </a:cubicBezTo>
                  <a:lnTo>
                    <a:pt x="300" y="20355"/>
                  </a:lnTo>
                  <a:cubicBezTo>
                    <a:pt x="100" y="20488"/>
                    <a:pt x="0" y="20689"/>
                    <a:pt x="0" y="20922"/>
                  </a:cubicBezTo>
                  <a:lnTo>
                    <a:pt x="0" y="21322"/>
                  </a:lnTo>
                  <a:cubicBezTo>
                    <a:pt x="0" y="21453"/>
                    <a:pt x="103" y="21543"/>
                    <a:pt x="228" y="21543"/>
                  </a:cubicBezTo>
                  <a:cubicBezTo>
                    <a:pt x="262" y="21543"/>
                    <a:pt x="298" y="21537"/>
                    <a:pt x="334" y="21522"/>
                  </a:cubicBezTo>
                  <a:lnTo>
                    <a:pt x="35692" y="1175"/>
                  </a:lnTo>
                  <a:cubicBezTo>
                    <a:pt x="35892" y="1074"/>
                    <a:pt x="35993" y="841"/>
                    <a:pt x="35993" y="641"/>
                  </a:cubicBezTo>
                  <a:lnTo>
                    <a:pt x="35993" y="207"/>
                  </a:lnTo>
                  <a:cubicBezTo>
                    <a:pt x="35993" y="86"/>
                    <a:pt x="35905" y="0"/>
                    <a:pt x="357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2290;p61">
              <a:extLst>
                <a:ext uri="{FF2B5EF4-FFF2-40B4-BE49-F238E27FC236}">
                  <a16:creationId xmlns:a16="http://schemas.microsoft.com/office/drawing/2014/main" id="{297D8150-C53B-5A27-0436-7CECF2F75B31}"/>
                </a:ext>
              </a:extLst>
            </p:cNvPr>
            <p:cNvSpPr/>
            <p:nvPr/>
          </p:nvSpPr>
          <p:spPr>
            <a:xfrm>
              <a:off x="3868775" y="2477875"/>
              <a:ext cx="899825" cy="538600"/>
            </a:xfrm>
            <a:custGeom>
              <a:avLst/>
              <a:gdLst/>
              <a:ahLst/>
              <a:cxnLst/>
              <a:rect l="l" t="t" r="r" b="b"/>
              <a:pathLst>
                <a:path w="35993" h="21544" extrusionOk="0">
                  <a:moveTo>
                    <a:pt x="35793" y="1"/>
                  </a:moveTo>
                  <a:cubicBezTo>
                    <a:pt x="35751" y="1"/>
                    <a:pt x="35705" y="13"/>
                    <a:pt x="35659" y="41"/>
                  </a:cubicBezTo>
                  <a:lnTo>
                    <a:pt x="300" y="20355"/>
                  </a:lnTo>
                  <a:cubicBezTo>
                    <a:pt x="100" y="20489"/>
                    <a:pt x="0" y="20689"/>
                    <a:pt x="0" y="20922"/>
                  </a:cubicBezTo>
                  <a:lnTo>
                    <a:pt x="0" y="21323"/>
                  </a:lnTo>
                  <a:cubicBezTo>
                    <a:pt x="0" y="21454"/>
                    <a:pt x="103" y="21544"/>
                    <a:pt x="228" y="21544"/>
                  </a:cubicBezTo>
                  <a:cubicBezTo>
                    <a:pt x="262" y="21544"/>
                    <a:pt x="298" y="21537"/>
                    <a:pt x="334" y="21523"/>
                  </a:cubicBezTo>
                  <a:lnTo>
                    <a:pt x="35692" y="1175"/>
                  </a:lnTo>
                  <a:cubicBezTo>
                    <a:pt x="35892" y="1075"/>
                    <a:pt x="35993" y="875"/>
                    <a:pt x="35993" y="641"/>
                  </a:cubicBezTo>
                  <a:lnTo>
                    <a:pt x="35993" y="208"/>
                  </a:lnTo>
                  <a:cubicBezTo>
                    <a:pt x="35993" y="87"/>
                    <a:pt x="35905" y="1"/>
                    <a:pt x="357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2291;p61">
              <a:extLst>
                <a:ext uri="{FF2B5EF4-FFF2-40B4-BE49-F238E27FC236}">
                  <a16:creationId xmlns:a16="http://schemas.microsoft.com/office/drawing/2014/main" id="{CC1E7221-BD28-9AA0-49A7-15A24B872387}"/>
                </a:ext>
              </a:extLst>
            </p:cNvPr>
            <p:cNvSpPr/>
            <p:nvPr/>
          </p:nvSpPr>
          <p:spPr>
            <a:xfrm>
              <a:off x="3868775" y="2550450"/>
              <a:ext cx="899825" cy="539050"/>
            </a:xfrm>
            <a:custGeom>
              <a:avLst/>
              <a:gdLst/>
              <a:ahLst/>
              <a:cxnLst/>
              <a:rect l="l" t="t" r="r" b="b"/>
              <a:pathLst>
                <a:path w="35993" h="21562" extrusionOk="0">
                  <a:moveTo>
                    <a:pt x="35790" y="1"/>
                  </a:moveTo>
                  <a:cubicBezTo>
                    <a:pt x="35748" y="1"/>
                    <a:pt x="35704" y="13"/>
                    <a:pt x="35659" y="40"/>
                  </a:cubicBezTo>
                  <a:lnTo>
                    <a:pt x="300" y="20354"/>
                  </a:lnTo>
                  <a:cubicBezTo>
                    <a:pt x="100" y="20488"/>
                    <a:pt x="0" y="20688"/>
                    <a:pt x="0" y="20922"/>
                  </a:cubicBezTo>
                  <a:lnTo>
                    <a:pt x="0" y="21355"/>
                  </a:lnTo>
                  <a:cubicBezTo>
                    <a:pt x="0" y="21476"/>
                    <a:pt x="88" y="21562"/>
                    <a:pt x="200" y="21562"/>
                  </a:cubicBezTo>
                  <a:cubicBezTo>
                    <a:pt x="242" y="21562"/>
                    <a:pt x="288" y="21549"/>
                    <a:pt x="334" y="21522"/>
                  </a:cubicBezTo>
                  <a:lnTo>
                    <a:pt x="35692" y="1207"/>
                  </a:lnTo>
                  <a:cubicBezTo>
                    <a:pt x="35892" y="1074"/>
                    <a:pt x="35993" y="874"/>
                    <a:pt x="35993" y="640"/>
                  </a:cubicBezTo>
                  <a:lnTo>
                    <a:pt x="35993" y="240"/>
                  </a:lnTo>
                  <a:cubicBezTo>
                    <a:pt x="35993" y="94"/>
                    <a:pt x="35903" y="1"/>
                    <a:pt x="357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2292;p61">
              <a:extLst>
                <a:ext uri="{FF2B5EF4-FFF2-40B4-BE49-F238E27FC236}">
                  <a16:creationId xmlns:a16="http://schemas.microsoft.com/office/drawing/2014/main" id="{8B1DD45F-A486-0E7A-2FF7-9FC3D6586839}"/>
                </a:ext>
              </a:extLst>
            </p:cNvPr>
            <p:cNvSpPr/>
            <p:nvPr/>
          </p:nvSpPr>
          <p:spPr>
            <a:xfrm>
              <a:off x="3868775" y="2876525"/>
              <a:ext cx="713850" cy="431000"/>
            </a:xfrm>
            <a:custGeom>
              <a:avLst/>
              <a:gdLst/>
              <a:ahLst/>
              <a:cxnLst/>
              <a:rect l="l" t="t" r="r" b="b"/>
              <a:pathLst>
                <a:path w="28554" h="17240" extrusionOk="0">
                  <a:moveTo>
                    <a:pt x="28337" y="0"/>
                  </a:moveTo>
                  <a:cubicBezTo>
                    <a:pt x="28297" y="0"/>
                    <a:pt x="28256" y="13"/>
                    <a:pt x="28220" y="40"/>
                  </a:cubicBezTo>
                  <a:lnTo>
                    <a:pt x="300" y="16051"/>
                  </a:lnTo>
                  <a:cubicBezTo>
                    <a:pt x="100" y="16184"/>
                    <a:pt x="0" y="16385"/>
                    <a:pt x="0" y="16618"/>
                  </a:cubicBezTo>
                  <a:lnTo>
                    <a:pt x="0" y="17018"/>
                  </a:lnTo>
                  <a:cubicBezTo>
                    <a:pt x="0" y="17150"/>
                    <a:pt x="103" y="17239"/>
                    <a:pt x="228" y="17239"/>
                  </a:cubicBezTo>
                  <a:cubicBezTo>
                    <a:pt x="262" y="17239"/>
                    <a:pt x="298" y="17233"/>
                    <a:pt x="334" y="17219"/>
                  </a:cubicBezTo>
                  <a:lnTo>
                    <a:pt x="28220" y="1207"/>
                  </a:lnTo>
                  <a:cubicBezTo>
                    <a:pt x="28420" y="1074"/>
                    <a:pt x="28554" y="874"/>
                    <a:pt x="28554" y="640"/>
                  </a:cubicBezTo>
                  <a:lnTo>
                    <a:pt x="28554" y="240"/>
                  </a:lnTo>
                  <a:cubicBezTo>
                    <a:pt x="28554" y="93"/>
                    <a:pt x="28447" y="0"/>
                    <a:pt x="283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2293;p61">
              <a:extLst>
                <a:ext uri="{FF2B5EF4-FFF2-40B4-BE49-F238E27FC236}">
                  <a16:creationId xmlns:a16="http://schemas.microsoft.com/office/drawing/2014/main" id="{5DAE6CB8-F7B5-1172-4041-F60EE9E4BA92}"/>
                </a:ext>
              </a:extLst>
            </p:cNvPr>
            <p:cNvSpPr/>
            <p:nvPr/>
          </p:nvSpPr>
          <p:spPr>
            <a:xfrm>
              <a:off x="4554250" y="772000"/>
              <a:ext cx="56750" cy="65300"/>
            </a:xfrm>
            <a:custGeom>
              <a:avLst/>
              <a:gdLst/>
              <a:ahLst/>
              <a:cxnLst/>
              <a:rect l="l" t="t" r="r" b="b"/>
              <a:pathLst>
                <a:path w="2270" h="2612" extrusionOk="0">
                  <a:moveTo>
                    <a:pt x="1709" y="1"/>
                  </a:moveTo>
                  <a:cubicBezTo>
                    <a:pt x="1544" y="1"/>
                    <a:pt x="1350" y="53"/>
                    <a:pt x="1135" y="160"/>
                  </a:cubicBezTo>
                  <a:cubicBezTo>
                    <a:pt x="501" y="561"/>
                    <a:pt x="67" y="1228"/>
                    <a:pt x="1" y="1962"/>
                  </a:cubicBezTo>
                  <a:cubicBezTo>
                    <a:pt x="1" y="2382"/>
                    <a:pt x="221" y="2612"/>
                    <a:pt x="554" y="2612"/>
                  </a:cubicBezTo>
                  <a:cubicBezTo>
                    <a:pt x="723" y="2612"/>
                    <a:pt x="921" y="2552"/>
                    <a:pt x="1135" y="2429"/>
                  </a:cubicBezTo>
                  <a:cubicBezTo>
                    <a:pt x="1769" y="2062"/>
                    <a:pt x="2202" y="1395"/>
                    <a:pt x="2269" y="661"/>
                  </a:cubicBezTo>
                  <a:cubicBezTo>
                    <a:pt x="2269" y="231"/>
                    <a:pt x="2055" y="1"/>
                    <a:pt x="17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2294;p61">
              <a:extLst>
                <a:ext uri="{FF2B5EF4-FFF2-40B4-BE49-F238E27FC236}">
                  <a16:creationId xmlns:a16="http://schemas.microsoft.com/office/drawing/2014/main" id="{8601BD83-4B6D-B92E-5876-F8E7D634C839}"/>
                </a:ext>
              </a:extLst>
            </p:cNvPr>
            <p:cNvSpPr/>
            <p:nvPr/>
          </p:nvSpPr>
          <p:spPr>
            <a:xfrm>
              <a:off x="4651825" y="715775"/>
              <a:ext cx="56725" cy="65650"/>
            </a:xfrm>
            <a:custGeom>
              <a:avLst/>
              <a:gdLst/>
              <a:ahLst/>
              <a:cxnLst/>
              <a:rect l="l" t="t" r="r" b="b"/>
              <a:pathLst>
                <a:path w="2269" h="2626" extrusionOk="0">
                  <a:moveTo>
                    <a:pt x="1680" y="0"/>
                  </a:moveTo>
                  <a:cubicBezTo>
                    <a:pt x="1516" y="0"/>
                    <a:pt x="1329" y="56"/>
                    <a:pt x="1135" y="174"/>
                  </a:cubicBezTo>
                  <a:cubicBezTo>
                    <a:pt x="468" y="575"/>
                    <a:pt x="67" y="1242"/>
                    <a:pt x="1" y="1976"/>
                  </a:cubicBezTo>
                  <a:cubicBezTo>
                    <a:pt x="1" y="2396"/>
                    <a:pt x="221" y="2626"/>
                    <a:pt x="554" y="2626"/>
                  </a:cubicBezTo>
                  <a:cubicBezTo>
                    <a:pt x="723" y="2626"/>
                    <a:pt x="921" y="2566"/>
                    <a:pt x="1135" y="2443"/>
                  </a:cubicBezTo>
                  <a:cubicBezTo>
                    <a:pt x="1768" y="2076"/>
                    <a:pt x="2169" y="1409"/>
                    <a:pt x="2269" y="675"/>
                  </a:cubicBezTo>
                  <a:cubicBezTo>
                    <a:pt x="2269" y="246"/>
                    <a:pt x="2024" y="0"/>
                    <a:pt x="16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2295;p61">
              <a:extLst>
                <a:ext uri="{FF2B5EF4-FFF2-40B4-BE49-F238E27FC236}">
                  <a16:creationId xmlns:a16="http://schemas.microsoft.com/office/drawing/2014/main" id="{512BB2C6-5219-CE68-5D4D-424494680969}"/>
                </a:ext>
              </a:extLst>
            </p:cNvPr>
            <p:cNvSpPr/>
            <p:nvPr/>
          </p:nvSpPr>
          <p:spPr>
            <a:xfrm>
              <a:off x="4748550" y="659875"/>
              <a:ext cx="56750" cy="65100"/>
            </a:xfrm>
            <a:custGeom>
              <a:avLst/>
              <a:gdLst/>
              <a:ahLst/>
              <a:cxnLst/>
              <a:rect l="l" t="t" r="r" b="b"/>
              <a:pathLst>
                <a:path w="2270" h="2604" extrusionOk="0">
                  <a:moveTo>
                    <a:pt x="1700" y="0"/>
                  </a:moveTo>
                  <a:cubicBezTo>
                    <a:pt x="1534" y="0"/>
                    <a:pt x="1342" y="56"/>
                    <a:pt x="1135" y="176"/>
                  </a:cubicBezTo>
                  <a:cubicBezTo>
                    <a:pt x="501" y="542"/>
                    <a:pt x="68" y="1210"/>
                    <a:pt x="1" y="1943"/>
                  </a:cubicBezTo>
                  <a:cubicBezTo>
                    <a:pt x="1" y="2373"/>
                    <a:pt x="231" y="2603"/>
                    <a:pt x="576" y="2603"/>
                  </a:cubicBezTo>
                  <a:cubicBezTo>
                    <a:pt x="741" y="2603"/>
                    <a:pt x="931" y="2551"/>
                    <a:pt x="1135" y="2444"/>
                  </a:cubicBezTo>
                  <a:cubicBezTo>
                    <a:pt x="1769" y="2044"/>
                    <a:pt x="2203" y="1376"/>
                    <a:pt x="2269" y="643"/>
                  </a:cubicBezTo>
                  <a:cubicBezTo>
                    <a:pt x="2269" y="238"/>
                    <a:pt x="2042" y="0"/>
                    <a:pt x="170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2296;p61">
              <a:extLst>
                <a:ext uri="{FF2B5EF4-FFF2-40B4-BE49-F238E27FC236}">
                  <a16:creationId xmlns:a16="http://schemas.microsoft.com/office/drawing/2014/main" id="{92BC53CF-79C0-D277-9059-EEA8A1A4D611}"/>
                </a:ext>
              </a:extLst>
            </p:cNvPr>
            <p:cNvSpPr/>
            <p:nvPr/>
          </p:nvSpPr>
          <p:spPr>
            <a:xfrm>
              <a:off x="4554250" y="772000"/>
              <a:ext cx="56750" cy="65300"/>
            </a:xfrm>
            <a:custGeom>
              <a:avLst/>
              <a:gdLst/>
              <a:ahLst/>
              <a:cxnLst/>
              <a:rect l="l" t="t" r="r" b="b"/>
              <a:pathLst>
                <a:path w="2270" h="2612" extrusionOk="0">
                  <a:moveTo>
                    <a:pt x="1709" y="1"/>
                  </a:moveTo>
                  <a:cubicBezTo>
                    <a:pt x="1544" y="1"/>
                    <a:pt x="1350" y="53"/>
                    <a:pt x="1135" y="160"/>
                  </a:cubicBezTo>
                  <a:cubicBezTo>
                    <a:pt x="501" y="561"/>
                    <a:pt x="67" y="1228"/>
                    <a:pt x="1" y="1962"/>
                  </a:cubicBezTo>
                  <a:cubicBezTo>
                    <a:pt x="1" y="2382"/>
                    <a:pt x="221" y="2612"/>
                    <a:pt x="554" y="2612"/>
                  </a:cubicBezTo>
                  <a:cubicBezTo>
                    <a:pt x="723" y="2612"/>
                    <a:pt x="921" y="2552"/>
                    <a:pt x="1135" y="2429"/>
                  </a:cubicBezTo>
                  <a:cubicBezTo>
                    <a:pt x="1769" y="2062"/>
                    <a:pt x="2202" y="1395"/>
                    <a:pt x="2269" y="661"/>
                  </a:cubicBezTo>
                  <a:cubicBezTo>
                    <a:pt x="2269" y="231"/>
                    <a:pt x="2055" y="1"/>
                    <a:pt x="17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2297;p61">
              <a:extLst>
                <a:ext uri="{FF2B5EF4-FFF2-40B4-BE49-F238E27FC236}">
                  <a16:creationId xmlns:a16="http://schemas.microsoft.com/office/drawing/2014/main" id="{ED66B629-C09A-3A6D-4F34-529967C84032}"/>
                </a:ext>
              </a:extLst>
            </p:cNvPr>
            <p:cNvSpPr/>
            <p:nvPr/>
          </p:nvSpPr>
          <p:spPr>
            <a:xfrm>
              <a:off x="4651825" y="715775"/>
              <a:ext cx="56725" cy="65650"/>
            </a:xfrm>
            <a:custGeom>
              <a:avLst/>
              <a:gdLst/>
              <a:ahLst/>
              <a:cxnLst/>
              <a:rect l="l" t="t" r="r" b="b"/>
              <a:pathLst>
                <a:path w="2269" h="2626" extrusionOk="0">
                  <a:moveTo>
                    <a:pt x="1680" y="0"/>
                  </a:moveTo>
                  <a:cubicBezTo>
                    <a:pt x="1516" y="0"/>
                    <a:pt x="1329" y="56"/>
                    <a:pt x="1135" y="174"/>
                  </a:cubicBezTo>
                  <a:cubicBezTo>
                    <a:pt x="468" y="575"/>
                    <a:pt x="67" y="1242"/>
                    <a:pt x="1" y="1976"/>
                  </a:cubicBezTo>
                  <a:cubicBezTo>
                    <a:pt x="1" y="2396"/>
                    <a:pt x="221" y="2626"/>
                    <a:pt x="554" y="2626"/>
                  </a:cubicBezTo>
                  <a:cubicBezTo>
                    <a:pt x="723" y="2626"/>
                    <a:pt x="921" y="2566"/>
                    <a:pt x="1135" y="2443"/>
                  </a:cubicBezTo>
                  <a:cubicBezTo>
                    <a:pt x="1768" y="2076"/>
                    <a:pt x="2169" y="1409"/>
                    <a:pt x="2269" y="675"/>
                  </a:cubicBezTo>
                  <a:cubicBezTo>
                    <a:pt x="2269" y="246"/>
                    <a:pt x="2024" y="0"/>
                    <a:pt x="16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2298;p61">
              <a:extLst>
                <a:ext uri="{FF2B5EF4-FFF2-40B4-BE49-F238E27FC236}">
                  <a16:creationId xmlns:a16="http://schemas.microsoft.com/office/drawing/2014/main" id="{4950A783-EA44-4C6F-5338-3F1ED044A420}"/>
                </a:ext>
              </a:extLst>
            </p:cNvPr>
            <p:cNvSpPr/>
            <p:nvPr/>
          </p:nvSpPr>
          <p:spPr>
            <a:xfrm>
              <a:off x="4748550" y="659875"/>
              <a:ext cx="56750" cy="65100"/>
            </a:xfrm>
            <a:custGeom>
              <a:avLst/>
              <a:gdLst/>
              <a:ahLst/>
              <a:cxnLst/>
              <a:rect l="l" t="t" r="r" b="b"/>
              <a:pathLst>
                <a:path w="2270" h="2604" extrusionOk="0">
                  <a:moveTo>
                    <a:pt x="1700" y="0"/>
                  </a:moveTo>
                  <a:cubicBezTo>
                    <a:pt x="1534" y="0"/>
                    <a:pt x="1342" y="56"/>
                    <a:pt x="1135" y="176"/>
                  </a:cubicBezTo>
                  <a:cubicBezTo>
                    <a:pt x="501" y="542"/>
                    <a:pt x="68" y="1210"/>
                    <a:pt x="1" y="1943"/>
                  </a:cubicBezTo>
                  <a:cubicBezTo>
                    <a:pt x="1" y="2373"/>
                    <a:pt x="231" y="2603"/>
                    <a:pt x="576" y="2603"/>
                  </a:cubicBezTo>
                  <a:cubicBezTo>
                    <a:pt x="741" y="2603"/>
                    <a:pt x="931" y="2551"/>
                    <a:pt x="1135" y="2444"/>
                  </a:cubicBezTo>
                  <a:cubicBezTo>
                    <a:pt x="1769" y="2044"/>
                    <a:pt x="2203" y="1376"/>
                    <a:pt x="2269" y="643"/>
                  </a:cubicBezTo>
                  <a:cubicBezTo>
                    <a:pt x="2269" y="238"/>
                    <a:pt x="2042" y="0"/>
                    <a:pt x="17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2299;p61">
              <a:extLst>
                <a:ext uri="{FF2B5EF4-FFF2-40B4-BE49-F238E27FC236}">
                  <a16:creationId xmlns:a16="http://schemas.microsoft.com/office/drawing/2014/main" id="{C606DB20-20BC-5DBC-9063-D21B7B7D225B}"/>
                </a:ext>
              </a:extLst>
            </p:cNvPr>
            <p:cNvSpPr/>
            <p:nvPr/>
          </p:nvSpPr>
          <p:spPr>
            <a:xfrm>
              <a:off x="3248325" y="1611150"/>
              <a:ext cx="1650375" cy="1526575"/>
            </a:xfrm>
            <a:custGeom>
              <a:avLst/>
              <a:gdLst/>
              <a:ahLst/>
              <a:cxnLst/>
              <a:rect l="l" t="t" r="r" b="b"/>
              <a:pathLst>
                <a:path w="66015" h="61063" extrusionOk="0">
                  <a:moveTo>
                    <a:pt x="63454" y="1"/>
                  </a:moveTo>
                  <a:cubicBezTo>
                    <a:pt x="63301" y="1"/>
                    <a:pt x="63150" y="42"/>
                    <a:pt x="63012" y="118"/>
                  </a:cubicBezTo>
                  <a:lnTo>
                    <a:pt x="1335" y="35610"/>
                  </a:lnTo>
                  <a:cubicBezTo>
                    <a:pt x="501" y="36077"/>
                    <a:pt x="0" y="36978"/>
                    <a:pt x="0" y="37912"/>
                  </a:cubicBezTo>
                  <a:lnTo>
                    <a:pt x="0" y="59061"/>
                  </a:lnTo>
                  <a:cubicBezTo>
                    <a:pt x="0" y="59428"/>
                    <a:pt x="267" y="59761"/>
                    <a:pt x="634" y="59895"/>
                  </a:cubicBezTo>
                  <a:lnTo>
                    <a:pt x="2536" y="61062"/>
                  </a:lnTo>
                  <a:lnTo>
                    <a:pt x="2469" y="59194"/>
                  </a:lnTo>
                  <a:lnTo>
                    <a:pt x="63012" y="24336"/>
                  </a:lnTo>
                  <a:cubicBezTo>
                    <a:pt x="63846" y="23869"/>
                    <a:pt x="64346" y="22968"/>
                    <a:pt x="64346" y="22034"/>
                  </a:cubicBezTo>
                  <a:lnTo>
                    <a:pt x="64346" y="2253"/>
                  </a:lnTo>
                  <a:lnTo>
                    <a:pt x="66014" y="1386"/>
                  </a:lnTo>
                  <a:lnTo>
                    <a:pt x="63979" y="185"/>
                  </a:lnTo>
                  <a:cubicBezTo>
                    <a:pt x="63817" y="59"/>
                    <a:pt x="63634" y="1"/>
                    <a:pt x="6345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2300;p61">
              <a:extLst>
                <a:ext uri="{FF2B5EF4-FFF2-40B4-BE49-F238E27FC236}">
                  <a16:creationId xmlns:a16="http://schemas.microsoft.com/office/drawing/2014/main" id="{93F6AFE1-066D-3F43-7ABB-0D5247FA64E9}"/>
                </a:ext>
              </a:extLst>
            </p:cNvPr>
            <p:cNvSpPr/>
            <p:nvPr/>
          </p:nvSpPr>
          <p:spPr>
            <a:xfrm>
              <a:off x="3300025" y="1642450"/>
              <a:ext cx="1608675" cy="1498400"/>
            </a:xfrm>
            <a:custGeom>
              <a:avLst/>
              <a:gdLst/>
              <a:ahLst/>
              <a:cxnLst/>
              <a:rect l="l" t="t" r="r" b="b"/>
              <a:pathLst>
                <a:path w="64347" h="59936" extrusionOk="0">
                  <a:moveTo>
                    <a:pt x="63474" y="1"/>
                  </a:moveTo>
                  <a:cubicBezTo>
                    <a:pt x="63321" y="1"/>
                    <a:pt x="63162" y="42"/>
                    <a:pt x="63012" y="134"/>
                  </a:cubicBezTo>
                  <a:lnTo>
                    <a:pt x="1335" y="35593"/>
                  </a:lnTo>
                  <a:cubicBezTo>
                    <a:pt x="534" y="36060"/>
                    <a:pt x="1" y="36960"/>
                    <a:pt x="1" y="37894"/>
                  </a:cubicBezTo>
                  <a:lnTo>
                    <a:pt x="1" y="59043"/>
                  </a:lnTo>
                  <a:cubicBezTo>
                    <a:pt x="1" y="59376"/>
                    <a:pt x="201" y="59677"/>
                    <a:pt x="468" y="59810"/>
                  </a:cubicBezTo>
                  <a:cubicBezTo>
                    <a:pt x="618" y="59893"/>
                    <a:pt x="776" y="59935"/>
                    <a:pt x="930" y="59935"/>
                  </a:cubicBezTo>
                  <a:cubicBezTo>
                    <a:pt x="1085" y="59935"/>
                    <a:pt x="1235" y="59893"/>
                    <a:pt x="1368" y="59810"/>
                  </a:cubicBezTo>
                  <a:lnTo>
                    <a:pt x="63046" y="24318"/>
                  </a:lnTo>
                  <a:cubicBezTo>
                    <a:pt x="63846" y="23851"/>
                    <a:pt x="64347" y="22984"/>
                    <a:pt x="64347" y="22050"/>
                  </a:cubicBezTo>
                  <a:lnTo>
                    <a:pt x="64347" y="901"/>
                  </a:lnTo>
                  <a:cubicBezTo>
                    <a:pt x="64347" y="376"/>
                    <a:pt x="63934" y="1"/>
                    <a:pt x="634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2301;p61">
              <a:extLst>
                <a:ext uri="{FF2B5EF4-FFF2-40B4-BE49-F238E27FC236}">
                  <a16:creationId xmlns:a16="http://schemas.microsoft.com/office/drawing/2014/main" id="{D42BF324-2C07-73AE-6C6D-3471B469E157}"/>
                </a:ext>
              </a:extLst>
            </p:cNvPr>
            <p:cNvSpPr/>
            <p:nvPr/>
          </p:nvSpPr>
          <p:spPr>
            <a:xfrm>
              <a:off x="3300025" y="1642450"/>
              <a:ext cx="1608675" cy="1498250"/>
            </a:xfrm>
            <a:custGeom>
              <a:avLst/>
              <a:gdLst/>
              <a:ahLst/>
              <a:cxnLst/>
              <a:rect l="l" t="t" r="r" b="b"/>
              <a:pathLst>
                <a:path w="64347" h="59930" extrusionOk="0">
                  <a:moveTo>
                    <a:pt x="63474" y="1"/>
                  </a:moveTo>
                  <a:cubicBezTo>
                    <a:pt x="63321" y="1"/>
                    <a:pt x="63162" y="42"/>
                    <a:pt x="63012" y="134"/>
                  </a:cubicBezTo>
                  <a:lnTo>
                    <a:pt x="1335" y="35593"/>
                  </a:lnTo>
                  <a:cubicBezTo>
                    <a:pt x="534" y="36060"/>
                    <a:pt x="1" y="36960"/>
                    <a:pt x="1" y="37894"/>
                  </a:cubicBezTo>
                  <a:lnTo>
                    <a:pt x="1" y="59043"/>
                  </a:lnTo>
                  <a:cubicBezTo>
                    <a:pt x="1" y="59572"/>
                    <a:pt x="438" y="59929"/>
                    <a:pt x="911" y="59929"/>
                  </a:cubicBezTo>
                  <a:cubicBezTo>
                    <a:pt x="1064" y="59929"/>
                    <a:pt x="1221" y="59892"/>
                    <a:pt x="1368" y="59810"/>
                  </a:cubicBezTo>
                  <a:lnTo>
                    <a:pt x="63046" y="24318"/>
                  </a:lnTo>
                  <a:cubicBezTo>
                    <a:pt x="63846" y="23851"/>
                    <a:pt x="64347" y="22984"/>
                    <a:pt x="64347" y="22016"/>
                  </a:cubicBezTo>
                  <a:lnTo>
                    <a:pt x="64347" y="901"/>
                  </a:lnTo>
                  <a:cubicBezTo>
                    <a:pt x="64347" y="376"/>
                    <a:pt x="63934" y="1"/>
                    <a:pt x="63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2302;p61">
              <a:extLst>
                <a:ext uri="{FF2B5EF4-FFF2-40B4-BE49-F238E27FC236}">
                  <a16:creationId xmlns:a16="http://schemas.microsoft.com/office/drawing/2014/main" id="{C9C6C2FB-DD8F-79F1-9478-53E9E3E717F4}"/>
                </a:ext>
              </a:extLst>
            </p:cNvPr>
            <p:cNvSpPr/>
            <p:nvPr/>
          </p:nvSpPr>
          <p:spPr>
            <a:xfrm>
              <a:off x="3360900" y="2295450"/>
              <a:ext cx="525400" cy="746200"/>
            </a:xfrm>
            <a:custGeom>
              <a:avLst/>
              <a:gdLst/>
              <a:ahLst/>
              <a:cxnLst/>
              <a:rect l="l" t="t" r="r" b="b"/>
              <a:pathLst>
                <a:path w="21016" h="29848" extrusionOk="0">
                  <a:moveTo>
                    <a:pt x="20343" y="1"/>
                  </a:moveTo>
                  <a:cubicBezTo>
                    <a:pt x="20223" y="1"/>
                    <a:pt x="20099" y="32"/>
                    <a:pt x="19982" y="99"/>
                  </a:cubicBezTo>
                  <a:lnTo>
                    <a:pt x="1035" y="11007"/>
                  </a:lnTo>
                  <a:cubicBezTo>
                    <a:pt x="401" y="11374"/>
                    <a:pt x="1" y="12041"/>
                    <a:pt x="1" y="12775"/>
                  </a:cubicBezTo>
                  <a:lnTo>
                    <a:pt x="1" y="29153"/>
                  </a:lnTo>
                  <a:cubicBezTo>
                    <a:pt x="1" y="29558"/>
                    <a:pt x="327" y="29848"/>
                    <a:pt x="688" y="29848"/>
                  </a:cubicBezTo>
                  <a:cubicBezTo>
                    <a:pt x="803" y="29848"/>
                    <a:pt x="922" y="29818"/>
                    <a:pt x="1035" y="29754"/>
                  </a:cubicBezTo>
                  <a:lnTo>
                    <a:pt x="20015" y="18846"/>
                  </a:lnTo>
                  <a:cubicBezTo>
                    <a:pt x="20649" y="18479"/>
                    <a:pt x="21016" y="17779"/>
                    <a:pt x="21016" y="17045"/>
                  </a:cubicBezTo>
                  <a:lnTo>
                    <a:pt x="21016" y="700"/>
                  </a:lnTo>
                  <a:cubicBezTo>
                    <a:pt x="21016" y="276"/>
                    <a:pt x="20699" y="1"/>
                    <a:pt x="203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2303;p61">
              <a:extLst>
                <a:ext uri="{FF2B5EF4-FFF2-40B4-BE49-F238E27FC236}">
                  <a16:creationId xmlns:a16="http://schemas.microsoft.com/office/drawing/2014/main" id="{0A120DFE-3872-7FB6-A3E1-D08BFDC734AF}"/>
                </a:ext>
              </a:extLst>
            </p:cNvPr>
            <p:cNvSpPr/>
            <p:nvPr/>
          </p:nvSpPr>
          <p:spPr>
            <a:xfrm>
              <a:off x="3611925" y="2582375"/>
              <a:ext cx="275225" cy="327675"/>
            </a:xfrm>
            <a:custGeom>
              <a:avLst/>
              <a:gdLst/>
              <a:ahLst/>
              <a:cxnLst/>
              <a:rect l="l" t="t" r="r" b="b"/>
              <a:pathLst>
                <a:path w="11009" h="13107" extrusionOk="0">
                  <a:moveTo>
                    <a:pt x="7214" y="0"/>
                  </a:moveTo>
                  <a:cubicBezTo>
                    <a:pt x="6733" y="0"/>
                    <a:pt x="6074" y="498"/>
                    <a:pt x="5738" y="1198"/>
                  </a:cubicBezTo>
                  <a:lnTo>
                    <a:pt x="3336" y="6168"/>
                  </a:lnTo>
                  <a:lnTo>
                    <a:pt x="0" y="13107"/>
                  </a:lnTo>
                  <a:lnTo>
                    <a:pt x="6672" y="9270"/>
                  </a:lnTo>
                  <a:lnTo>
                    <a:pt x="9974" y="7369"/>
                  </a:lnTo>
                  <a:cubicBezTo>
                    <a:pt x="10608" y="7002"/>
                    <a:pt x="11008" y="6335"/>
                    <a:pt x="11008" y="5601"/>
                  </a:cubicBezTo>
                  <a:lnTo>
                    <a:pt x="11008" y="3333"/>
                  </a:lnTo>
                  <a:lnTo>
                    <a:pt x="7572" y="131"/>
                  </a:lnTo>
                  <a:cubicBezTo>
                    <a:pt x="7475" y="41"/>
                    <a:pt x="7352" y="0"/>
                    <a:pt x="72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2304;p61">
              <a:extLst>
                <a:ext uri="{FF2B5EF4-FFF2-40B4-BE49-F238E27FC236}">
                  <a16:creationId xmlns:a16="http://schemas.microsoft.com/office/drawing/2014/main" id="{4ED0BAD7-5089-288D-F635-9697F82BA93B}"/>
                </a:ext>
              </a:extLst>
            </p:cNvPr>
            <p:cNvSpPr/>
            <p:nvPr/>
          </p:nvSpPr>
          <p:spPr>
            <a:xfrm>
              <a:off x="3611925" y="2582375"/>
              <a:ext cx="275225" cy="327675"/>
            </a:xfrm>
            <a:custGeom>
              <a:avLst/>
              <a:gdLst/>
              <a:ahLst/>
              <a:cxnLst/>
              <a:rect l="l" t="t" r="r" b="b"/>
              <a:pathLst>
                <a:path w="11009" h="13107" extrusionOk="0">
                  <a:moveTo>
                    <a:pt x="7214" y="0"/>
                  </a:moveTo>
                  <a:cubicBezTo>
                    <a:pt x="6733" y="0"/>
                    <a:pt x="6074" y="498"/>
                    <a:pt x="5738" y="1198"/>
                  </a:cubicBezTo>
                  <a:lnTo>
                    <a:pt x="3336" y="6168"/>
                  </a:lnTo>
                  <a:lnTo>
                    <a:pt x="0" y="13107"/>
                  </a:lnTo>
                  <a:lnTo>
                    <a:pt x="6672" y="9270"/>
                  </a:lnTo>
                  <a:lnTo>
                    <a:pt x="9974" y="7369"/>
                  </a:lnTo>
                  <a:cubicBezTo>
                    <a:pt x="10608" y="7002"/>
                    <a:pt x="11008" y="6335"/>
                    <a:pt x="11008" y="5601"/>
                  </a:cubicBezTo>
                  <a:lnTo>
                    <a:pt x="11008" y="3333"/>
                  </a:lnTo>
                  <a:lnTo>
                    <a:pt x="7572" y="131"/>
                  </a:lnTo>
                  <a:cubicBezTo>
                    <a:pt x="7475" y="41"/>
                    <a:pt x="7352" y="0"/>
                    <a:pt x="72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2305;p61">
              <a:extLst>
                <a:ext uri="{FF2B5EF4-FFF2-40B4-BE49-F238E27FC236}">
                  <a16:creationId xmlns:a16="http://schemas.microsoft.com/office/drawing/2014/main" id="{649AAB6B-4DAB-AFCA-4BB1-27322CB60B65}"/>
                </a:ext>
              </a:extLst>
            </p:cNvPr>
            <p:cNvSpPr/>
            <p:nvPr/>
          </p:nvSpPr>
          <p:spPr>
            <a:xfrm>
              <a:off x="3360900" y="2616925"/>
              <a:ext cx="417825" cy="424725"/>
            </a:xfrm>
            <a:custGeom>
              <a:avLst/>
              <a:gdLst/>
              <a:ahLst/>
              <a:cxnLst/>
              <a:rect l="l" t="t" r="r" b="b"/>
              <a:pathLst>
                <a:path w="16713" h="16989" extrusionOk="0">
                  <a:moveTo>
                    <a:pt x="7993" y="1"/>
                  </a:moveTo>
                  <a:cubicBezTo>
                    <a:pt x="7514" y="1"/>
                    <a:pt x="6870" y="495"/>
                    <a:pt x="6539" y="1184"/>
                  </a:cubicBezTo>
                  <a:lnTo>
                    <a:pt x="1" y="14827"/>
                  </a:lnTo>
                  <a:lnTo>
                    <a:pt x="1" y="16294"/>
                  </a:lnTo>
                  <a:cubicBezTo>
                    <a:pt x="1" y="16699"/>
                    <a:pt x="327" y="16989"/>
                    <a:pt x="688" y="16989"/>
                  </a:cubicBezTo>
                  <a:cubicBezTo>
                    <a:pt x="803" y="16989"/>
                    <a:pt x="922" y="16959"/>
                    <a:pt x="1035" y="16895"/>
                  </a:cubicBezTo>
                  <a:lnTo>
                    <a:pt x="10041" y="11725"/>
                  </a:lnTo>
                  <a:lnTo>
                    <a:pt x="16713" y="7888"/>
                  </a:lnTo>
                  <a:lnTo>
                    <a:pt x="13377" y="4786"/>
                  </a:lnTo>
                  <a:lnTo>
                    <a:pt x="8373" y="150"/>
                  </a:lnTo>
                  <a:cubicBezTo>
                    <a:pt x="8271" y="48"/>
                    <a:pt x="8140" y="1"/>
                    <a:pt x="799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2306;p61">
              <a:extLst>
                <a:ext uri="{FF2B5EF4-FFF2-40B4-BE49-F238E27FC236}">
                  <a16:creationId xmlns:a16="http://schemas.microsoft.com/office/drawing/2014/main" id="{B6301D48-6A7D-4752-586C-061662228C5B}"/>
                </a:ext>
              </a:extLst>
            </p:cNvPr>
            <p:cNvSpPr/>
            <p:nvPr/>
          </p:nvSpPr>
          <p:spPr>
            <a:xfrm>
              <a:off x="3717000" y="2415450"/>
              <a:ext cx="121775" cy="140250"/>
            </a:xfrm>
            <a:custGeom>
              <a:avLst/>
              <a:gdLst/>
              <a:ahLst/>
              <a:cxnLst/>
              <a:rect l="l" t="t" r="r" b="b"/>
              <a:pathLst>
                <a:path w="4871" h="5610" extrusionOk="0">
                  <a:moveTo>
                    <a:pt x="3638" y="0"/>
                  </a:moveTo>
                  <a:cubicBezTo>
                    <a:pt x="3282" y="0"/>
                    <a:pt x="2871" y="119"/>
                    <a:pt x="2435" y="370"/>
                  </a:cubicBezTo>
                  <a:cubicBezTo>
                    <a:pt x="1101" y="1137"/>
                    <a:pt x="0" y="2871"/>
                    <a:pt x="0" y="4206"/>
                  </a:cubicBezTo>
                  <a:cubicBezTo>
                    <a:pt x="0" y="5104"/>
                    <a:pt x="499" y="5609"/>
                    <a:pt x="1233" y="5609"/>
                  </a:cubicBezTo>
                  <a:cubicBezTo>
                    <a:pt x="1588" y="5609"/>
                    <a:pt x="1999" y="5490"/>
                    <a:pt x="2435" y="5240"/>
                  </a:cubicBezTo>
                  <a:cubicBezTo>
                    <a:pt x="3770" y="4473"/>
                    <a:pt x="4870" y="2738"/>
                    <a:pt x="4870" y="1404"/>
                  </a:cubicBezTo>
                  <a:cubicBezTo>
                    <a:pt x="4870" y="505"/>
                    <a:pt x="4371" y="0"/>
                    <a:pt x="36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2307;p61">
              <a:extLst>
                <a:ext uri="{FF2B5EF4-FFF2-40B4-BE49-F238E27FC236}">
                  <a16:creationId xmlns:a16="http://schemas.microsoft.com/office/drawing/2014/main" id="{CDD6E5DA-A2F8-F582-1063-286EA25CD590}"/>
                </a:ext>
              </a:extLst>
            </p:cNvPr>
            <p:cNvSpPr/>
            <p:nvPr/>
          </p:nvSpPr>
          <p:spPr>
            <a:xfrm>
              <a:off x="3929650" y="1957525"/>
              <a:ext cx="914000" cy="546925"/>
            </a:xfrm>
            <a:custGeom>
              <a:avLst/>
              <a:gdLst/>
              <a:ahLst/>
              <a:cxnLst/>
              <a:rect l="l" t="t" r="r" b="b"/>
              <a:pathLst>
                <a:path w="36560" h="21877" extrusionOk="0">
                  <a:moveTo>
                    <a:pt x="36360" y="0"/>
                  </a:moveTo>
                  <a:cubicBezTo>
                    <a:pt x="36318" y="0"/>
                    <a:pt x="36272" y="12"/>
                    <a:pt x="36226" y="40"/>
                  </a:cubicBezTo>
                  <a:lnTo>
                    <a:pt x="334" y="20655"/>
                  </a:lnTo>
                  <a:cubicBezTo>
                    <a:pt x="134" y="20788"/>
                    <a:pt x="0" y="20988"/>
                    <a:pt x="0" y="21222"/>
                  </a:cubicBezTo>
                  <a:lnTo>
                    <a:pt x="0" y="21655"/>
                  </a:lnTo>
                  <a:cubicBezTo>
                    <a:pt x="0" y="21787"/>
                    <a:pt x="124" y="21876"/>
                    <a:pt x="242" y="21876"/>
                  </a:cubicBezTo>
                  <a:cubicBezTo>
                    <a:pt x="274" y="21876"/>
                    <a:pt x="305" y="21870"/>
                    <a:pt x="334" y="21856"/>
                  </a:cubicBezTo>
                  <a:lnTo>
                    <a:pt x="36259" y="1207"/>
                  </a:lnTo>
                  <a:cubicBezTo>
                    <a:pt x="36460" y="1074"/>
                    <a:pt x="36560" y="874"/>
                    <a:pt x="36560" y="640"/>
                  </a:cubicBezTo>
                  <a:lnTo>
                    <a:pt x="36560" y="207"/>
                  </a:lnTo>
                  <a:cubicBezTo>
                    <a:pt x="36560" y="86"/>
                    <a:pt x="36472" y="0"/>
                    <a:pt x="36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2308;p61">
              <a:extLst>
                <a:ext uri="{FF2B5EF4-FFF2-40B4-BE49-F238E27FC236}">
                  <a16:creationId xmlns:a16="http://schemas.microsoft.com/office/drawing/2014/main" id="{B9B9E565-A864-2EFE-30E6-590DF8E59484}"/>
                </a:ext>
              </a:extLst>
            </p:cNvPr>
            <p:cNvSpPr/>
            <p:nvPr/>
          </p:nvSpPr>
          <p:spPr>
            <a:xfrm>
              <a:off x="3929650" y="2031025"/>
              <a:ext cx="914650" cy="546800"/>
            </a:xfrm>
            <a:custGeom>
              <a:avLst/>
              <a:gdLst/>
              <a:ahLst/>
              <a:cxnLst/>
              <a:rect l="l" t="t" r="r" b="b"/>
              <a:pathLst>
                <a:path w="36586" h="21872" extrusionOk="0">
                  <a:moveTo>
                    <a:pt x="36348" y="1"/>
                  </a:moveTo>
                  <a:cubicBezTo>
                    <a:pt x="36308" y="1"/>
                    <a:pt x="36266" y="11"/>
                    <a:pt x="36226" y="35"/>
                  </a:cubicBezTo>
                  <a:lnTo>
                    <a:pt x="334" y="20683"/>
                  </a:lnTo>
                  <a:cubicBezTo>
                    <a:pt x="134" y="20784"/>
                    <a:pt x="0" y="21017"/>
                    <a:pt x="0" y="21251"/>
                  </a:cubicBezTo>
                  <a:lnTo>
                    <a:pt x="0" y="21651"/>
                  </a:lnTo>
                  <a:cubicBezTo>
                    <a:pt x="0" y="21782"/>
                    <a:pt x="124" y="21872"/>
                    <a:pt x="242" y="21872"/>
                  </a:cubicBezTo>
                  <a:cubicBezTo>
                    <a:pt x="274" y="21872"/>
                    <a:pt x="305" y="21865"/>
                    <a:pt x="334" y="21851"/>
                  </a:cubicBezTo>
                  <a:lnTo>
                    <a:pt x="36259" y="1236"/>
                  </a:lnTo>
                  <a:cubicBezTo>
                    <a:pt x="36460" y="1103"/>
                    <a:pt x="36560" y="869"/>
                    <a:pt x="36560" y="669"/>
                  </a:cubicBezTo>
                  <a:lnTo>
                    <a:pt x="36560" y="236"/>
                  </a:lnTo>
                  <a:cubicBezTo>
                    <a:pt x="36585" y="109"/>
                    <a:pt x="36475" y="1"/>
                    <a:pt x="36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2309;p61">
              <a:extLst>
                <a:ext uri="{FF2B5EF4-FFF2-40B4-BE49-F238E27FC236}">
                  <a16:creationId xmlns:a16="http://schemas.microsoft.com/office/drawing/2014/main" id="{8DE0D4F7-E515-031F-87DA-9949A724DF40}"/>
                </a:ext>
              </a:extLst>
            </p:cNvPr>
            <p:cNvSpPr/>
            <p:nvPr/>
          </p:nvSpPr>
          <p:spPr>
            <a:xfrm>
              <a:off x="3929650" y="1809550"/>
              <a:ext cx="914000" cy="546925"/>
            </a:xfrm>
            <a:custGeom>
              <a:avLst/>
              <a:gdLst/>
              <a:ahLst/>
              <a:cxnLst/>
              <a:rect l="l" t="t" r="r" b="b"/>
              <a:pathLst>
                <a:path w="36560" h="21877" extrusionOk="0">
                  <a:moveTo>
                    <a:pt x="36331" y="0"/>
                  </a:moveTo>
                  <a:cubicBezTo>
                    <a:pt x="36297" y="0"/>
                    <a:pt x="36262" y="7"/>
                    <a:pt x="36226" y="21"/>
                  </a:cubicBezTo>
                  <a:lnTo>
                    <a:pt x="334" y="20669"/>
                  </a:lnTo>
                  <a:cubicBezTo>
                    <a:pt x="134" y="20803"/>
                    <a:pt x="0" y="21003"/>
                    <a:pt x="0" y="21237"/>
                  </a:cubicBezTo>
                  <a:lnTo>
                    <a:pt x="0" y="21670"/>
                  </a:lnTo>
                  <a:cubicBezTo>
                    <a:pt x="0" y="21791"/>
                    <a:pt x="105" y="21877"/>
                    <a:pt x="214" y="21877"/>
                  </a:cubicBezTo>
                  <a:cubicBezTo>
                    <a:pt x="255" y="21877"/>
                    <a:pt x="297" y="21865"/>
                    <a:pt x="334" y="21837"/>
                  </a:cubicBezTo>
                  <a:lnTo>
                    <a:pt x="36259" y="1189"/>
                  </a:lnTo>
                  <a:cubicBezTo>
                    <a:pt x="36460" y="1089"/>
                    <a:pt x="36560" y="889"/>
                    <a:pt x="36560" y="655"/>
                  </a:cubicBezTo>
                  <a:lnTo>
                    <a:pt x="36560" y="221"/>
                  </a:lnTo>
                  <a:cubicBezTo>
                    <a:pt x="36560" y="90"/>
                    <a:pt x="36457" y="0"/>
                    <a:pt x="36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2310;p61">
              <a:extLst>
                <a:ext uri="{FF2B5EF4-FFF2-40B4-BE49-F238E27FC236}">
                  <a16:creationId xmlns:a16="http://schemas.microsoft.com/office/drawing/2014/main" id="{DF6FBD47-2723-42B7-C67A-8639ABBA507C}"/>
                </a:ext>
              </a:extLst>
            </p:cNvPr>
            <p:cNvSpPr/>
            <p:nvPr/>
          </p:nvSpPr>
          <p:spPr>
            <a:xfrm>
              <a:off x="3929650" y="1883425"/>
              <a:ext cx="914000" cy="546800"/>
            </a:xfrm>
            <a:custGeom>
              <a:avLst/>
              <a:gdLst/>
              <a:ahLst/>
              <a:cxnLst/>
              <a:rect l="l" t="t" r="r" b="b"/>
              <a:pathLst>
                <a:path w="36560" h="21872" extrusionOk="0">
                  <a:moveTo>
                    <a:pt x="36343" y="1"/>
                  </a:moveTo>
                  <a:cubicBezTo>
                    <a:pt x="36306" y="1"/>
                    <a:pt x="36266" y="11"/>
                    <a:pt x="36226" y="35"/>
                  </a:cubicBezTo>
                  <a:lnTo>
                    <a:pt x="334" y="20683"/>
                  </a:lnTo>
                  <a:cubicBezTo>
                    <a:pt x="134" y="20783"/>
                    <a:pt x="0" y="21017"/>
                    <a:pt x="0" y="21250"/>
                  </a:cubicBezTo>
                  <a:lnTo>
                    <a:pt x="0" y="21651"/>
                  </a:lnTo>
                  <a:cubicBezTo>
                    <a:pt x="0" y="21782"/>
                    <a:pt x="124" y="21872"/>
                    <a:pt x="242" y="21872"/>
                  </a:cubicBezTo>
                  <a:cubicBezTo>
                    <a:pt x="274" y="21872"/>
                    <a:pt x="305" y="21865"/>
                    <a:pt x="334" y="21851"/>
                  </a:cubicBezTo>
                  <a:lnTo>
                    <a:pt x="36259" y="1203"/>
                  </a:lnTo>
                  <a:cubicBezTo>
                    <a:pt x="36460" y="1103"/>
                    <a:pt x="36560" y="869"/>
                    <a:pt x="36560" y="636"/>
                  </a:cubicBezTo>
                  <a:lnTo>
                    <a:pt x="36560" y="235"/>
                  </a:lnTo>
                  <a:cubicBezTo>
                    <a:pt x="36560" y="108"/>
                    <a:pt x="36463" y="1"/>
                    <a:pt x="363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2311;p61">
              <a:extLst>
                <a:ext uri="{FF2B5EF4-FFF2-40B4-BE49-F238E27FC236}">
                  <a16:creationId xmlns:a16="http://schemas.microsoft.com/office/drawing/2014/main" id="{43FF0665-74DE-745E-B667-5197747A6E7A}"/>
                </a:ext>
              </a:extLst>
            </p:cNvPr>
            <p:cNvSpPr/>
            <p:nvPr/>
          </p:nvSpPr>
          <p:spPr>
            <a:xfrm>
              <a:off x="3929650" y="2214500"/>
              <a:ext cx="724700" cy="437550"/>
            </a:xfrm>
            <a:custGeom>
              <a:avLst/>
              <a:gdLst/>
              <a:ahLst/>
              <a:cxnLst/>
              <a:rect l="l" t="t" r="r" b="b"/>
              <a:pathLst>
                <a:path w="28988" h="17502" extrusionOk="0">
                  <a:moveTo>
                    <a:pt x="28771" y="0"/>
                  </a:moveTo>
                  <a:cubicBezTo>
                    <a:pt x="28734" y="0"/>
                    <a:pt x="28694" y="11"/>
                    <a:pt x="28654" y="35"/>
                  </a:cubicBezTo>
                  <a:lnTo>
                    <a:pt x="334" y="16280"/>
                  </a:lnTo>
                  <a:cubicBezTo>
                    <a:pt x="134" y="16413"/>
                    <a:pt x="0" y="16613"/>
                    <a:pt x="0" y="16880"/>
                  </a:cubicBezTo>
                  <a:lnTo>
                    <a:pt x="0" y="17281"/>
                  </a:lnTo>
                  <a:cubicBezTo>
                    <a:pt x="0" y="17412"/>
                    <a:pt x="124" y="17502"/>
                    <a:pt x="242" y="17502"/>
                  </a:cubicBezTo>
                  <a:cubicBezTo>
                    <a:pt x="274" y="17502"/>
                    <a:pt x="305" y="17495"/>
                    <a:pt x="334" y="17481"/>
                  </a:cubicBezTo>
                  <a:lnTo>
                    <a:pt x="28687" y="1202"/>
                  </a:lnTo>
                  <a:cubicBezTo>
                    <a:pt x="28888" y="1102"/>
                    <a:pt x="28988" y="869"/>
                    <a:pt x="28988" y="635"/>
                  </a:cubicBezTo>
                  <a:lnTo>
                    <a:pt x="28988" y="235"/>
                  </a:lnTo>
                  <a:cubicBezTo>
                    <a:pt x="28988" y="108"/>
                    <a:pt x="28891" y="0"/>
                    <a:pt x="287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2312;p61">
              <a:extLst>
                <a:ext uri="{FF2B5EF4-FFF2-40B4-BE49-F238E27FC236}">
                  <a16:creationId xmlns:a16="http://schemas.microsoft.com/office/drawing/2014/main" id="{CF7FA5C8-A147-09F1-36E7-907E0B7E4BD3}"/>
                </a:ext>
              </a:extLst>
            </p:cNvPr>
            <p:cNvSpPr/>
            <p:nvPr/>
          </p:nvSpPr>
          <p:spPr>
            <a:xfrm>
              <a:off x="4937025" y="4393450"/>
              <a:ext cx="110100" cy="211150"/>
            </a:xfrm>
            <a:custGeom>
              <a:avLst/>
              <a:gdLst/>
              <a:ahLst/>
              <a:cxnLst/>
              <a:rect l="l" t="t" r="r" b="b"/>
              <a:pathLst>
                <a:path w="4404" h="8446" extrusionOk="0">
                  <a:moveTo>
                    <a:pt x="3441" y="1"/>
                  </a:moveTo>
                  <a:cubicBezTo>
                    <a:pt x="2976" y="1"/>
                    <a:pt x="2521" y="100"/>
                    <a:pt x="2102" y="273"/>
                  </a:cubicBezTo>
                  <a:cubicBezTo>
                    <a:pt x="1302" y="673"/>
                    <a:pt x="334" y="2941"/>
                    <a:pt x="334" y="2941"/>
                  </a:cubicBezTo>
                  <a:lnTo>
                    <a:pt x="1" y="8445"/>
                  </a:lnTo>
                  <a:cubicBezTo>
                    <a:pt x="1" y="8445"/>
                    <a:pt x="3436" y="6911"/>
                    <a:pt x="3703" y="6511"/>
                  </a:cubicBezTo>
                  <a:cubicBezTo>
                    <a:pt x="3937" y="6110"/>
                    <a:pt x="3637" y="4409"/>
                    <a:pt x="3737" y="3642"/>
                  </a:cubicBezTo>
                  <a:cubicBezTo>
                    <a:pt x="3870" y="2875"/>
                    <a:pt x="4304" y="1674"/>
                    <a:pt x="4370" y="940"/>
                  </a:cubicBezTo>
                  <a:cubicBezTo>
                    <a:pt x="4404" y="206"/>
                    <a:pt x="3937" y="39"/>
                    <a:pt x="3937" y="39"/>
                  </a:cubicBezTo>
                  <a:cubicBezTo>
                    <a:pt x="3771" y="13"/>
                    <a:pt x="3606" y="1"/>
                    <a:pt x="34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2313;p61">
              <a:extLst>
                <a:ext uri="{FF2B5EF4-FFF2-40B4-BE49-F238E27FC236}">
                  <a16:creationId xmlns:a16="http://schemas.microsoft.com/office/drawing/2014/main" id="{FC87C78E-3EE6-DC95-5B17-B146D2145FD3}"/>
                </a:ext>
              </a:extLst>
            </p:cNvPr>
            <p:cNvSpPr/>
            <p:nvPr/>
          </p:nvSpPr>
          <p:spPr>
            <a:xfrm>
              <a:off x="4937025" y="4393450"/>
              <a:ext cx="110100" cy="211150"/>
            </a:xfrm>
            <a:custGeom>
              <a:avLst/>
              <a:gdLst/>
              <a:ahLst/>
              <a:cxnLst/>
              <a:rect l="l" t="t" r="r" b="b"/>
              <a:pathLst>
                <a:path w="4404" h="8446" extrusionOk="0">
                  <a:moveTo>
                    <a:pt x="3441" y="1"/>
                  </a:moveTo>
                  <a:cubicBezTo>
                    <a:pt x="2976" y="1"/>
                    <a:pt x="2521" y="100"/>
                    <a:pt x="2102" y="273"/>
                  </a:cubicBezTo>
                  <a:cubicBezTo>
                    <a:pt x="1302" y="673"/>
                    <a:pt x="334" y="2941"/>
                    <a:pt x="334" y="2941"/>
                  </a:cubicBezTo>
                  <a:lnTo>
                    <a:pt x="1" y="8445"/>
                  </a:lnTo>
                  <a:cubicBezTo>
                    <a:pt x="1" y="8445"/>
                    <a:pt x="3436" y="6911"/>
                    <a:pt x="3703" y="6511"/>
                  </a:cubicBezTo>
                  <a:cubicBezTo>
                    <a:pt x="3937" y="6110"/>
                    <a:pt x="3637" y="4409"/>
                    <a:pt x="3737" y="3642"/>
                  </a:cubicBezTo>
                  <a:cubicBezTo>
                    <a:pt x="3870" y="2875"/>
                    <a:pt x="4304" y="1674"/>
                    <a:pt x="4370" y="940"/>
                  </a:cubicBezTo>
                  <a:cubicBezTo>
                    <a:pt x="4404" y="206"/>
                    <a:pt x="3937" y="39"/>
                    <a:pt x="3937" y="39"/>
                  </a:cubicBezTo>
                  <a:cubicBezTo>
                    <a:pt x="3771" y="13"/>
                    <a:pt x="3606" y="1"/>
                    <a:pt x="34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2314;p61">
              <a:extLst>
                <a:ext uri="{FF2B5EF4-FFF2-40B4-BE49-F238E27FC236}">
                  <a16:creationId xmlns:a16="http://schemas.microsoft.com/office/drawing/2014/main" id="{C7DC0F0B-C6C6-1B84-1D90-56CA82A428B9}"/>
                </a:ext>
              </a:extLst>
            </p:cNvPr>
            <p:cNvSpPr/>
            <p:nvPr/>
          </p:nvSpPr>
          <p:spPr>
            <a:xfrm>
              <a:off x="4845300" y="4384425"/>
              <a:ext cx="190150" cy="225150"/>
            </a:xfrm>
            <a:custGeom>
              <a:avLst/>
              <a:gdLst/>
              <a:ahLst/>
              <a:cxnLst/>
              <a:rect l="l" t="t" r="r" b="b"/>
              <a:pathLst>
                <a:path w="7606" h="9006" extrusionOk="0">
                  <a:moveTo>
                    <a:pt x="4971" y="0"/>
                  </a:moveTo>
                  <a:cubicBezTo>
                    <a:pt x="4971" y="0"/>
                    <a:pt x="3937" y="2001"/>
                    <a:pt x="3937" y="2068"/>
                  </a:cubicBezTo>
                  <a:cubicBezTo>
                    <a:pt x="3937" y="2102"/>
                    <a:pt x="3069" y="6638"/>
                    <a:pt x="3069" y="6638"/>
                  </a:cubicBezTo>
                  <a:cubicBezTo>
                    <a:pt x="3069" y="6638"/>
                    <a:pt x="2995" y="6637"/>
                    <a:pt x="2871" y="6637"/>
                  </a:cubicBezTo>
                  <a:cubicBezTo>
                    <a:pt x="2247" y="6637"/>
                    <a:pt x="362" y="6660"/>
                    <a:pt x="167" y="6938"/>
                  </a:cubicBezTo>
                  <a:cubicBezTo>
                    <a:pt x="34" y="7272"/>
                    <a:pt x="0" y="7606"/>
                    <a:pt x="100" y="7939"/>
                  </a:cubicBezTo>
                  <a:cubicBezTo>
                    <a:pt x="667" y="8532"/>
                    <a:pt x="1792" y="9005"/>
                    <a:pt x="2751" y="9005"/>
                  </a:cubicBezTo>
                  <a:cubicBezTo>
                    <a:pt x="3033" y="9005"/>
                    <a:pt x="3301" y="8964"/>
                    <a:pt x="3536" y="8873"/>
                  </a:cubicBezTo>
                  <a:cubicBezTo>
                    <a:pt x="4570" y="8506"/>
                    <a:pt x="4804" y="7339"/>
                    <a:pt x="4837" y="6338"/>
                  </a:cubicBezTo>
                  <a:cubicBezTo>
                    <a:pt x="4871" y="5337"/>
                    <a:pt x="4904" y="2569"/>
                    <a:pt x="5604" y="1468"/>
                  </a:cubicBezTo>
                  <a:cubicBezTo>
                    <a:pt x="6071" y="801"/>
                    <a:pt x="6805" y="400"/>
                    <a:pt x="7606" y="400"/>
                  </a:cubicBezTo>
                  <a:lnTo>
                    <a:pt x="703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2315;p61">
              <a:extLst>
                <a:ext uri="{FF2B5EF4-FFF2-40B4-BE49-F238E27FC236}">
                  <a16:creationId xmlns:a16="http://schemas.microsoft.com/office/drawing/2014/main" id="{1E745B36-F778-4D15-2618-120F8FB366E3}"/>
                </a:ext>
              </a:extLst>
            </p:cNvPr>
            <p:cNvSpPr/>
            <p:nvPr/>
          </p:nvSpPr>
          <p:spPr>
            <a:xfrm>
              <a:off x="4163975" y="4592375"/>
              <a:ext cx="317750" cy="62350"/>
            </a:xfrm>
            <a:custGeom>
              <a:avLst/>
              <a:gdLst/>
              <a:ahLst/>
              <a:cxnLst/>
              <a:rect l="l" t="t" r="r" b="b"/>
              <a:pathLst>
                <a:path w="12710" h="2494" extrusionOk="0">
                  <a:moveTo>
                    <a:pt x="219" y="1"/>
                  </a:moveTo>
                  <a:cubicBezTo>
                    <a:pt x="103" y="1"/>
                    <a:pt x="39" y="7"/>
                    <a:pt x="34" y="21"/>
                  </a:cubicBezTo>
                  <a:cubicBezTo>
                    <a:pt x="1" y="488"/>
                    <a:pt x="201" y="889"/>
                    <a:pt x="534" y="1189"/>
                  </a:cubicBezTo>
                  <a:cubicBezTo>
                    <a:pt x="1468" y="1723"/>
                    <a:pt x="2502" y="1989"/>
                    <a:pt x="3570" y="2023"/>
                  </a:cubicBezTo>
                  <a:cubicBezTo>
                    <a:pt x="3740" y="2027"/>
                    <a:pt x="3908" y="2028"/>
                    <a:pt x="4071" y="2028"/>
                  </a:cubicBezTo>
                  <a:cubicBezTo>
                    <a:pt x="5378" y="2028"/>
                    <a:pt x="6439" y="1923"/>
                    <a:pt x="6972" y="1923"/>
                  </a:cubicBezTo>
                  <a:cubicBezTo>
                    <a:pt x="7573" y="1956"/>
                    <a:pt x="9341" y="2490"/>
                    <a:pt x="10308" y="2490"/>
                  </a:cubicBezTo>
                  <a:cubicBezTo>
                    <a:pt x="10367" y="2493"/>
                    <a:pt x="10427" y="2494"/>
                    <a:pt x="10486" y="2494"/>
                  </a:cubicBezTo>
                  <a:cubicBezTo>
                    <a:pt x="11132" y="2494"/>
                    <a:pt x="11796" y="2331"/>
                    <a:pt x="12376" y="2056"/>
                  </a:cubicBezTo>
                  <a:cubicBezTo>
                    <a:pt x="12710" y="1889"/>
                    <a:pt x="12443" y="1156"/>
                    <a:pt x="12443" y="1156"/>
                  </a:cubicBezTo>
                  <a:cubicBezTo>
                    <a:pt x="12443" y="1156"/>
                    <a:pt x="1763" y="1"/>
                    <a:pt x="21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2316;p61">
              <a:extLst>
                <a:ext uri="{FF2B5EF4-FFF2-40B4-BE49-F238E27FC236}">
                  <a16:creationId xmlns:a16="http://schemas.microsoft.com/office/drawing/2014/main" id="{FF5C677B-9F7A-BF1E-4326-6E15BC1B6BA8}"/>
                </a:ext>
              </a:extLst>
            </p:cNvPr>
            <p:cNvSpPr/>
            <p:nvPr/>
          </p:nvSpPr>
          <p:spPr>
            <a:xfrm>
              <a:off x="4158975" y="4497000"/>
              <a:ext cx="321075" cy="144300"/>
            </a:xfrm>
            <a:custGeom>
              <a:avLst/>
              <a:gdLst/>
              <a:ahLst/>
              <a:cxnLst/>
              <a:rect l="l" t="t" r="r" b="b"/>
              <a:pathLst>
                <a:path w="12843" h="5772" extrusionOk="0">
                  <a:moveTo>
                    <a:pt x="8173" y="0"/>
                  </a:moveTo>
                  <a:cubicBezTo>
                    <a:pt x="7939" y="100"/>
                    <a:pt x="7806" y="801"/>
                    <a:pt x="7339" y="1101"/>
                  </a:cubicBezTo>
                  <a:cubicBezTo>
                    <a:pt x="7133" y="1225"/>
                    <a:pt x="6722" y="1269"/>
                    <a:pt x="6244" y="1269"/>
                  </a:cubicBezTo>
                  <a:cubicBezTo>
                    <a:pt x="5565" y="1269"/>
                    <a:pt x="4752" y="1179"/>
                    <a:pt x="4203" y="1101"/>
                  </a:cubicBezTo>
                  <a:cubicBezTo>
                    <a:pt x="3859" y="1064"/>
                    <a:pt x="3455" y="1027"/>
                    <a:pt x="3035" y="1027"/>
                  </a:cubicBezTo>
                  <a:cubicBezTo>
                    <a:pt x="2319" y="1027"/>
                    <a:pt x="1557" y="1135"/>
                    <a:pt x="968" y="1535"/>
                  </a:cubicBezTo>
                  <a:cubicBezTo>
                    <a:pt x="301" y="2068"/>
                    <a:pt x="0" y="2936"/>
                    <a:pt x="201" y="3770"/>
                  </a:cubicBezTo>
                  <a:cubicBezTo>
                    <a:pt x="301" y="4070"/>
                    <a:pt x="901" y="4870"/>
                    <a:pt x="2269" y="5237"/>
                  </a:cubicBezTo>
                  <a:cubicBezTo>
                    <a:pt x="2402" y="5271"/>
                    <a:pt x="2502" y="5271"/>
                    <a:pt x="2636" y="5304"/>
                  </a:cubicBezTo>
                  <a:cubicBezTo>
                    <a:pt x="3078" y="5365"/>
                    <a:pt x="3646" y="5386"/>
                    <a:pt x="4237" y="5386"/>
                  </a:cubicBezTo>
                  <a:cubicBezTo>
                    <a:pt x="5250" y="5386"/>
                    <a:pt x="6328" y="5325"/>
                    <a:pt x="6939" y="5304"/>
                  </a:cubicBezTo>
                  <a:cubicBezTo>
                    <a:pt x="8006" y="5304"/>
                    <a:pt x="9007" y="5771"/>
                    <a:pt x="10341" y="5771"/>
                  </a:cubicBezTo>
                  <a:cubicBezTo>
                    <a:pt x="11675" y="5738"/>
                    <a:pt x="12309" y="5571"/>
                    <a:pt x="12576" y="5071"/>
                  </a:cubicBezTo>
                  <a:cubicBezTo>
                    <a:pt x="12843" y="4604"/>
                    <a:pt x="12643" y="4337"/>
                    <a:pt x="12576" y="3403"/>
                  </a:cubicBezTo>
                  <a:cubicBezTo>
                    <a:pt x="12509" y="2502"/>
                    <a:pt x="12476" y="1235"/>
                    <a:pt x="12409" y="701"/>
                  </a:cubicBezTo>
                  <a:cubicBezTo>
                    <a:pt x="12409" y="701"/>
                    <a:pt x="12309" y="200"/>
                    <a:pt x="12042" y="167"/>
                  </a:cubicBezTo>
                  <a:lnTo>
                    <a:pt x="817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2317;p61">
              <a:extLst>
                <a:ext uri="{FF2B5EF4-FFF2-40B4-BE49-F238E27FC236}">
                  <a16:creationId xmlns:a16="http://schemas.microsoft.com/office/drawing/2014/main" id="{1DE67107-7E04-4E1F-CFAA-90A33D600E1A}"/>
                </a:ext>
              </a:extLst>
            </p:cNvPr>
            <p:cNvSpPr/>
            <p:nvPr/>
          </p:nvSpPr>
          <p:spPr>
            <a:xfrm>
              <a:off x="4364125" y="4425275"/>
              <a:ext cx="99250" cy="109275"/>
            </a:xfrm>
            <a:custGeom>
              <a:avLst/>
              <a:gdLst/>
              <a:ahLst/>
              <a:cxnLst/>
              <a:rect l="l" t="t" r="r" b="b"/>
              <a:pathLst>
                <a:path w="3970" h="4371" extrusionOk="0">
                  <a:moveTo>
                    <a:pt x="100" y="1"/>
                  </a:moveTo>
                  <a:lnTo>
                    <a:pt x="0" y="2903"/>
                  </a:lnTo>
                  <a:cubicBezTo>
                    <a:pt x="0" y="4340"/>
                    <a:pt x="1713" y="4370"/>
                    <a:pt x="1858" y="4370"/>
                  </a:cubicBezTo>
                  <a:cubicBezTo>
                    <a:pt x="1865" y="4370"/>
                    <a:pt x="1868" y="4370"/>
                    <a:pt x="1868" y="4370"/>
                  </a:cubicBezTo>
                  <a:cubicBezTo>
                    <a:pt x="3570" y="4370"/>
                    <a:pt x="3870" y="3036"/>
                    <a:pt x="3870" y="3036"/>
                  </a:cubicBezTo>
                  <a:lnTo>
                    <a:pt x="3970" y="70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2318;p61">
              <a:extLst>
                <a:ext uri="{FF2B5EF4-FFF2-40B4-BE49-F238E27FC236}">
                  <a16:creationId xmlns:a16="http://schemas.microsoft.com/office/drawing/2014/main" id="{AB06DA8C-C60E-E430-D059-A88C9090A762}"/>
                </a:ext>
              </a:extLst>
            </p:cNvPr>
            <p:cNvSpPr/>
            <p:nvPr/>
          </p:nvSpPr>
          <p:spPr>
            <a:xfrm>
              <a:off x="4158975" y="4521475"/>
              <a:ext cx="105100" cy="108150"/>
            </a:xfrm>
            <a:custGeom>
              <a:avLst/>
              <a:gdLst/>
              <a:ahLst/>
              <a:cxnLst/>
              <a:rect l="l" t="t" r="r" b="b"/>
              <a:pathLst>
                <a:path w="4204" h="4326" extrusionOk="0">
                  <a:moveTo>
                    <a:pt x="3048" y="0"/>
                  </a:moveTo>
                  <a:cubicBezTo>
                    <a:pt x="2328" y="0"/>
                    <a:pt x="1560" y="120"/>
                    <a:pt x="968" y="522"/>
                  </a:cubicBezTo>
                  <a:cubicBezTo>
                    <a:pt x="301" y="1056"/>
                    <a:pt x="0" y="1923"/>
                    <a:pt x="201" y="2791"/>
                  </a:cubicBezTo>
                  <a:cubicBezTo>
                    <a:pt x="301" y="3091"/>
                    <a:pt x="901" y="3891"/>
                    <a:pt x="2269" y="4258"/>
                  </a:cubicBezTo>
                  <a:cubicBezTo>
                    <a:pt x="2402" y="4292"/>
                    <a:pt x="2502" y="4292"/>
                    <a:pt x="2636" y="4325"/>
                  </a:cubicBezTo>
                  <a:cubicBezTo>
                    <a:pt x="2102" y="723"/>
                    <a:pt x="4203" y="89"/>
                    <a:pt x="4203" y="89"/>
                  </a:cubicBezTo>
                  <a:cubicBezTo>
                    <a:pt x="3862" y="40"/>
                    <a:pt x="3463" y="0"/>
                    <a:pt x="30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2319;p61">
              <a:extLst>
                <a:ext uri="{FF2B5EF4-FFF2-40B4-BE49-F238E27FC236}">
                  <a16:creationId xmlns:a16="http://schemas.microsoft.com/office/drawing/2014/main" id="{BC809783-30CD-8248-EE0E-3FFDFDF7EB92}"/>
                </a:ext>
              </a:extLst>
            </p:cNvPr>
            <p:cNvSpPr/>
            <p:nvPr/>
          </p:nvSpPr>
          <p:spPr>
            <a:xfrm>
              <a:off x="4851975" y="4261275"/>
              <a:ext cx="119275" cy="133175"/>
            </a:xfrm>
            <a:custGeom>
              <a:avLst/>
              <a:gdLst/>
              <a:ahLst/>
              <a:cxnLst/>
              <a:rect l="l" t="t" r="r" b="b"/>
              <a:pathLst>
                <a:path w="4771" h="5327" extrusionOk="0">
                  <a:moveTo>
                    <a:pt x="3203" y="0"/>
                  </a:moveTo>
                  <a:cubicBezTo>
                    <a:pt x="963" y="0"/>
                    <a:pt x="0" y="2558"/>
                    <a:pt x="0" y="2558"/>
                  </a:cubicBezTo>
                  <a:lnTo>
                    <a:pt x="1868" y="5326"/>
                  </a:lnTo>
                  <a:lnTo>
                    <a:pt x="4770" y="3158"/>
                  </a:lnTo>
                  <a:lnTo>
                    <a:pt x="3569" y="23"/>
                  </a:lnTo>
                  <a:cubicBezTo>
                    <a:pt x="3444" y="7"/>
                    <a:pt x="3322" y="0"/>
                    <a:pt x="3203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2320;p61">
              <a:extLst>
                <a:ext uri="{FF2B5EF4-FFF2-40B4-BE49-F238E27FC236}">
                  <a16:creationId xmlns:a16="http://schemas.microsoft.com/office/drawing/2014/main" id="{02E8084D-AA61-2378-4769-E92B3A78683A}"/>
                </a:ext>
              </a:extLst>
            </p:cNvPr>
            <p:cNvSpPr/>
            <p:nvPr/>
          </p:nvSpPr>
          <p:spPr>
            <a:xfrm>
              <a:off x="4847800" y="4337950"/>
              <a:ext cx="172650" cy="251700"/>
            </a:xfrm>
            <a:custGeom>
              <a:avLst/>
              <a:gdLst/>
              <a:ahLst/>
              <a:cxnLst/>
              <a:rect l="l" t="t" r="r" b="b"/>
              <a:pathLst>
                <a:path w="6906" h="10068" extrusionOk="0">
                  <a:moveTo>
                    <a:pt x="4348" y="0"/>
                  </a:moveTo>
                  <a:cubicBezTo>
                    <a:pt x="3898" y="0"/>
                    <a:pt x="3461" y="157"/>
                    <a:pt x="3136" y="458"/>
                  </a:cubicBezTo>
                  <a:cubicBezTo>
                    <a:pt x="3136" y="458"/>
                    <a:pt x="1902" y="1192"/>
                    <a:pt x="2035" y="2226"/>
                  </a:cubicBezTo>
                  <a:cubicBezTo>
                    <a:pt x="2169" y="3293"/>
                    <a:pt x="2702" y="3660"/>
                    <a:pt x="2669" y="4961"/>
                  </a:cubicBezTo>
                  <a:cubicBezTo>
                    <a:pt x="2669" y="5662"/>
                    <a:pt x="2602" y="6362"/>
                    <a:pt x="2502" y="7063"/>
                  </a:cubicBezTo>
                  <a:cubicBezTo>
                    <a:pt x="2502" y="7063"/>
                    <a:pt x="2253" y="6987"/>
                    <a:pt x="1919" y="6987"/>
                  </a:cubicBezTo>
                  <a:cubicBezTo>
                    <a:pt x="1552" y="6987"/>
                    <a:pt x="1084" y="7079"/>
                    <a:pt x="734" y="7463"/>
                  </a:cubicBezTo>
                  <a:cubicBezTo>
                    <a:pt x="434" y="7763"/>
                    <a:pt x="201" y="8164"/>
                    <a:pt x="67" y="8564"/>
                  </a:cubicBezTo>
                  <a:cubicBezTo>
                    <a:pt x="0" y="8797"/>
                    <a:pt x="67" y="9031"/>
                    <a:pt x="234" y="9198"/>
                  </a:cubicBezTo>
                  <a:cubicBezTo>
                    <a:pt x="668" y="9698"/>
                    <a:pt x="1268" y="9998"/>
                    <a:pt x="1902" y="10065"/>
                  </a:cubicBezTo>
                  <a:lnTo>
                    <a:pt x="2102" y="10065"/>
                  </a:lnTo>
                  <a:cubicBezTo>
                    <a:pt x="2156" y="10067"/>
                    <a:pt x="2210" y="10067"/>
                    <a:pt x="2262" y="10067"/>
                  </a:cubicBezTo>
                  <a:cubicBezTo>
                    <a:pt x="3258" y="10067"/>
                    <a:pt x="3778" y="9760"/>
                    <a:pt x="3937" y="9031"/>
                  </a:cubicBezTo>
                  <a:cubicBezTo>
                    <a:pt x="4103" y="8264"/>
                    <a:pt x="4037" y="4561"/>
                    <a:pt x="4637" y="3460"/>
                  </a:cubicBezTo>
                  <a:cubicBezTo>
                    <a:pt x="5204" y="2359"/>
                    <a:pt x="6071" y="1892"/>
                    <a:pt x="6905" y="1859"/>
                  </a:cubicBezTo>
                  <a:lnTo>
                    <a:pt x="4937" y="91"/>
                  </a:lnTo>
                  <a:cubicBezTo>
                    <a:pt x="4744" y="30"/>
                    <a:pt x="4545" y="0"/>
                    <a:pt x="434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2321;p61">
              <a:extLst>
                <a:ext uri="{FF2B5EF4-FFF2-40B4-BE49-F238E27FC236}">
                  <a16:creationId xmlns:a16="http://schemas.microsoft.com/office/drawing/2014/main" id="{5B7E4D88-6B53-BC87-2DFA-3AFFCC5CE80E}"/>
                </a:ext>
              </a:extLst>
            </p:cNvPr>
            <p:cNvSpPr/>
            <p:nvPr/>
          </p:nvSpPr>
          <p:spPr>
            <a:xfrm>
              <a:off x="4321600" y="4520875"/>
              <a:ext cx="24200" cy="51800"/>
            </a:xfrm>
            <a:custGeom>
              <a:avLst/>
              <a:gdLst/>
              <a:ahLst/>
              <a:cxnLst/>
              <a:rect l="l" t="t" r="r" b="b"/>
              <a:pathLst>
                <a:path w="968" h="2072" extrusionOk="0">
                  <a:moveTo>
                    <a:pt x="838" y="0"/>
                  </a:moveTo>
                  <a:cubicBezTo>
                    <a:pt x="705" y="0"/>
                    <a:pt x="567" y="38"/>
                    <a:pt x="467" y="113"/>
                  </a:cubicBezTo>
                  <a:cubicBezTo>
                    <a:pt x="67" y="346"/>
                    <a:pt x="0" y="1747"/>
                    <a:pt x="100" y="1981"/>
                  </a:cubicBezTo>
                  <a:cubicBezTo>
                    <a:pt x="135" y="2042"/>
                    <a:pt x="175" y="2071"/>
                    <a:pt x="215" y="2071"/>
                  </a:cubicBezTo>
                  <a:cubicBezTo>
                    <a:pt x="327" y="2071"/>
                    <a:pt x="443" y="1841"/>
                    <a:pt x="467" y="1447"/>
                  </a:cubicBezTo>
                  <a:cubicBezTo>
                    <a:pt x="534" y="947"/>
                    <a:pt x="701" y="446"/>
                    <a:pt x="967" y="13"/>
                  </a:cubicBezTo>
                  <a:cubicBezTo>
                    <a:pt x="926" y="4"/>
                    <a:pt x="882" y="0"/>
                    <a:pt x="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2322;p61">
              <a:extLst>
                <a:ext uri="{FF2B5EF4-FFF2-40B4-BE49-F238E27FC236}">
                  <a16:creationId xmlns:a16="http://schemas.microsoft.com/office/drawing/2014/main" id="{667DDB6B-1CAA-0288-89C8-CC073D941D1D}"/>
                </a:ext>
              </a:extLst>
            </p:cNvPr>
            <p:cNvSpPr/>
            <p:nvPr/>
          </p:nvSpPr>
          <p:spPr>
            <a:xfrm>
              <a:off x="4293225" y="4525025"/>
              <a:ext cx="20875" cy="46400"/>
            </a:xfrm>
            <a:custGeom>
              <a:avLst/>
              <a:gdLst/>
              <a:ahLst/>
              <a:cxnLst/>
              <a:rect l="l" t="t" r="r" b="b"/>
              <a:pathLst>
                <a:path w="835" h="1856" extrusionOk="0">
                  <a:moveTo>
                    <a:pt x="547" y="1"/>
                  </a:moveTo>
                  <a:cubicBezTo>
                    <a:pt x="448" y="1"/>
                    <a:pt x="347" y="35"/>
                    <a:pt x="268" y="114"/>
                  </a:cubicBezTo>
                  <a:cubicBezTo>
                    <a:pt x="68" y="414"/>
                    <a:pt x="1" y="747"/>
                    <a:pt x="34" y="1114"/>
                  </a:cubicBezTo>
                  <a:cubicBezTo>
                    <a:pt x="34" y="1485"/>
                    <a:pt x="92" y="1855"/>
                    <a:pt x="232" y="1855"/>
                  </a:cubicBezTo>
                  <a:cubicBezTo>
                    <a:pt x="244" y="1855"/>
                    <a:pt x="255" y="1853"/>
                    <a:pt x="268" y="1848"/>
                  </a:cubicBezTo>
                  <a:cubicBezTo>
                    <a:pt x="435" y="1748"/>
                    <a:pt x="368" y="1148"/>
                    <a:pt x="501" y="681"/>
                  </a:cubicBezTo>
                  <a:cubicBezTo>
                    <a:pt x="668" y="214"/>
                    <a:pt x="835" y="114"/>
                    <a:pt x="835" y="114"/>
                  </a:cubicBezTo>
                  <a:cubicBezTo>
                    <a:pt x="765" y="43"/>
                    <a:pt x="657" y="1"/>
                    <a:pt x="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2323;p61">
              <a:extLst>
                <a:ext uri="{FF2B5EF4-FFF2-40B4-BE49-F238E27FC236}">
                  <a16:creationId xmlns:a16="http://schemas.microsoft.com/office/drawing/2014/main" id="{D1C57A53-5E04-E651-A61E-0733C6B6577A}"/>
                </a:ext>
              </a:extLst>
            </p:cNvPr>
            <p:cNvSpPr/>
            <p:nvPr/>
          </p:nvSpPr>
          <p:spPr>
            <a:xfrm>
              <a:off x="4258275" y="4523225"/>
              <a:ext cx="28325" cy="45625"/>
            </a:xfrm>
            <a:custGeom>
              <a:avLst/>
              <a:gdLst/>
              <a:ahLst/>
              <a:cxnLst/>
              <a:rect l="l" t="t" r="r" b="b"/>
              <a:pathLst>
                <a:path w="1133" h="1825" extrusionOk="0">
                  <a:moveTo>
                    <a:pt x="879" y="0"/>
                  </a:moveTo>
                  <a:cubicBezTo>
                    <a:pt x="801" y="0"/>
                    <a:pt x="724" y="27"/>
                    <a:pt x="665" y="85"/>
                  </a:cubicBezTo>
                  <a:cubicBezTo>
                    <a:pt x="298" y="419"/>
                    <a:pt x="65" y="886"/>
                    <a:pt x="31" y="1353"/>
                  </a:cubicBezTo>
                  <a:cubicBezTo>
                    <a:pt x="1" y="1659"/>
                    <a:pt x="54" y="1824"/>
                    <a:pt x="140" y="1824"/>
                  </a:cubicBezTo>
                  <a:cubicBezTo>
                    <a:pt x="148" y="1824"/>
                    <a:pt x="156" y="1823"/>
                    <a:pt x="165" y="1820"/>
                  </a:cubicBezTo>
                  <a:cubicBezTo>
                    <a:pt x="298" y="1787"/>
                    <a:pt x="298" y="1453"/>
                    <a:pt x="598" y="886"/>
                  </a:cubicBezTo>
                  <a:cubicBezTo>
                    <a:pt x="732" y="586"/>
                    <a:pt x="899" y="352"/>
                    <a:pt x="1132" y="119"/>
                  </a:cubicBezTo>
                  <a:cubicBezTo>
                    <a:pt x="1076" y="44"/>
                    <a:pt x="978" y="0"/>
                    <a:pt x="8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2324;p61">
              <a:extLst>
                <a:ext uri="{FF2B5EF4-FFF2-40B4-BE49-F238E27FC236}">
                  <a16:creationId xmlns:a16="http://schemas.microsoft.com/office/drawing/2014/main" id="{198E9B75-19C7-8F79-B362-602E3EDCDE2D}"/>
                </a:ext>
              </a:extLst>
            </p:cNvPr>
            <p:cNvSpPr/>
            <p:nvPr/>
          </p:nvSpPr>
          <p:spPr>
            <a:xfrm>
              <a:off x="4848625" y="4512625"/>
              <a:ext cx="61750" cy="76950"/>
            </a:xfrm>
            <a:custGeom>
              <a:avLst/>
              <a:gdLst/>
              <a:ahLst/>
              <a:cxnLst/>
              <a:rect l="l" t="t" r="r" b="b"/>
              <a:pathLst>
                <a:path w="2470" h="3078" extrusionOk="0">
                  <a:moveTo>
                    <a:pt x="1886" y="0"/>
                  </a:moveTo>
                  <a:cubicBezTo>
                    <a:pt x="1519" y="0"/>
                    <a:pt x="1051" y="92"/>
                    <a:pt x="701" y="476"/>
                  </a:cubicBezTo>
                  <a:cubicBezTo>
                    <a:pt x="401" y="776"/>
                    <a:pt x="168" y="1177"/>
                    <a:pt x="68" y="1577"/>
                  </a:cubicBezTo>
                  <a:cubicBezTo>
                    <a:pt x="1" y="1810"/>
                    <a:pt x="34" y="2044"/>
                    <a:pt x="201" y="2211"/>
                  </a:cubicBezTo>
                  <a:cubicBezTo>
                    <a:pt x="635" y="2711"/>
                    <a:pt x="1235" y="3011"/>
                    <a:pt x="1869" y="3078"/>
                  </a:cubicBezTo>
                  <a:lnTo>
                    <a:pt x="2069" y="3078"/>
                  </a:lnTo>
                  <a:cubicBezTo>
                    <a:pt x="1936" y="2044"/>
                    <a:pt x="2069" y="1010"/>
                    <a:pt x="2469" y="76"/>
                  </a:cubicBezTo>
                  <a:cubicBezTo>
                    <a:pt x="2469" y="76"/>
                    <a:pt x="2220" y="0"/>
                    <a:pt x="188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2325;p61">
              <a:extLst>
                <a:ext uri="{FF2B5EF4-FFF2-40B4-BE49-F238E27FC236}">
                  <a16:creationId xmlns:a16="http://schemas.microsoft.com/office/drawing/2014/main" id="{8472A7F9-BC18-02B8-9537-AD5C2283DF91}"/>
                </a:ext>
              </a:extLst>
            </p:cNvPr>
            <p:cNvSpPr/>
            <p:nvPr/>
          </p:nvSpPr>
          <p:spPr>
            <a:xfrm>
              <a:off x="4907000" y="4439450"/>
              <a:ext cx="25050" cy="23775"/>
            </a:xfrm>
            <a:custGeom>
              <a:avLst/>
              <a:gdLst/>
              <a:ahLst/>
              <a:cxnLst/>
              <a:rect l="l" t="t" r="r" b="b"/>
              <a:pathLst>
                <a:path w="1002" h="951" extrusionOk="0">
                  <a:moveTo>
                    <a:pt x="234" y="1"/>
                  </a:moveTo>
                  <a:lnTo>
                    <a:pt x="234" y="1"/>
                  </a:lnTo>
                  <a:cubicBezTo>
                    <a:pt x="1" y="234"/>
                    <a:pt x="334" y="634"/>
                    <a:pt x="334" y="634"/>
                  </a:cubicBezTo>
                  <a:cubicBezTo>
                    <a:pt x="334" y="634"/>
                    <a:pt x="651" y="951"/>
                    <a:pt x="838" y="951"/>
                  </a:cubicBezTo>
                  <a:cubicBezTo>
                    <a:pt x="862" y="951"/>
                    <a:pt x="883" y="946"/>
                    <a:pt x="901" y="935"/>
                  </a:cubicBezTo>
                  <a:cubicBezTo>
                    <a:pt x="968" y="868"/>
                    <a:pt x="1002" y="768"/>
                    <a:pt x="935" y="701"/>
                  </a:cubicBezTo>
                  <a:cubicBezTo>
                    <a:pt x="635" y="534"/>
                    <a:pt x="368" y="30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2326;p61">
              <a:extLst>
                <a:ext uri="{FF2B5EF4-FFF2-40B4-BE49-F238E27FC236}">
                  <a16:creationId xmlns:a16="http://schemas.microsoft.com/office/drawing/2014/main" id="{D83126E4-DBBF-32CE-C931-5219C43C170A}"/>
                </a:ext>
              </a:extLst>
            </p:cNvPr>
            <p:cNvSpPr/>
            <p:nvPr/>
          </p:nvSpPr>
          <p:spPr>
            <a:xfrm>
              <a:off x="4912000" y="4474475"/>
              <a:ext cx="19225" cy="32550"/>
            </a:xfrm>
            <a:custGeom>
              <a:avLst/>
              <a:gdLst/>
              <a:ahLst/>
              <a:cxnLst/>
              <a:rect l="l" t="t" r="r" b="b"/>
              <a:pathLst>
                <a:path w="769" h="1302" extrusionOk="0">
                  <a:moveTo>
                    <a:pt x="101" y="1"/>
                  </a:moveTo>
                  <a:cubicBezTo>
                    <a:pt x="1" y="201"/>
                    <a:pt x="1" y="434"/>
                    <a:pt x="68" y="668"/>
                  </a:cubicBezTo>
                  <a:cubicBezTo>
                    <a:pt x="201" y="1001"/>
                    <a:pt x="435" y="1302"/>
                    <a:pt x="601" y="1302"/>
                  </a:cubicBezTo>
                  <a:cubicBezTo>
                    <a:pt x="768" y="1302"/>
                    <a:pt x="768" y="1068"/>
                    <a:pt x="535" y="768"/>
                  </a:cubicBezTo>
                  <a:cubicBezTo>
                    <a:pt x="368" y="534"/>
                    <a:pt x="201" y="267"/>
                    <a:pt x="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2327;p61">
              <a:extLst>
                <a:ext uri="{FF2B5EF4-FFF2-40B4-BE49-F238E27FC236}">
                  <a16:creationId xmlns:a16="http://schemas.microsoft.com/office/drawing/2014/main" id="{846C92C8-E0C5-E27A-4B78-4F041DEC6D3D}"/>
                </a:ext>
              </a:extLst>
            </p:cNvPr>
            <p:cNvSpPr/>
            <p:nvPr/>
          </p:nvSpPr>
          <p:spPr>
            <a:xfrm>
              <a:off x="4905350" y="4502825"/>
              <a:ext cx="24350" cy="29700"/>
            </a:xfrm>
            <a:custGeom>
              <a:avLst/>
              <a:gdLst/>
              <a:ahLst/>
              <a:cxnLst/>
              <a:rect l="l" t="t" r="r" b="b"/>
              <a:pathLst>
                <a:path w="974" h="1188" extrusionOk="0">
                  <a:moveTo>
                    <a:pt x="300" y="1"/>
                  </a:moveTo>
                  <a:lnTo>
                    <a:pt x="300" y="1"/>
                  </a:lnTo>
                  <a:cubicBezTo>
                    <a:pt x="0" y="201"/>
                    <a:pt x="334" y="868"/>
                    <a:pt x="534" y="1068"/>
                  </a:cubicBezTo>
                  <a:cubicBezTo>
                    <a:pt x="604" y="1150"/>
                    <a:pt x="691" y="1187"/>
                    <a:pt x="763" y="1187"/>
                  </a:cubicBezTo>
                  <a:cubicBezTo>
                    <a:pt x="894" y="1187"/>
                    <a:pt x="974" y="1063"/>
                    <a:pt x="801" y="868"/>
                  </a:cubicBezTo>
                  <a:cubicBezTo>
                    <a:pt x="601" y="601"/>
                    <a:pt x="434" y="301"/>
                    <a:pt x="3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2328;p61">
              <a:extLst>
                <a:ext uri="{FF2B5EF4-FFF2-40B4-BE49-F238E27FC236}">
                  <a16:creationId xmlns:a16="http://schemas.microsoft.com/office/drawing/2014/main" id="{29DB4B42-FE31-9EC8-3807-946E306FF107}"/>
                </a:ext>
              </a:extLst>
            </p:cNvPr>
            <p:cNvSpPr/>
            <p:nvPr/>
          </p:nvSpPr>
          <p:spPr>
            <a:xfrm>
              <a:off x="4324100" y="3291975"/>
              <a:ext cx="617125" cy="1168650"/>
            </a:xfrm>
            <a:custGeom>
              <a:avLst/>
              <a:gdLst/>
              <a:ahLst/>
              <a:cxnLst/>
              <a:rect l="l" t="t" r="r" b="b"/>
              <a:pathLst>
                <a:path w="24685" h="46746" extrusionOk="0">
                  <a:moveTo>
                    <a:pt x="16979" y="0"/>
                  </a:moveTo>
                  <a:lnTo>
                    <a:pt x="1468" y="2202"/>
                  </a:lnTo>
                  <a:cubicBezTo>
                    <a:pt x="1468" y="2202"/>
                    <a:pt x="234" y="15111"/>
                    <a:pt x="100" y="17413"/>
                  </a:cubicBezTo>
                  <a:cubicBezTo>
                    <a:pt x="0" y="19714"/>
                    <a:pt x="167" y="24518"/>
                    <a:pt x="234" y="25985"/>
                  </a:cubicBezTo>
                  <a:cubicBezTo>
                    <a:pt x="334" y="27453"/>
                    <a:pt x="968" y="34758"/>
                    <a:pt x="1068" y="36927"/>
                  </a:cubicBezTo>
                  <a:cubicBezTo>
                    <a:pt x="1201" y="39128"/>
                    <a:pt x="1568" y="46166"/>
                    <a:pt x="1568" y="46166"/>
                  </a:cubicBezTo>
                  <a:cubicBezTo>
                    <a:pt x="2302" y="46500"/>
                    <a:pt x="3102" y="46667"/>
                    <a:pt x="3903" y="46734"/>
                  </a:cubicBezTo>
                  <a:cubicBezTo>
                    <a:pt x="4019" y="46742"/>
                    <a:pt x="4129" y="46745"/>
                    <a:pt x="4232" y="46745"/>
                  </a:cubicBezTo>
                  <a:cubicBezTo>
                    <a:pt x="5400" y="46745"/>
                    <a:pt x="5738" y="46267"/>
                    <a:pt x="5738" y="46267"/>
                  </a:cubicBezTo>
                  <a:cubicBezTo>
                    <a:pt x="5738" y="46267"/>
                    <a:pt x="5938" y="44465"/>
                    <a:pt x="6238" y="43031"/>
                  </a:cubicBezTo>
                  <a:cubicBezTo>
                    <a:pt x="6505" y="41630"/>
                    <a:pt x="7806" y="33624"/>
                    <a:pt x="7772" y="30922"/>
                  </a:cubicBezTo>
                  <a:cubicBezTo>
                    <a:pt x="7772" y="29488"/>
                    <a:pt x="7539" y="28020"/>
                    <a:pt x="7139" y="26653"/>
                  </a:cubicBezTo>
                  <a:lnTo>
                    <a:pt x="9307" y="13410"/>
                  </a:lnTo>
                  <a:cubicBezTo>
                    <a:pt x="9307" y="13410"/>
                    <a:pt x="9740" y="16278"/>
                    <a:pt x="10274" y="19281"/>
                  </a:cubicBezTo>
                  <a:cubicBezTo>
                    <a:pt x="10775" y="22316"/>
                    <a:pt x="11342" y="25485"/>
                    <a:pt x="11575" y="26052"/>
                  </a:cubicBezTo>
                  <a:cubicBezTo>
                    <a:pt x="12042" y="27153"/>
                    <a:pt x="21115" y="41330"/>
                    <a:pt x="21115" y="41330"/>
                  </a:cubicBezTo>
                  <a:cubicBezTo>
                    <a:pt x="21716" y="40629"/>
                    <a:pt x="22383" y="39995"/>
                    <a:pt x="23117" y="39428"/>
                  </a:cubicBezTo>
                  <a:cubicBezTo>
                    <a:pt x="23584" y="39095"/>
                    <a:pt x="24117" y="38861"/>
                    <a:pt x="24684" y="38795"/>
                  </a:cubicBezTo>
                  <a:cubicBezTo>
                    <a:pt x="24684" y="38795"/>
                    <a:pt x="21015" y="28587"/>
                    <a:pt x="20181" y="26986"/>
                  </a:cubicBezTo>
                  <a:cubicBezTo>
                    <a:pt x="19581" y="25952"/>
                    <a:pt x="18714" y="25085"/>
                    <a:pt x="17713" y="24451"/>
                  </a:cubicBezTo>
                  <a:cubicBezTo>
                    <a:pt x="17713" y="24451"/>
                    <a:pt x="17613" y="4003"/>
                    <a:pt x="17513" y="2702"/>
                  </a:cubicBezTo>
                  <a:cubicBezTo>
                    <a:pt x="17413" y="1768"/>
                    <a:pt x="17212" y="867"/>
                    <a:pt x="1697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2329;p61">
              <a:extLst>
                <a:ext uri="{FF2B5EF4-FFF2-40B4-BE49-F238E27FC236}">
                  <a16:creationId xmlns:a16="http://schemas.microsoft.com/office/drawing/2014/main" id="{61A7160D-CD8A-4174-DDA4-29B2D62796AC}"/>
                </a:ext>
              </a:extLst>
            </p:cNvPr>
            <p:cNvSpPr/>
            <p:nvPr/>
          </p:nvSpPr>
          <p:spPr>
            <a:xfrm>
              <a:off x="4555925" y="3440400"/>
              <a:ext cx="150125" cy="333600"/>
            </a:xfrm>
            <a:custGeom>
              <a:avLst/>
              <a:gdLst/>
              <a:ahLst/>
              <a:cxnLst/>
              <a:rect l="l" t="t" r="r" b="b"/>
              <a:pathLst>
                <a:path w="6005" h="13344" extrusionOk="0">
                  <a:moveTo>
                    <a:pt x="6005" y="1"/>
                  </a:moveTo>
                  <a:lnTo>
                    <a:pt x="6005" y="1"/>
                  </a:lnTo>
                  <a:cubicBezTo>
                    <a:pt x="4704" y="1168"/>
                    <a:pt x="3003" y="1902"/>
                    <a:pt x="1268" y="2002"/>
                  </a:cubicBezTo>
                  <a:lnTo>
                    <a:pt x="0" y="7473"/>
                  </a:lnTo>
                  <a:cubicBezTo>
                    <a:pt x="0" y="7473"/>
                    <a:pt x="467" y="10341"/>
                    <a:pt x="968" y="13344"/>
                  </a:cubicBezTo>
                  <a:lnTo>
                    <a:pt x="834" y="7639"/>
                  </a:lnTo>
                  <a:lnTo>
                    <a:pt x="2069" y="2636"/>
                  </a:lnTo>
                  <a:cubicBezTo>
                    <a:pt x="5204" y="2336"/>
                    <a:pt x="6005" y="1"/>
                    <a:pt x="600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2330;p61">
              <a:extLst>
                <a:ext uri="{FF2B5EF4-FFF2-40B4-BE49-F238E27FC236}">
                  <a16:creationId xmlns:a16="http://schemas.microsoft.com/office/drawing/2014/main" id="{A45E7947-B052-61DB-8FE9-89F67DE7C41F}"/>
                </a:ext>
              </a:extLst>
            </p:cNvPr>
            <p:cNvSpPr/>
            <p:nvPr/>
          </p:nvSpPr>
          <p:spPr>
            <a:xfrm>
              <a:off x="4640150" y="2774100"/>
              <a:ext cx="226850" cy="542900"/>
            </a:xfrm>
            <a:custGeom>
              <a:avLst/>
              <a:gdLst/>
              <a:ahLst/>
              <a:cxnLst/>
              <a:rect l="l" t="t" r="r" b="b"/>
              <a:pathLst>
                <a:path w="9074" h="21716" extrusionOk="0">
                  <a:moveTo>
                    <a:pt x="2235" y="0"/>
                  </a:moveTo>
                  <a:cubicBezTo>
                    <a:pt x="1" y="1568"/>
                    <a:pt x="1902" y="8139"/>
                    <a:pt x="2302" y="9307"/>
                  </a:cubicBezTo>
                  <a:cubicBezTo>
                    <a:pt x="2669" y="10474"/>
                    <a:pt x="4037" y="13944"/>
                    <a:pt x="4037" y="13944"/>
                  </a:cubicBezTo>
                  <a:cubicBezTo>
                    <a:pt x="3503" y="14377"/>
                    <a:pt x="1368" y="18347"/>
                    <a:pt x="1368" y="18347"/>
                  </a:cubicBezTo>
                  <a:cubicBezTo>
                    <a:pt x="1668" y="19514"/>
                    <a:pt x="3503" y="21716"/>
                    <a:pt x="3503" y="21716"/>
                  </a:cubicBezTo>
                  <a:cubicBezTo>
                    <a:pt x="3503" y="21716"/>
                    <a:pt x="8707" y="15078"/>
                    <a:pt x="8907" y="14144"/>
                  </a:cubicBezTo>
                  <a:cubicBezTo>
                    <a:pt x="9074" y="13210"/>
                    <a:pt x="5404" y="3503"/>
                    <a:pt x="4470" y="2002"/>
                  </a:cubicBezTo>
                  <a:cubicBezTo>
                    <a:pt x="3937" y="1134"/>
                    <a:pt x="3169" y="434"/>
                    <a:pt x="2235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2331;p61">
              <a:extLst>
                <a:ext uri="{FF2B5EF4-FFF2-40B4-BE49-F238E27FC236}">
                  <a16:creationId xmlns:a16="http://schemas.microsoft.com/office/drawing/2014/main" id="{775622E0-9CD6-4223-2E61-211E5DB2E1C6}"/>
                </a:ext>
              </a:extLst>
            </p:cNvPr>
            <p:cNvSpPr/>
            <p:nvPr/>
          </p:nvSpPr>
          <p:spPr>
            <a:xfrm>
              <a:off x="4391750" y="2557275"/>
              <a:ext cx="29925" cy="57575"/>
            </a:xfrm>
            <a:custGeom>
              <a:avLst/>
              <a:gdLst/>
              <a:ahLst/>
              <a:cxnLst/>
              <a:rect l="l" t="t" r="r" b="b"/>
              <a:pathLst>
                <a:path w="1197" h="2303" extrusionOk="0">
                  <a:moveTo>
                    <a:pt x="1197" y="0"/>
                  </a:moveTo>
                  <a:cubicBezTo>
                    <a:pt x="1197" y="0"/>
                    <a:pt x="63" y="1535"/>
                    <a:pt x="29" y="1935"/>
                  </a:cubicBezTo>
                  <a:cubicBezTo>
                    <a:pt x="1" y="2278"/>
                    <a:pt x="879" y="2303"/>
                    <a:pt x="1131" y="2303"/>
                  </a:cubicBezTo>
                  <a:cubicBezTo>
                    <a:pt x="1172" y="2303"/>
                    <a:pt x="1197" y="2302"/>
                    <a:pt x="1197" y="2302"/>
                  </a:cubicBezTo>
                  <a:lnTo>
                    <a:pt x="1197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2332;p61">
              <a:extLst>
                <a:ext uri="{FF2B5EF4-FFF2-40B4-BE49-F238E27FC236}">
                  <a16:creationId xmlns:a16="http://schemas.microsoft.com/office/drawing/2014/main" id="{D1FDDD50-A90C-EDA6-F6AB-0D8987C3EE65}"/>
                </a:ext>
              </a:extLst>
            </p:cNvPr>
            <p:cNvSpPr/>
            <p:nvPr/>
          </p:nvSpPr>
          <p:spPr>
            <a:xfrm>
              <a:off x="4406650" y="2444725"/>
              <a:ext cx="250200" cy="332725"/>
            </a:xfrm>
            <a:custGeom>
              <a:avLst/>
              <a:gdLst/>
              <a:ahLst/>
              <a:cxnLst/>
              <a:rect l="l" t="t" r="r" b="b"/>
              <a:pathLst>
                <a:path w="10008" h="13309" extrusionOk="0">
                  <a:moveTo>
                    <a:pt x="4203" y="0"/>
                  </a:moveTo>
                  <a:cubicBezTo>
                    <a:pt x="3323" y="0"/>
                    <a:pt x="2500" y="236"/>
                    <a:pt x="1902" y="666"/>
                  </a:cubicBezTo>
                  <a:cubicBezTo>
                    <a:pt x="1368" y="1500"/>
                    <a:pt x="901" y="2368"/>
                    <a:pt x="601" y="3268"/>
                  </a:cubicBezTo>
                  <a:cubicBezTo>
                    <a:pt x="267" y="4402"/>
                    <a:pt x="1" y="9272"/>
                    <a:pt x="1335" y="10407"/>
                  </a:cubicBezTo>
                  <a:cubicBezTo>
                    <a:pt x="1435" y="10507"/>
                    <a:pt x="1568" y="10573"/>
                    <a:pt x="1702" y="10607"/>
                  </a:cubicBezTo>
                  <a:cubicBezTo>
                    <a:pt x="1984" y="10674"/>
                    <a:pt x="2272" y="10709"/>
                    <a:pt x="2559" y="10709"/>
                  </a:cubicBezTo>
                  <a:cubicBezTo>
                    <a:pt x="2983" y="10709"/>
                    <a:pt x="3405" y="10633"/>
                    <a:pt x="3803" y="10473"/>
                  </a:cubicBezTo>
                  <a:lnTo>
                    <a:pt x="3803" y="13309"/>
                  </a:lnTo>
                  <a:lnTo>
                    <a:pt x="8874" y="13309"/>
                  </a:lnTo>
                  <a:cubicBezTo>
                    <a:pt x="8874" y="13309"/>
                    <a:pt x="8707" y="11107"/>
                    <a:pt x="8707" y="10340"/>
                  </a:cubicBezTo>
                  <a:cubicBezTo>
                    <a:pt x="8673" y="9606"/>
                    <a:pt x="10008" y="7671"/>
                    <a:pt x="9007" y="3769"/>
                  </a:cubicBezTo>
                  <a:cubicBezTo>
                    <a:pt x="8298" y="1117"/>
                    <a:pt x="6117" y="0"/>
                    <a:pt x="4203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2333;p61">
              <a:extLst>
                <a:ext uri="{FF2B5EF4-FFF2-40B4-BE49-F238E27FC236}">
                  <a16:creationId xmlns:a16="http://schemas.microsoft.com/office/drawing/2014/main" id="{6C4AE618-F91F-CC5A-48C2-E3637E93E563}"/>
                </a:ext>
              </a:extLst>
            </p:cNvPr>
            <p:cNvSpPr/>
            <p:nvPr/>
          </p:nvSpPr>
          <p:spPr>
            <a:xfrm>
              <a:off x="4339100" y="2764000"/>
              <a:ext cx="419500" cy="617225"/>
            </a:xfrm>
            <a:custGeom>
              <a:avLst/>
              <a:gdLst/>
              <a:ahLst/>
              <a:cxnLst/>
              <a:rect l="l" t="t" r="r" b="b"/>
              <a:pathLst>
                <a:path w="16780" h="24689" extrusionOk="0">
                  <a:moveTo>
                    <a:pt x="12603" y="0"/>
                  </a:moveTo>
                  <a:cubicBezTo>
                    <a:pt x="10618" y="0"/>
                    <a:pt x="5438" y="838"/>
                    <a:pt x="5438" y="838"/>
                  </a:cubicBezTo>
                  <a:lnTo>
                    <a:pt x="301" y="6475"/>
                  </a:lnTo>
                  <a:cubicBezTo>
                    <a:pt x="301" y="6475"/>
                    <a:pt x="1" y="8977"/>
                    <a:pt x="167" y="10278"/>
                  </a:cubicBezTo>
                  <a:cubicBezTo>
                    <a:pt x="368" y="11579"/>
                    <a:pt x="1635" y="12313"/>
                    <a:pt x="1635" y="12313"/>
                  </a:cubicBezTo>
                  <a:lnTo>
                    <a:pt x="734" y="23221"/>
                  </a:lnTo>
                  <a:cubicBezTo>
                    <a:pt x="734" y="23221"/>
                    <a:pt x="2035" y="24622"/>
                    <a:pt x="7406" y="24688"/>
                  </a:cubicBezTo>
                  <a:lnTo>
                    <a:pt x="7873" y="24688"/>
                  </a:lnTo>
                  <a:cubicBezTo>
                    <a:pt x="13610" y="24622"/>
                    <a:pt x="16779" y="21119"/>
                    <a:pt x="16779" y="21119"/>
                  </a:cubicBezTo>
                  <a:lnTo>
                    <a:pt x="13911" y="13714"/>
                  </a:lnTo>
                  <a:cubicBezTo>
                    <a:pt x="14878" y="11612"/>
                    <a:pt x="15545" y="9411"/>
                    <a:pt x="15945" y="7142"/>
                  </a:cubicBezTo>
                  <a:cubicBezTo>
                    <a:pt x="15979" y="6709"/>
                    <a:pt x="16045" y="6309"/>
                    <a:pt x="16079" y="5842"/>
                  </a:cubicBezTo>
                  <a:cubicBezTo>
                    <a:pt x="16512" y="1505"/>
                    <a:pt x="14611" y="71"/>
                    <a:pt x="12810" y="4"/>
                  </a:cubicBezTo>
                  <a:cubicBezTo>
                    <a:pt x="12745" y="2"/>
                    <a:pt x="12676" y="0"/>
                    <a:pt x="1260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2334;p61">
              <a:extLst>
                <a:ext uri="{FF2B5EF4-FFF2-40B4-BE49-F238E27FC236}">
                  <a16:creationId xmlns:a16="http://schemas.microsoft.com/office/drawing/2014/main" id="{3E601474-1890-C408-4002-8699AFA2C4B3}"/>
                </a:ext>
              </a:extLst>
            </p:cNvPr>
            <p:cNvSpPr/>
            <p:nvPr/>
          </p:nvSpPr>
          <p:spPr>
            <a:xfrm>
              <a:off x="4524225" y="2941725"/>
              <a:ext cx="233525" cy="438650"/>
            </a:xfrm>
            <a:custGeom>
              <a:avLst/>
              <a:gdLst/>
              <a:ahLst/>
              <a:cxnLst/>
              <a:rect l="l" t="t" r="r" b="b"/>
              <a:pathLst>
                <a:path w="9341" h="17546" extrusionOk="0">
                  <a:moveTo>
                    <a:pt x="8507" y="0"/>
                  </a:moveTo>
                  <a:cubicBezTo>
                    <a:pt x="8407" y="334"/>
                    <a:pt x="6939" y="5337"/>
                    <a:pt x="3904" y="7405"/>
                  </a:cubicBezTo>
                  <a:cubicBezTo>
                    <a:pt x="3904" y="7405"/>
                    <a:pt x="7473" y="8339"/>
                    <a:pt x="6939" y="11675"/>
                  </a:cubicBezTo>
                  <a:cubicBezTo>
                    <a:pt x="6405" y="15011"/>
                    <a:pt x="3303" y="16979"/>
                    <a:pt x="1" y="17546"/>
                  </a:cubicBezTo>
                  <a:lnTo>
                    <a:pt x="435" y="17546"/>
                  </a:lnTo>
                  <a:cubicBezTo>
                    <a:pt x="6205" y="17479"/>
                    <a:pt x="9341" y="14010"/>
                    <a:pt x="9341" y="14010"/>
                  </a:cubicBezTo>
                  <a:lnTo>
                    <a:pt x="6472" y="6571"/>
                  </a:lnTo>
                  <a:cubicBezTo>
                    <a:pt x="7473" y="4503"/>
                    <a:pt x="8140" y="2268"/>
                    <a:pt x="85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2335;p61">
              <a:extLst>
                <a:ext uri="{FF2B5EF4-FFF2-40B4-BE49-F238E27FC236}">
                  <a16:creationId xmlns:a16="http://schemas.microsoft.com/office/drawing/2014/main" id="{4DA3DD7B-2826-F442-E6DC-5D3886FC220C}"/>
                </a:ext>
              </a:extLst>
            </p:cNvPr>
            <p:cNvSpPr/>
            <p:nvPr/>
          </p:nvSpPr>
          <p:spPr>
            <a:xfrm>
              <a:off x="4440000" y="2692375"/>
              <a:ext cx="63400" cy="20075"/>
            </a:xfrm>
            <a:custGeom>
              <a:avLst/>
              <a:gdLst/>
              <a:ahLst/>
              <a:cxnLst/>
              <a:rect l="l" t="t" r="r" b="b"/>
              <a:pathLst>
                <a:path w="2536" h="803" extrusionOk="0">
                  <a:moveTo>
                    <a:pt x="2536" y="0"/>
                  </a:moveTo>
                  <a:lnTo>
                    <a:pt x="2536" y="0"/>
                  </a:lnTo>
                  <a:cubicBezTo>
                    <a:pt x="2536" y="0"/>
                    <a:pt x="1495" y="557"/>
                    <a:pt x="506" y="557"/>
                  </a:cubicBezTo>
                  <a:cubicBezTo>
                    <a:pt x="334" y="557"/>
                    <a:pt x="164" y="540"/>
                    <a:pt x="1" y="501"/>
                  </a:cubicBezTo>
                  <a:lnTo>
                    <a:pt x="1" y="501"/>
                  </a:lnTo>
                  <a:cubicBezTo>
                    <a:pt x="101" y="601"/>
                    <a:pt x="234" y="667"/>
                    <a:pt x="368" y="701"/>
                  </a:cubicBezTo>
                  <a:cubicBezTo>
                    <a:pt x="650" y="768"/>
                    <a:pt x="938" y="803"/>
                    <a:pt x="1225" y="803"/>
                  </a:cubicBezTo>
                  <a:cubicBezTo>
                    <a:pt x="1649" y="803"/>
                    <a:pt x="2071" y="727"/>
                    <a:pt x="2469" y="567"/>
                  </a:cubicBezTo>
                  <a:lnTo>
                    <a:pt x="2536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2336;p61">
              <a:extLst>
                <a:ext uri="{FF2B5EF4-FFF2-40B4-BE49-F238E27FC236}">
                  <a16:creationId xmlns:a16="http://schemas.microsoft.com/office/drawing/2014/main" id="{05AA971B-AD91-9F92-2AA0-A75AF4DB6132}"/>
                </a:ext>
              </a:extLst>
            </p:cNvPr>
            <p:cNvSpPr/>
            <p:nvPr/>
          </p:nvSpPr>
          <p:spPr>
            <a:xfrm>
              <a:off x="4341600" y="2331750"/>
              <a:ext cx="400325" cy="374900"/>
            </a:xfrm>
            <a:custGeom>
              <a:avLst/>
              <a:gdLst/>
              <a:ahLst/>
              <a:cxnLst/>
              <a:rect l="l" t="t" r="r" b="b"/>
              <a:pathLst>
                <a:path w="16013" h="14996" extrusionOk="0">
                  <a:moveTo>
                    <a:pt x="9851" y="1"/>
                  </a:moveTo>
                  <a:cubicBezTo>
                    <a:pt x="9046" y="1"/>
                    <a:pt x="8302" y="422"/>
                    <a:pt x="7940" y="1116"/>
                  </a:cubicBezTo>
                  <a:cubicBezTo>
                    <a:pt x="7940" y="1116"/>
                    <a:pt x="7046" y="111"/>
                    <a:pt x="5753" y="111"/>
                  </a:cubicBezTo>
                  <a:cubicBezTo>
                    <a:pt x="5466" y="111"/>
                    <a:pt x="5159" y="161"/>
                    <a:pt x="4837" y="282"/>
                  </a:cubicBezTo>
                  <a:cubicBezTo>
                    <a:pt x="3803" y="582"/>
                    <a:pt x="3270" y="1683"/>
                    <a:pt x="3637" y="2684"/>
                  </a:cubicBezTo>
                  <a:cubicBezTo>
                    <a:pt x="3637" y="2684"/>
                    <a:pt x="3229" y="2513"/>
                    <a:pt x="2697" y="2513"/>
                  </a:cubicBezTo>
                  <a:cubicBezTo>
                    <a:pt x="2151" y="2513"/>
                    <a:pt x="1474" y="2692"/>
                    <a:pt x="968" y="3417"/>
                  </a:cubicBezTo>
                  <a:cubicBezTo>
                    <a:pt x="1" y="4818"/>
                    <a:pt x="1168" y="7153"/>
                    <a:pt x="3203" y="7787"/>
                  </a:cubicBezTo>
                  <a:cubicBezTo>
                    <a:pt x="3403" y="7187"/>
                    <a:pt x="3737" y="6620"/>
                    <a:pt x="4170" y="6119"/>
                  </a:cubicBezTo>
                  <a:cubicBezTo>
                    <a:pt x="4170" y="6119"/>
                    <a:pt x="4370" y="7253"/>
                    <a:pt x="5004" y="7354"/>
                  </a:cubicBezTo>
                  <a:cubicBezTo>
                    <a:pt x="5004" y="7354"/>
                    <a:pt x="4270" y="9155"/>
                    <a:pt x="5371" y="9789"/>
                  </a:cubicBezTo>
                  <a:cubicBezTo>
                    <a:pt x="5371" y="9789"/>
                    <a:pt x="4837" y="11223"/>
                    <a:pt x="5371" y="11290"/>
                  </a:cubicBezTo>
                  <a:cubicBezTo>
                    <a:pt x="5371" y="11290"/>
                    <a:pt x="5399" y="11313"/>
                    <a:pt x="5441" y="11313"/>
                  </a:cubicBezTo>
                  <a:cubicBezTo>
                    <a:pt x="5523" y="11313"/>
                    <a:pt x="5662" y="11227"/>
                    <a:pt x="5771" y="10723"/>
                  </a:cubicBezTo>
                  <a:cubicBezTo>
                    <a:pt x="5938" y="10189"/>
                    <a:pt x="6339" y="9288"/>
                    <a:pt x="7039" y="9021"/>
                  </a:cubicBezTo>
                  <a:cubicBezTo>
                    <a:pt x="7174" y="8978"/>
                    <a:pt x="7311" y="8958"/>
                    <a:pt x="7444" y="8958"/>
                  </a:cubicBezTo>
                  <a:cubicBezTo>
                    <a:pt x="8035" y="8958"/>
                    <a:pt x="8571" y="9357"/>
                    <a:pt x="8707" y="9955"/>
                  </a:cubicBezTo>
                  <a:cubicBezTo>
                    <a:pt x="8774" y="10189"/>
                    <a:pt x="8774" y="10456"/>
                    <a:pt x="8707" y="10689"/>
                  </a:cubicBezTo>
                  <a:cubicBezTo>
                    <a:pt x="8486" y="11669"/>
                    <a:pt x="7876" y="12498"/>
                    <a:pt x="6621" y="12498"/>
                  </a:cubicBezTo>
                  <a:cubicBezTo>
                    <a:pt x="6551" y="12498"/>
                    <a:pt x="6479" y="12496"/>
                    <a:pt x="6405" y="12491"/>
                  </a:cubicBezTo>
                  <a:lnTo>
                    <a:pt x="6405" y="12491"/>
                  </a:lnTo>
                  <a:cubicBezTo>
                    <a:pt x="6405" y="12491"/>
                    <a:pt x="6439" y="14325"/>
                    <a:pt x="7840" y="14759"/>
                  </a:cubicBezTo>
                  <a:cubicBezTo>
                    <a:pt x="8384" y="14940"/>
                    <a:pt x="9030" y="14996"/>
                    <a:pt x="9616" y="14996"/>
                  </a:cubicBezTo>
                  <a:cubicBezTo>
                    <a:pt x="10536" y="14996"/>
                    <a:pt x="11309" y="14859"/>
                    <a:pt x="11309" y="14859"/>
                  </a:cubicBezTo>
                  <a:cubicBezTo>
                    <a:pt x="11709" y="14292"/>
                    <a:pt x="12143" y="13758"/>
                    <a:pt x="12610" y="13258"/>
                  </a:cubicBezTo>
                  <a:cubicBezTo>
                    <a:pt x="13243" y="12657"/>
                    <a:pt x="16012" y="9855"/>
                    <a:pt x="15812" y="7320"/>
                  </a:cubicBezTo>
                  <a:cubicBezTo>
                    <a:pt x="15645" y="4818"/>
                    <a:pt x="13844" y="4518"/>
                    <a:pt x="13844" y="4518"/>
                  </a:cubicBezTo>
                  <a:cubicBezTo>
                    <a:pt x="14311" y="3851"/>
                    <a:pt x="14278" y="2950"/>
                    <a:pt x="13777" y="2283"/>
                  </a:cubicBezTo>
                  <a:cubicBezTo>
                    <a:pt x="13513" y="1887"/>
                    <a:pt x="13061" y="1665"/>
                    <a:pt x="12601" y="1665"/>
                  </a:cubicBezTo>
                  <a:cubicBezTo>
                    <a:pt x="12364" y="1665"/>
                    <a:pt x="12125" y="1725"/>
                    <a:pt x="11909" y="1850"/>
                  </a:cubicBezTo>
                  <a:cubicBezTo>
                    <a:pt x="11909" y="1850"/>
                    <a:pt x="11642" y="215"/>
                    <a:pt x="10108" y="15"/>
                  </a:cubicBezTo>
                  <a:cubicBezTo>
                    <a:pt x="10022" y="5"/>
                    <a:pt x="9936" y="1"/>
                    <a:pt x="98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2337;p61">
              <a:extLst>
                <a:ext uri="{FF2B5EF4-FFF2-40B4-BE49-F238E27FC236}">
                  <a16:creationId xmlns:a16="http://schemas.microsoft.com/office/drawing/2014/main" id="{A7EEC245-5D36-5C66-0553-C74D1BABEABA}"/>
                </a:ext>
              </a:extLst>
            </p:cNvPr>
            <p:cNvSpPr/>
            <p:nvPr/>
          </p:nvSpPr>
          <p:spPr>
            <a:xfrm>
              <a:off x="3691775" y="2614950"/>
              <a:ext cx="791625" cy="373525"/>
            </a:xfrm>
            <a:custGeom>
              <a:avLst/>
              <a:gdLst/>
              <a:ahLst/>
              <a:cxnLst/>
              <a:rect l="l" t="t" r="r" b="b"/>
              <a:pathLst>
                <a:path w="31665" h="14941" extrusionOk="0">
                  <a:moveTo>
                    <a:pt x="434" y="1"/>
                  </a:moveTo>
                  <a:cubicBezTo>
                    <a:pt x="156" y="1"/>
                    <a:pt x="0" y="123"/>
                    <a:pt x="42" y="262"/>
                  </a:cubicBezTo>
                  <a:cubicBezTo>
                    <a:pt x="109" y="562"/>
                    <a:pt x="1977" y="3097"/>
                    <a:pt x="1977" y="3097"/>
                  </a:cubicBezTo>
                  <a:cubicBezTo>
                    <a:pt x="1476" y="3331"/>
                    <a:pt x="1209" y="3831"/>
                    <a:pt x="1309" y="4365"/>
                  </a:cubicBezTo>
                  <a:cubicBezTo>
                    <a:pt x="676" y="4665"/>
                    <a:pt x="876" y="5499"/>
                    <a:pt x="876" y="5499"/>
                  </a:cubicBezTo>
                  <a:cubicBezTo>
                    <a:pt x="609" y="5899"/>
                    <a:pt x="609" y="6400"/>
                    <a:pt x="876" y="6767"/>
                  </a:cubicBezTo>
                  <a:cubicBezTo>
                    <a:pt x="1309" y="7500"/>
                    <a:pt x="4779" y="8601"/>
                    <a:pt x="5446" y="8835"/>
                  </a:cubicBezTo>
                  <a:cubicBezTo>
                    <a:pt x="6079" y="9102"/>
                    <a:pt x="15786" y="14839"/>
                    <a:pt x="16620" y="14939"/>
                  </a:cubicBezTo>
                  <a:cubicBezTo>
                    <a:pt x="16631" y="14940"/>
                    <a:pt x="16644" y="14940"/>
                    <a:pt x="16661" y="14940"/>
                  </a:cubicBezTo>
                  <a:cubicBezTo>
                    <a:pt x="17506" y="14940"/>
                    <a:pt x="26289" y="14127"/>
                    <a:pt x="27728" y="13571"/>
                  </a:cubicBezTo>
                  <a:cubicBezTo>
                    <a:pt x="29229" y="12938"/>
                    <a:pt x="30464" y="11770"/>
                    <a:pt x="31131" y="10236"/>
                  </a:cubicBezTo>
                  <a:cubicBezTo>
                    <a:pt x="31631" y="9135"/>
                    <a:pt x="31664" y="7901"/>
                    <a:pt x="31297" y="6767"/>
                  </a:cubicBezTo>
                  <a:lnTo>
                    <a:pt x="31297" y="6767"/>
                  </a:lnTo>
                  <a:cubicBezTo>
                    <a:pt x="31297" y="6767"/>
                    <a:pt x="30530" y="6767"/>
                    <a:pt x="28929" y="6800"/>
                  </a:cubicBezTo>
                  <a:cubicBezTo>
                    <a:pt x="27328" y="6833"/>
                    <a:pt x="16720" y="10002"/>
                    <a:pt x="16153" y="10002"/>
                  </a:cubicBezTo>
                  <a:cubicBezTo>
                    <a:pt x="15586" y="10002"/>
                    <a:pt x="7047" y="5766"/>
                    <a:pt x="7047" y="5766"/>
                  </a:cubicBezTo>
                  <a:cubicBezTo>
                    <a:pt x="6980" y="5099"/>
                    <a:pt x="6980" y="4465"/>
                    <a:pt x="6980" y="3798"/>
                  </a:cubicBezTo>
                  <a:cubicBezTo>
                    <a:pt x="7080" y="3231"/>
                    <a:pt x="7280" y="2564"/>
                    <a:pt x="7347" y="2230"/>
                  </a:cubicBezTo>
                  <a:cubicBezTo>
                    <a:pt x="7414" y="1863"/>
                    <a:pt x="7214" y="1796"/>
                    <a:pt x="7214" y="1796"/>
                  </a:cubicBezTo>
                  <a:cubicBezTo>
                    <a:pt x="7167" y="1788"/>
                    <a:pt x="7121" y="1784"/>
                    <a:pt x="7076" y="1784"/>
                  </a:cubicBezTo>
                  <a:cubicBezTo>
                    <a:pt x="5994" y="1784"/>
                    <a:pt x="5379" y="3998"/>
                    <a:pt x="5379" y="3998"/>
                  </a:cubicBezTo>
                  <a:lnTo>
                    <a:pt x="3578" y="2530"/>
                  </a:lnTo>
                  <a:cubicBezTo>
                    <a:pt x="3044" y="2063"/>
                    <a:pt x="2577" y="1563"/>
                    <a:pt x="2110" y="996"/>
                  </a:cubicBezTo>
                  <a:cubicBezTo>
                    <a:pt x="1449" y="238"/>
                    <a:pt x="823" y="1"/>
                    <a:pt x="434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89659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2421350" y="224502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174012" y="3496"/>
            <a:ext cx="383351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 Dataset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22D1F7-B8C1-EA88-B8FA-37977F514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581" y="987853"/>
            <a:ext cx="5542838" cy="37507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14053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4"/>
          <p:cNvSpPr txBox="1">
            <a:spLocks noGrp="1"/>
          </p:cNvSpPr>
          <p:nvPr>
            <p:ph type="title" idx="2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spcFirstLastPara="1" wrap="square" lIns="91425" tIns="91425" rIns="11255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04</a:t>
            </a:r>
            <a:endParaRPr dirty="0"/>
          </a:p>
        </p:txBody>
      </p:sp>
      <p:sp>
        <p:nvSpPr>
          <p:cNvPr id="552" name="Google Shape;552;p44"/>
          <p:cNvSpPr txBox="1">
            <a:spLocks noGrp="1"/>
          </p:cNvSpPr>
          <p:nvPr>
            <p:ph type="title"/>
          </p:nvPr>
        </p:nvSpPr>
        <p:spPr>
          <a:xfrm flipH="1">
            <a:off x="616300" y="1041278"/>
            <a:ext cx="2895600" cy="11237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</a:rPr>
              <a:t>Results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948" name="Google Shape;2614;p65">
            <a:extLst>
              <a:ext uri="{FF2B5EF4-FFF2-40B4-BE49-F238E27FC236}">
                <a16:creationId xmlns:a16="http://schemas.microsoft.com/office/drawing/2014/main" id="{35E7DA8E-75E3-878F-70E9-5DC4FDE9D57E}"/>
              </a:ext>
            </a:extLst>
          </p:cNvPr>
          <p:cNvGrpSpPr/>
          <p:nvPr/>
        </p:nvGrpSpPr>
        <p:grpSpPr>
          <a:xfrm>
            <a:off x="4572000" y="1173659"/>
            <a:ext cx="3748650" cy="3375856"/>
            <a:chOff x="206177" y="1583868"/>
            <a:chExt cx="2763399" cy="2545862"/>
          </a:xfrm>
        </p:grpSpPr>
        <p:sp>
          <p:nvSpPr>
            <p:cNvPr id="949" name="Google Shape;2615;p65">
              <a:extLst>
                <a:ext uri="{FF2B5EF4-FFF2-40B4-BE49-F238E27FC236}">
                  <a16:creationId xmlns:a16="http://schemas.microsoft.com/office/drawing/2014/main" id="{460F7FFC-5F4F-14E5-1BC3-FE2E943F66EF}"/>
                </a:ext>
              </a:extLst>
            </p:cNvPr>
            <p:cNvSpPr/>
            <p:nvPr/>
          </p:nvSpPr>
          <p:spPr>
            <a:xfrm flipH="1">
              <a:off x="206177" y="2717824"/>
              <a:ext cx="2763399" cy="1411906"/>
            </a:xfrm>
            <a:custGeom>
              <a:avLst/>
              <a:gdLst/>
              <a:ahLst/>
              <a:cxnLst/>
              <a:rect l="l" t="t" r="r" b="b"/>
              <a:pathLst>
                <a:path w="200210" h="102275" extrusionOk="0">
                  <a:moveTo>
                    <a:pt x="100105" y="1"/>
                  </a:moveTo>
                  <a:cubicBezTo>
                    <a:pt x="44799" y="1"/>
                    <a:pt x="0" y="22917"/>
                    <a:pt x="0" y="51138"/>
                  </a:cubicBezTo>
                  <a:cubicBezTo>
                    <a:pt x="0" y="79391"/>
                    <a:pt x="44799" y="102274"/>
                    <a:pt x="100105" y="102274"/>
                  </a:cubicBezTo>
                  <a:cubicBezTo>
                    <a:pt x="155378" y="102274"/>
                    <a:pt x="200210" y="79391"/>
                    <a:pt x="200210" y="51138"/>
                  </a:cubicBezTo>
                  <a:cubicBezTo>
                    <a:pt x="200210" y="22917"/>
                    <a:pt x="155378" y="1"/>
                    <a:pt x="10010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2616;p65">
              <a:extLst>
                <a:ext uri="{FF2B5EF4-FFF2-40B4-BE49-F238E27FC236}">
                  <a16:creationId xmlns:a16="http://schemas.microsoft.com/office/drawing/2014/main" id="{22CC1A22-3CE2-7F69-9FF1-E701F9A27266}"/>
                </a:ext>
              </a:extLst>
            </p:cNvPr>
            <p:cNvSpPr/>
            <p:nvPr/>
          </p:nvSpPr>
          <p:spPr>
            <a:xfrm flipH="1">
              <a:off x="829629" y="3498288"/>
              <a:ext cx="675642" cy="355323"/>
            </a:xfrm>
            <a:custGeom>
              <a:avLst/>
              <a:gdLst/>
              <a:ahLst/>
              <a:cxnLst/>
              <a:rect l="l" t="t" r="r" b="b"/>
              <a:pathLst>
                <a:path w="41330" h="21729" extrusionOk="0">
                  <a:moveTo>
                    <a:pt x="20916" y="1"/>
                  </a:moveTo>
                  <a:cubicBezTo>
                    <a:pt x="15982" y="1"/>
                    <a:pt x="11034" y="1119"/>
                    <a:pt x="7305" y="3343"/>
                  </a:cubicBezTo>
                  <a:cubicBezTo>
                    <a:pt x="0" y="7646"/>
                    <a:pt x="67" y="14517"/>
                    <a:pt x="7472" y="18687"/>
                  </a:cubicBezTo>
                  <a:cubicBezTo>
                    <a:pt x="11064" y="20719"/>
                    <a:pt x="15733" y="21729"/>
                    <a:pt x="20422" y="21729"/>
                  </a:cubicBezTo>
                  <a:cubicBezTo>
                    <a:pt x="25356" y="21729"/>
                    <a:pt x="30312" y="20610"/>
                    <a:pt x="34058" y="18387"/>
                  </a:cubicBezTo>
                  <a:cubicBezTo>
                    <a:pt x="41330" y="14084"/>
                    <a:pt x="41263" y="7212"/>
                    <a:pt x="33891" y="3043"/>
                  </a:cubicBezTo>
                  <a:cubicBezTo>
                    <a:pt x="30283" y="1011"/>
                    <a:pt x="25605" y="1"/>
                    <a:pt x="209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2617;p65">
              <a:extLst>
                <a:ext uri="{FF2B5EF4-FFF2-40B4-BE49-F238E27FC236}">
                  <a16:creationId xmlns:a16="http://schemas.microsoft.com/office/drawing/2014/main" id="{AB3A5FFF-066F-ACAE-58B7-FF0EEA52B1BB}"/>
                </a:ext>
              </a:extLst>
            </p:cNvPr>
            <p:cNvSpPr/>
            <p:nvPr/>
          </p:nvSpPr>
          <p:spPr>
            <a:xfrm flipH="1">
              <a:off x="1296955" y="1583868"/>
              <a:ext cx="1195869" cy="2037309"/>
            </a:xfrm>
            <a:custGeom>
              <a:avLst/>
              <a:gdLst/>
              <a:ahLst/>
              <a:cxnLst/>
              <a:rect l="l" t="t" r="r" b="b"/>
              <a:pathLst>
                <a:path w="73153" h="124587" extrusionOk="0">
                  <a:moveTo>
                    <a:pt x="70749" y="0"/>
                  </a:moveTo>
                  <a:cubicBezTo>
                    <a:pt x="70509" y="0"/>
                    <a:pt x="70274" y="76"/>
                    <a:pt x="70084" y="229"/>
                  </a:cubicBezTo>
                  <a:lnTo>
                    <a:pt x="1735" y="39690"/>
                  </a:lnTo>
                  <a:cubicBezTo>
                    <a:pt x="734" y="40324"/>
                    <a:pt x="101" y="41425"/>
                    <a:pt x="67" y="42592"/>
                  </a:cubicBezTo>
                  <a:lnTo>
                    <a:pt x="67" y="122616"/>
                  </a:lnTo>
                  <a:cubicBezTo>
                    <a:pt x="0" y="123050"/>
                    <a:pt x="201" y="123450"/>
                    <a:pt x="568" y="123717"/>
                  </a:cubicBezTo>
                  <a:lnTo>
                    <a:pt x="1902" y="124484"/>
                  </a:lnTo>
                  <a:cubicBezTo>
                    <a:pt x="2063" y="124552"/>
                    <a:pt x="2230" y="124586"/>
                    <a:pt x="2396" y="124586"/>
                  </a:cubicBezTo>
                  <a:cubicBezTo>
                    <a:pt x="2641" y="124586"/>
                    <a:pt x="2884" y="124510"/>
                    <a:pt x="3103" y="124351"/>
                  </a:cubicBezTo>
                  <a:lnTo>
                    <a:pt x="71418" y="84889"/>
                  </a:lnTo>
                  <a:cubicBezTo>
                    <a:pt x="72419" y="84256"/>
                    <a:pt x="73053" y="83155"/>
                    <a:pt x="73086" y="81987"/>
                  </a:cubicBezTo>
                  <a:lnTo>
                    <a:pt x="73086" y="1963"/>
                  </a:lnTo>
                  <a:cubicBezTo>
                    <a:pt x="73153" y="1530"/>
                    <a:pt x="72953" y="1096"/>
                    <a:pt x="72586" y="863"/>
                  </a:cubicBezTo>
                  <a:lnTo>
                    <a:pt x="71285" y="129"/>
                  </a:lnTo>
                  <a:cubicBezTo>
                    <a:pt x="71113" y="43"/>
                    <a:pt x="70929" y="0"/>
                    <a:pt x="7074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2618;p65">
              <a:extLst>
                <a:ext uri="{FF2B5EF4-FFF2-40B4-BE49-F238E27FC236}">
                  <a16:creationId xmlns:a16="http://schemas.microsoft.com/office/drawing/2014/main" id="{64ED0AEF-9E45-A7B3-64AE-2E5C6E7CE98C}"/>
                </a:ext>
              </a:extLst>
            </p:cNvPr>
            <p:cNvSpPr/>
            <p:nvPr/>
          </p:nvSpPr>
          <p:spPr>
            <a:xfrm flipH="1">
              <a:off x="1298050" y="1596427"/>
              <a:ext cx="1171871" cy="2025731"/>
            </a:xfrm>
            <a:custGeom>
              <a:avLst/>
              <a:gdLst/>
              <a:ahLst/>
              <a:cxnLst/>
              <a:rect l="l" t="t" r="r" b="b"/>
              <a:pathLst>
                <a:path w="71685" h="123879" extrusionOk="0">
                  <a:moveTo>
                    <a:pt x="70763" y="0"/>
                  </a:moveTo>
                  <a:cubicBezTo>
                    <a:pt x="70540" y="0"/>
                    <a:pt x="70287" y="74"/>
                    <a:pt x="70017" y="228"/>
                  </a:cubicBezTo>
                  <a:lnTo>
                    <a:pt x="1668" y="39723"/>
                  </a:lnTo>
                  <a:cubicBezTo>
                    <a:pt x="701" y="40357"/>
                    <a:pt x="67" y="41458"/>
                    <a:pt x="0" y="42625"/>
                  </a:cubicBezTo>
                  <a:lnTo>
                    <a:pt x="0" y="122682"/>
                  </a:lnTo>
                  <a:cubicBezTo>
                    <a:pt x="0" y="123440"/>
                    <a:pt x="387" y="123878"/>
                    <a:pt x="933" y="123878"/>
                  </a:cubicBezTo>
                  <a:cubicBezTo>
                    <a:pt x="1156" y="123878"/>
                    <a:pt x="1407" y="123805"/>
                    <a:pt x="1668" y="123650"/>
                  </a:cubicBezTo>
                  <a:lnTo>
                    <a:pt x="70017" y="84188"/>
                  </a:lnTo>
                  <a:cubicBezTo>
                    <a:pt x="71018" y="83554"/>
                    <a:pt x="71618" y="82454"/>
                    <a:pt x="71685" y="81286"/>
                  </a:cubicBezTo>
                  <a:lnTo>
                    <a:pt x="71685" y="1229"/>
                  </a:lnTo>
                  <a:cubicBezTo>
                    <a:pt x="71685" y="446"/>
                    <a:pt x="71314" y="0"/>
                    <a:pt x="707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2619;p65">
              <a:extLst>
                <a:ext uri="{FF2B5EF4-FFF2-40B4-BE49-F238E27FC236}">
                  <a16:creationId xmlns:a16="http://schemas.microsoft.com/office/drawing/2014/main" id="{3CB37F56-CCDD-ABDD-EE02-3EF8293461AA}"/>
                </a:ext>
              </a:extLst>
            </p:cNvPr>
            <p:cNvSpPr/>
            <p:nvPr/>
          </p:nvSpPr>
          <p:spPr>
            <a:xfrm flipH="1">
              <a:off x="1298050" y="1596198"/>
              <a:ext cx="1171871" cy="2025290"/>
            </a:xfrm>
            <a:custGeom>
              <a:avLst/>
              <a:gdLst/>
              <a:ahLst/>
              <a:cxnLst/>
              <a:rect l="l" t="t" r="r" b="b"/>
              <a:pathLst>
                <a:path w="71685" h="123852" extrusionOk="0">
                  <a:moveTo>
                    <a:pt x="70712" y="1"/>
                  </a:moveTo>
                  <a:cubicBezTo>
                    <a:pt x="70578" y="1"/>
                    <a:pt x="70435" y="25"/>
                    <a:pt x="70284" y="75"/>
                  </a:cubicBezTo>
                  <a:cubicBezTo>
                    <a:pt x="70317" y="175"/>
                    <a:pt x="70317" y="309"/>
                    <a:pt x="70317" y="409"/>
                  </a:cubicBezTo>
                  <a:lnTo>
                    <a:pt x="70317" y="80466"/>
                  </a:lnTo>
                  <a:cubicBezTo>
                    <a:pt x="70251" y="81667"/>
                    <a:pt x="69650" y="82734"/>
                    <a:pt x="68649" y="83402"/>
                  </a:cubicBezTo>
                  <a:lnTo>
                    <a:pt x="301" y="122830"/>
                  </a:lnTo>
                  <a:cubicBezTo>
                    <a:pt x="201" y="122896"/>
                    <a:pt x="101" y="122930"/>
                    <a:pt x="0" y="122997"/>
                  </a:cubicBezTo>
                  <a:cubicBezTo>
                    <a:pt x="113" y="123539"/>
                    <a:pt x="456" y="123852"/>
                    <a:pt x="925" y="123852"/>
                  </a:cubicBezTo>
                  <a:cubicBezTo>
                    <a:pt x="1148" y="123852"/>
                    <a:pt x="1399" y="123781"/>
                    <a:pt x="1668" y="123630"/>
                  </a:cubicBezTo>
                  <a:lnTo>
                    <a:pt x="70017" y="84202"/>
                  </a:lnTo>
                  <a:cubicBezTo>
                    <a:pt x="71018" y="83535"/>
                    <a:pt x="71618" y="82434"/>
                    <a:pt x="71685" y="81267"/>
                  </a:cubicBezTo>
                  <a:lnTo>
                    <a:pt x="71685" y="1209"/>
                  </a:lnTo>
                  <a:cubicBezTo>
                    <a:pt x="71685" y="451"/>
                    <a:pt x="71289" y="1"/>
                    <a:pt x="707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2620;p65">
              <a:extLst>
                <a:ext uri="{FF2B5EF4-FFF2-40B4-BE49-F238E27FC236}">
                  <a16:creationId xmlns:a16="http://schemas.microsoft.com/office/drawing/2014/main" id="{1A009737-6C2A-C5B1-0E59-B752EED98562}"/>
                </a:ext>
              </a:extLst>
            </p:cNvPr>
            <p:cNvSpPr/>
            <p:nvPr/>
          </p:nvSpPr>
          <p:spPr>
            <a:xfrm flipH="1">
              <a:off x="1325301" y="1600139"/>
              <a:ext cx="1148984" cy="2001366"/>
            </a:xfrm>
            <a:custGeom>
              <a:avLst/>
              <a:gdLst/>
              <a:ahLst/>
              <a:cxnLst/>
              <a:rect l="l" t="t" r="r" b="b"/>
              <a:pathLst>
                <a:path w="70285" h="122389" extrusionOk="0">
                  <a:moveTo>
                    <a:pt x="70284" y="1"/>
                  </a:moveTo>
                  <a:lnTo>
                    <a:pt x="52605" y="10008"/>
                  </a:lnTo>
                  <a:lnTo>
                    <a:pt x="34992" y="20049"/>
                  </a:lnTo>
                  <a:lnTo>
                    <a:pt x="17380" y="30189"/>
                  </a:lnTo>
                  <a:lnTo>
                    <a:pt x="8573" y="35260"/>
                  </a:lnTo>
                  <a:lnTo>
                    <a:pt x="4170" y="37795"/>
                  </a:lnTo>
                  <a:lnTo>
                    <a:pt x="2002" y="39062"/>
                  </a:lnTo>
                  <a:cubicBezTo>
                    <a:pt x="1802" y="39162"/>
                    <a:pt x="1635" y="39296"/>
                    <a:pt x="1468" y="39429"/>
                  </a:cubicBezTo>
                  <a:cubicBezTo>
                    <a:pt x="1268" y="39596"/>
                    <a:pt x="1101" y="39729"/>
                    <a:pt x="968" y="39930"/>
                  </a:cubicBezTo>
                  <a:cubicBezTo>
                    <a:pt x="668" y="40263"/>
                    <a:pt x="434" y="40663"/>
                    <a:pt x="267" y="41097"/>
                  </a:cubicBezTo>
                  <a:cubicBezTo>
                    <a:pt x="101" y="41531"/>
                    <a:pt x="1" y="41964"/>
                    <a:pt x="1" y="42431"/>
                  </a:cubicBezTo>
                  <a:lnTo>
                    <a:pt x="1" y="51338"/>
                  </a:lnTo>
                  <a:lnTo>
                    <a:pt x="1" y="61478"/>
                  </a:lnTo>
                  <a:lnTo>
                    <a:pt x="67" y="81793"/>
                  </a:lnTo>
                  <a:lnTo>
                    <a:pt x="134" y="102074"/>
                  </a:lnTo>
                  <a:lnTo>
                    <a:pt x="301" y="122389"/>
                  </a:lnTo>
                  <a:lnTo>
                    <a:pt x="434" y="102074"/>
                  </a:lnTo>
                  <a:lnTo>
                    <a:pt x="501" y="81793"/>
                  </a:lnTo>
                  <a:lnTo>
                    <a:pt x="568" y="61478"/>
                  </a:lnTo>
                  <a:lnTo>
                    <a:pt x="568" y="51304"/>
                  </a:lnTo>
                  <a:lnTo>
                    <a:pt x="568" y="46234"/>
                  </a:lnTo>
                  <a:lnTo>
                    <a:pt x="568" y="42431"/>
                  </a:lnTo>
                  <a:cubicBezTo>
                    <a:pt x="568" y="42064"/>
                    <a:pt x="634" y="41664"/>
                    <a:pt x="801" y="41331"/>
                  </a:cubicBezTo>
                  <a:cubicBezTo>
                    <a:pt x="1068" y="40597"/>
                    <a:pt x="1602" y="39963"/>
                    <a:pt x="2302" y="39596"/>
                  </a:cubicBezTo>
                  <a:lnTo>
                    <a:pt x="4504" y="38362"/>
                  </a:lnTo>
                  <a:lnTo>
                    <a:pt x="8907" y="35827"/>
                  </a:lnTo>
                  <a:lnTo>
                    <a:pt x="17680" y="30723"/>
                  </a:lnTo>
                  <a:lnTo>
                    <a:pt x="35259" y="20549"/>
                  </a:lnTo>
                  <a:lnTo>
                    <a:pt x="52772" y="10308"/>
                  </a:lnTo>
                  <a:lnTo>
                    <a:pt x="702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2621;p65">
              <a:extLst>
                <a:ext uri="{FF2B5EF4-FFF2-40B4-BE49-F238E27FC236}">
                  <a16:creationId xmlns:a16="http://schemas.microsoft.com/office/drawing/2014/main" id="{67858E3D-043C-FB99-00C6-C9B6C0F0AD50}"/>
                </a:ext>
              </a:extLst>
            </p:cNvPr>
            <p:cNvSpPr/>
            <p:nvPr/>
          </p:nvSpPr>
          <p:spPr>
            <a:xfrm flipH="1">
              <a:off x="1816086" y="2034379"/>
              <a:ext cx="544780" cy="774176"/>
            </a:xfrm>
            <a:custGeom>
              <a:avLst/>
              <a:gdLst/>
              <a:ahLst/>
              <a:cxnLst/>
              <a:rect l="l" t="t" r="r" b="b"/>
              <a:pathLst>
                <a:path w="33325" h="47343" extrusionOk="0">
                  <a:moveTo>
                    <a:pt x="32848" y="0"/>
                  </a:moveTo>
                  <a:cubicBezTo>
                    <a:pt x="32730" y="0"/>
                    <a:pt x="32597" y="42"/>
                    <a:pt x="32457" y="132"/>
                  </a:cubicBezTo>
                  <a:lnTo>
                    <a:pt x="902" y="18345"/>
                  </a:lnTo>
                  <a:cubicBezTo>
                    <a:pt x="368" y="18678"/>
                    <a:pt x="34" y="19279"/>
                    <a:pt x="1" y="19879"/>
                  </a:cubicBezTo>
                  <a:lnTo>
                    <a:pt x="1" y="46698"/>
                  </a:lnTo>
                  <a:cubicBezTo>
                    <a:pt x="1" y="47107"/>
                    <a:pt x="209" y="47342"/>
                    <a:pt x="512" y="47342"/>
                  </a:cubicBezTo>
                  <a:cubicBezTo>
                    <a:pt x="629" y="47342"/>
                    <a:pt x="762" y="47307"/>
                    <a:pt x="902" y="47232"/>
                  </a:cubicBezTo>
                  <a:lnTo>
                    <a:pt x="32457" y="28986"/>
                  </a:lnTo>
                  <a:cubicBezTo>
                    <a:pt x="32958" y="28652"/>
                    <a:pt x="33291" y="28085"/>
                    <a:pt x="33325" y="27451"/>
                  </a:cubicBezTo>
                  <a:lnTo>
                    <a:pt x="33325" y="632"/>
                  </a:lnTo>
                  <a:cubicBezTo>
                    <a:pt x="33325" y="234"/>
                    <a:pt x="33127" y="0"/>
                    <a:pt x="3284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2622;p65">
              <a:extLst>
                <a:ext uri="{FF2B5EF4-FFF2-40B4-BE49-F238E27FC236}">
                  <a16:creationId xmlns:a16="http://schemas.microsoft.com/office/drawing/2014/main" id="{5A6A3BAC-B7D9-16EE-53E0-D6DD242FEBD7}"/>
                </a:ext>
              </a:extLst>
            </p:cNvPr>
            <p:cNvSpPr/>
            <p:nvPr/>
          </p:nvSpPr>
          <p:spPr>
            <a:xfrm flipH="1">
              <a:off x="2298680" y="2693058"/>
              <a:ext cx="13650" cy="29696"/>
            </a:xfrm>
            <a:custGeom>
              <a:avLst/>
              <a:gdLst/>
              <a:ahLst/>
              <a:cxnLst/>
              <a:rect l="l" t="t" r="r" b="b"/>
              <a:pathLst>
                <a:path w="835" h="1816" extrusionOk="0">
                  <a:moveTo>
                    <a:pt x="514" y="322"/>
                  </a:moveTo>
                  <a:cubicBezTo>
                    <a:pt x="534" y="322"/>
                    <a:pt x="551" y="331"/>
                    <a:pt x="568" y="347"/>
                  </a:cubicBezTo>
                  <a:cubicBezTo>
                    <a:pt x="601" y="414"/>
                    <a:pt x="634" y="514"/>
                    <a:pt x="634" y="581"/>
                  </a:cubicBezTo>
                  <a:lnTo>
                    <a:pt x="634" y="781"/>
                  </a:lnTo>
                  <a:lnTo>
                    <a:pt x="634" y="981"/>
                  </a:lnTo>
                  <a:cubicBezTo>
                    <a:pt x="634" y="1081"/>
                    <a:pt x="601" y="1181"/>
                    <a:pt x="568" y="1281"/>
                  </a:cubicBezTo>
                  <a:cubicBezTo>
                    <a:pt x="534" y="1348"/>
                    <a:pt x="501" y="1415"/>
                    <a:pt x="434" y="1448"/>
                  </a:cubicBezTo>
                  <a:cubicBezTo>
                    <a:pt x="384" y="1482"/>
                    <a:pt x="351" y="1498"/>
                    <a:pt x="326" y="1498"/>
                  </a:cubicBezTo>
                  <a:cubicBezTo>
                    <a:pt x="301" y="1498"/>
                    <a:pt x="284" y="1482"/>
                    <a:pt x="268" y="1448"/>
                  </a:cubicBezTo>
                  <a:cubicBezTo>
                    <a:pt x="234" y="1381"/>
                    <a:pt x="201" y="1315"/>
                    <a:pt x="234" y="1215"/>
                  </a:cubicBezTo>
                  <a:lnTo>
                    <a:pt x="234" y="1015"/>
                  </a:lnTo>
                  <a:lnTo>
                    <a:pt x="234" y="814"/>
                  </a:lnTo>
                  <a:cubicBezTo>
                    <a:pt x="234" y="714"/>
                    <a:pt x="234" y="614"/>
                    <a:pt x="268" y="548"/>
                  </a:cubicBezTo>
                  <a:cubicBezTo>
                    <a:pt x="301" y="447"/>
                    <a:pt x="368" y="381"/>
                    <a:pt x="434" y="347"/>
                  </a:cubicBezTo>
                  <a:cubicBezTo>
                    <a:pt x="468" y="331"/>
                    <a:pt x="493" y="322"/>
                    <a:pt x="514" y="322"/>
                  </a:cubicBezTo>
                  <a:close/>
                  <a:moveTo>
                    <a:pt x="652" y="0"/>
                  </a:moveTo>
                  <a:cubicBezTo>
                    <a:pt x="637" y="0"/>
                    <a:pt x="621" y="4"/>
                    <a:pt x="601" y="14"/>
                  </a:cubicBezTo>
                  <a:cubicBezTo>
                    <a:pt x="534" y="14"/>
                    <a:pt x="468" y="14"/>
                    <a:pt x="434" y="47"/>
                  </a:cubicBezTo>
                  <a:cubicBezTo>
                    <a:pt x="334" y="81"/>
                    <a:pt x="301" y="147"/>
                    <a:pt x="234" y="214"/>
                  </a:cubicBezTo>
                  <a:cubicBezTo>
                    <a:pt x="167" y="281"/>
                    <a:pt x="134" y="347"/>
                    <a:pt x="101" y="414"/>
                  </a:cubicBezTo>
                  <a:cubicBezTo>
                    <a:pt x="67" y="514"/>
                    <a:pt x="67" y="581"/>
                    <a:pt x="34" y="681"/>
                  </a:cubicBezTo>
                  <a:cubicBezTo>
                    <a:pt x="34" y="748"/>
                    <a:pt x="1" y="848"/>
                    <a:pt x="1" y="948"/>
                  </a:cubicBezTo>
                  <a:lnTo>
                    <a:pt x="1" y="1148"/>
                  </a:lnTo>
                  <a:lnTo>
                    <a:pt x="1" y="1348"/>
                  </a:lnTo>
                  <a:cubicBezTo>
                    <a:pt x="1" y="1415"/>
                    <a:pt x="34" y="1515"/>
                    <a:pt x="34" y="1582"/>
                  </a:cubicBezTo>
                  <a:cubicBezTo>
                    <a:pt x="34" y="1648"/>
                    <a:pt x="67" y="1715"/>
                    <a:pt x="101" y="1748"/>
                  </a:cubicBezTo>
                  <a:cubicBezTo>
                    <a:pt x="134" y="1782"/>
                    <a:pt x="201" y="1815"/>
                    <a:pt x="234" y="1815"/>
                  </a:cubicBezTo>
                  <a:cubicBezTo>
                    <a:pt x="301" y="1815"/>
                    <a:pt x="368" y="1782"/>
                    <a:pt x="434" y="1748"/>
                  </a:cubicBezTo>
                  <a:cubicBezTo>
                    <a:pt x="501" y="1715"/>
                    <a:pt x="568" y="1648"/>
                    <a:pt x="601" y="1582"/>
                  </a:cubicBezTo>
                  <a:cubicBezTo>
                    <a:pt x="668" y="1548"/>
                    <a:pt x="701" y="1448"/>
                    <a:pt x="735" y="1381"/>
                  </a:cubicBezTo>
                  <a:cubicBezTo>
                    <a:pt x="768" y="1315"/>
                    <a:pt x="801" y="1215"/>
                    <a:pt x="801" y="1148"/>
                  </a:cubicBezTo>
                  <a:cubicBezTo>
                    <a:pt x="835" y="1048"/>
                    <a:pt x="835" y="981"/>
                    <a:pt x="835" y="881"/>
                  </a:cubicBezTo>
                  <a:lnTo>
                    <a:pt x="835" y="447"/>
                  </a:lnTo>
                  <a:cubicBezTo>
                    <a:pt x="835" y="381"/>
                    <a:pt x="835" y="314"/>
                    <a:pt x="801" y="214"/>
                  </a:cubicBezTo>
                  <a:cubicBezTo>
                    <a:pt x="801" y="147"/>
                    <a:pt x="768" y="114"/>
                    <a:pt x="735" y="47"/>
                  </a:cubicBezTo>
                  <a:cubicBezTo>
                    <a:pt x="711" y="24"/>
                    <a:pt x="687" y="0"/>
                    <a:pt x="65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2623;p65">
              <a:extLst>
                <a:ext uri="{FF2B5EF4-FFF2-40B4-BE49-F238E27FC236}">
                  <a16:creationId xmlns:a16="http://schemas.microsoft.com/office/drawing/2014/main" id="{50759187-897F-183E-D56E-1F4A9E85F716}"/>
                </a:ext>
              </a:extLst>
            </p:cNvPr>
            <p:cNvSpPr/>
            <p:nvPr/>
          </p:nvSpPr>
          <p:spPr>
            <a:xfrm flipH="1">
              <a:off x="1866698" y="2457304"/>
              <a:ext cx="398192" cy="231617"/>
            </a:xfrm>
            <a:custGeom>
              <a:avLst/>
              <a:gdLst/>
              <a:ahLst/>
              <a:cxnLst/>
              <a:rect l="l" t="t" r="r" b="b"/>
              <a:pathLst>
                <a:path w="24358" h="14164" extrusionOk="0">
                  <a:moveTo>
                    <a:pt x="24076" y="1"/>
                  </a:moveTo>
                  <a:cubicBezTo>
                    <a:pt x="24048" y="1"/>
                    <a:pt x="24017" y="7"/>
                    <a:pt x="23985" y="21"/>
                  </a:cubicBezTo>
                  <a:lnTo>
                    <a:pt x="134" y="13797"/>
                  </a:lnTo>
                  <a:cubicBezTo>
                    <a:pt x="34" y="13830"/>
                    <a:pt x="1" y="13964"/>
                    <a:pt x="67" y="14064"/>
                  </a:cubicBezTo>
                  <a:cubicBezTo>
                    <a:pt x="101" y="14131"/>
                    <a:pt x="168" y="14164"/>
                    <a:pt x="234" y="14164"/>
                  </a:cubicBezTo>
                  <a:cubicBezTo>
                    <a:pt x="268" y="14164"/>
                    <a:pt x="301" y="14164"/>
                    <a:pt x="334" y="14131"/>
                  </a:cubicBezTo>
                  <a:lnTo>
                    <a:pt x="24185" y="387"/>
                  </a:lnTo>
                  <a:cubicBezTo>
                    <a:pt x="24357" y="244"/>
                    <a:pt x="24257" y="1"/>
                    <a:pt x="2407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2624;p65">
              <a:extLst>
                <a:ext uri="{FF2B5EF4-FFF2-40B4-BE49-F238E27FC236}">
                  <a16:creationId xmlns:a16="http://schemas.microsoft.com/office/drawing/2014/main" id="{CA73C94E-6E26-01A2-BE42-FD47E991E228}"/>
                </a:ext>
              </a:extLst>
            </p:cNvPr>
            <p:cNvSpPr/>
            <p:nvPr/>
          </p:nvSpPr>
          <p:spPr>
            <a:xfrm flipH="1">
              <a:off x="2309584" y="2589629"/>
              <a:ext cx="9285" cy="27848"/>
            </a:xfrm>
            <a:custGeom>
              <a:avLst/>
              <a:gdLst/>
              <a:ahLst/>
              <a:cxnLst/>
              <a:rect l="l" t="t" r="r" b="b"/>
              <a:pathLst>
                <a:path w="568" h="1703" extrusionOk="0">
                  <a:moveTo>
                    <a:pt x="534" y="1"/>
                  </a:moveTo>
                  <a:lnTo>
                    <a:pt x="401" y="68"/>
                  </a:lnTo>
                  <a:cubicBezTo>
                    <a:pt x="401" y="68"/>
                    <a:pt x="367" y="68"/>
                    <a:pt x="367" y="101"/>
                  </a:cubicBezTo>
                  <a:lnTo>
                    <a:pt x="334" y="134"/>
                  </a:lnTo>
                  <a:lnTo>
                    <a:pt x="0" y="735"/>
                  </a:lnTo>
                  <a:cubicBezTo>
                    <a:pt x="0" y="735"/>
                    <a:pt x="0" y="768"/>
                    <a:pt x="0" y="768"/>
                  </a:cubicBezTo>
                  <a:cubicBezTo>
                    <a:pt x="0" y="802"/>
                    <a:pt x="0" y="802"/>
                    <a:pt x="0" y="802"/>
                  </a:cubicBezTo>
                  <a:lnTo>
                    <a:pt x="100" y="902"/>
                  </a:lnTo>
                  <a:cubicBezTo>
                    <a:pt x="100" y="918"/>
                    <a:pt x="100" y="927"/>
                    <a:pt x="105" y="927"/>
                  </a:cubicBezTo>
                  <a:cubicBezTo>
                    <a:pt x="109" y="927"/>
                    <a:pt x="117" y="918"/>
                    <a:pt x="134" y="902"/>
                  </a:cubicBezTo>
                  <a:lnTo>
                    <a:pt x="367" y="501"/>
                  </a:lnTo>
                  <a:lnTo>
                    <a:pt x="367" y="1669"/>
                  </a:lnTo>
                  <a:cubicBezTo>
                    <a:pt x="367" y="1669"/>
                    <a:pt x="367" y="1702"/>
                    <a:pt x="367" y="1702"/>
                  </a:cubicBezTo>
                  <a:lnTo>
                    <a:pt x="401" y="1702"/>
                  </a:lnTo>
                  <a:lnTo>
                    <a:pt x="534" y="1635"/>
                  </a:lnTo>
                  <a:cubicBezTo>
                    <a:pt x="534" y="1635"/>
                    <a:pt x="534" y="1602"/>
                    <a:pt x="534" y="1602"/>
                  </a:cubicBezTo>
                  <a:cubicBezTo>
                    <a:pt x="534" y="1569"/>
                    <a:pt x="534" y="1569"/>
                    <a:pt x="534" y="1535"/>
                  </a:cubicBezTo>
                  <a:lnTo>
                    <a:pt x="534" y="34"/>
                  </a:lnTo>
                  <a:cubicBezTo>
                    <a:pt x="567" y="1"/>
                    <a:pt x="567" y="1"/>
                    <a:pt x="5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2625;p65">
              <a:extLst>
                <a:ext uri="{FF2B5EF4-FFF2-40B4-BE49-F238E27FC236}">
                  <a16:creationId xmlns:a16="http://schemas.microsoft.com/office/drawing/2014/main" id="{5BB94681-DADA-895C-EE80-3C6F0A4E6BA1}"/>
                </a:ext>
              </a:extLst>
            </p:cNvPr>
            <p:cNvSpPr/>
            <p:nvPr/>
          </p:nvSpPr>
          <p:spPr>
            <a:xfrm flipH="1">
              <a:off x="2293220" y="2581992"/>
              <a:ext cx="13111" cy="29484"/>
            </a:xfrm>
            <a:custGeom>
              <a:avLst/>
              <a:gdLst/>
              <a:ahLst/>
              <a:cxnLst/>
              <a:rect l="l" t="t" r="r" b="b"/>
              <a:pathLst>
                <a:path w="802" h="1803" extrusionOk="0">
                  <a:moveTo>
                    <a:pt x="497" y="318"/>
                  </a:moveTo>
                  <a:cubicBezTo>
                    <a:pt x="526" y="318"/>
                    <a:pt x="551" y="335"/>
                    <a:pt x="568" y="368"/>
                  </a:cubicBezTo>
                  <a:cubicBezTo>
                    <a:pt x="601" y="435"/>
                    <a:pt x="601" y="501"/>
                    <a:pt x="601" y="601"/>
                  </a:cubicBezTo>
                  <a:lnTo>
                    <a:pt x="601" y="968"/>
                  </a:lnTo>
                  <a:cubicBezTo>
                    <a:pt x="601" y="1068"/>
                    <a:pt x="601" y="1168"/>
                    <a:pt x="568" y="1269"/>
                  </a:cubicBezTo>
                  <a:cubicBezTo>
                    <a:pt x="534" y="1335"/>
                    <a:pt x="468" y="1402"/>
                    <a:pt x="401" y="1469"/>
                  </a:cubicBezTo>
                  <a:cubicBezTo>
                    <a:pt x="368" y="1485"/>
                    <a:pt x="334" y="1494"/>
                    <a:pt x="305" y="1494"/>
                  </a:cubicBezTo>
                  <a:cubicBezTo>
                    <a:pt x="276" y="1494"/>
                    <a:pt x="251" y="1485"/>
                    <a:pt x="234" y="1469"/>
                  </a:cubicBezTo>
                  <a:cubicBezTo>
                    <a:pt x="201" y="1369"/>
                    <a:pt x="201" y="1302"/>
                    <a:pt x="201" y="1235"/>
                  </a:cubicBezTo>
                  <a:cubicBezTo>
                    <a:pt x="201" y="1168"/>
                    <a:pt x="201" y="1102"/>
                    <a:pt x="201" y="1035"/>
                  </a:cubicBezTo>
                  <a:lnTo>
                    <a:pt x="201" y="835"/>
                  </a:lnTo>
                  <a:cubicBezTo>
                    <a:pt x="201" y="735"/>
                    <a:pt x="234" y="635"/>
                    <a:pt x="234" y="535"/>
                  </a:cubicBezTo>
                  <a:cubicBezTo>
                    <a:pt x="267" y="468"/>
                    <a:pt x="334" y="401"/>
                    <a:pt x="401" y="368"/>
                  </a:cubicBezTo>
                  <a:cubicBezTo>
                    <a:pt x="434" y="335"/>
                    <a:pt x="468" y="318"/>
                    <a:pt x="497" y="318"/>
                  </a:cubicBezTo>
                  <a:close/>
                  <a:moveTo>
                    <a:pt x="601" y="1"/>
                  </a:moveTo>
                  <a:cubicBezTo>
                    <a:pt x="534" y="1"/>
                    <a:pt x="468" y="34"/>
                    <a:pt x="401" y="68"/>
                  </a:cubicBezTo>
                  <a:cubicBezTo>
                    <a:pt x="334" y="101"/>
                    <a:pt x="267" y="168"/>
                    <a:pt x="201" y="234"/>
                  </a:cubicBezTo>
                  <a:cubicBezTo>
                    <a:pt x="167" y="268"/>
                    <a:pt x="134" y="368"/>
                    <a:pt x="101" y="435"/>
                  </a:cubicBezTo>
                  <a:cubicBezTo>
                    <a:pt x="67" y="501"/>
                    <a:pt x="34" y="601"/>
                    <a:pt x="1" y="668"/>
                  </a:cubicBezTo>
                  <a:cubicBezTo>
                    <a:pt x="1" y="768"/>
                    <a:pt x="1" y="902"/>
                    <a:pt x="1" y="935"/>
                  </a:cubicBezTo>
                  <a:lnTo>
                    <a:pt x="1" y="1135"/>
                  </a:lnTo>
                  <a:lnTo>
                    <a:pt x="1" y="1369"/>
                  </a:lnTo>
                  <a:cubicBezTo>
                    <a:pt x="1" y="1435"/>
                    <a:pt x="1" y="1502"/>
                    <a:pt x="1" y="1602"/>
                  </a:cubicBezTo>
                  <a:cubicBezTo>
                    <a:pt x="34" y="1635"/>
                    <a:pt x="67" y="1702"/>
                    <a:pt x="101" y="1736"/>
                  </a:cubicBezTo>
                  <a:cubicBezTo>
                    <a:pt x="134" y="1769"/>
                    <a:pt x="167" y="1802"/>
                    <a:pt x="201" y="1802"/>
                  </a:cubicBezTo>
                  <a:cubicBezTo>
                    <a:pt x="267" y="1802"/>
                    <a:pt x="334" y="1802"/>
                    <a:pt x="401" y="1736"/>
                  </a:cubicBezTo>
                  <a:cubicBezTo>
                    <a:pt x="468" y="1702"/>
                    <a:pt x="534" y="1669"/>
                    <a:pt x="601" y="1602"/>
                  </a:cubicBezTo>
                  <a:cubicBezTo>
                    <a:pt x="634" y="1535"/>
                    <a:pt x="701" y="1469"/>
                    <a:pt x="701" y="1402"/>
                  </a:cubicBezTo>
                  <a:cubicBezTo>
                    <a:pt x="734" y="1302"/>
                    <a:pt x="768" y="1235"/>
                    <a:pt x="801" y="1135"/>
                  </a:cubicBezTo>
                  <a:cubicBezTo>
                    <a:pt x="801" y="1068"/>
                    <a:pt x="801" y="902"/>
                    <a:pt x="801" y="868"/>
                  </a:cubicBezTo>
                  <a:lnTo>
                    <a:pt x="801" y="768"/>
                  </a:lnTo>
                  <a:lnTo>
                    <a:pt x="801" y="568"/>
                  </a:lnTo>
                  <a:lnTo>
                    <a:pt x="801" y="468"/>
                  </a:lnTo>
                  <a:cubicBezTo>
                    <a:pt x="801" y="368"/>
                    <a:pt x="801" y="301"/>
                    <a:pt x="801" y="234"/>
                  </a:cubicBezTo>
                  <a:cubicBezTo>
                    <a:pt x="768" y="168"/>
                    <a:pt x="768" y="101"/>
                    <a:pt x="701" y="68"/>
                  </a:cubicBezTo>
                  <a:cubicBezTo>
                    <a:pt x="701" y="34"/>
                    <a:pt x="634" y="1"/>
                    <a:pt x="6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2626;p65">
              <a:extLst>
                <a:ext uri="{FF2B5EF4-FFF2-40B4-BE49-F238E27FC236}">
                  <a16:creationId xmlns:a16="http://schemas.microsoft.com/office/drawing/2014/main" id="{1F4AC22B-0070-D076-7207-FD354855B49A}"/>
                </a:ext>
              </a:extLst>
            </p:cNvPr>
            <p:cNvSpPr/>
            <p:nvPr/>
          </p:nvSpPr>
          <p:spPr>
            <a:xfrm flipH="1">
              <a:off x="1867335" y="2349427"/>
              <a:ext cx="398470" cy="231535"/>
            </a:xfrm>
            <a:custGeom>
              <a:avLst/>
              <a:gdLst/>
              <a:ahLst/>
              <a:cxnLst/>
              <a:rect l="l" t="t" r="r" b="b"/>
              <a:pathLst>
                <a:path w="24375" h="14159" extrusionOk="0">
                  <a:moveTo>
                    <a:pt x="24120" y="0"/>
                  </a:moveTo>
                  <a:cubicBezTo>
                    <a:pt x="24093" y="0"/>
                    <a:pt x="24066" y="4"/>
                    <a:pt x="24041" y="13"/>
                  </a:cubicBezTo>
                  <a:lnTo>
                    <a:pt x="190" y="13789"/>
                  </a:lnTo>
                  <a:cubicBezTo>
                    <a:pt x="0" y="13884"/>
                    <a:pt x="51" y="14159"/>
                    <a:pt x="255" y="14159"/>
                  </a:cubicBezTo>
                  <a:cubicBezTo>
                    <a:pt x="266" y="14159"/>
                    <a:pt x="278" y="14158"/>
                    <a:pt x="290" y="14156"/>
                  </a:cubicBezTo>
                  <a:lnTo>
                    <a:pt x="390" y="14156"/>
                  </a:lnTo>
                  <a:lnTo>
                    <a:pt x="24241" y="380"/>
                  </a:lnTo>
                  <a:cubicBezTo>
                    <a:pt x="24341" y="313"/>
                    <a:pt x="24374" y="213"/>
                    <a:pt x="24307" y="113"/>
                  </a:cubicBezTo>
                  <a:cubicBezTo>
                    <a:pt x="24282" y="38"/>
                    <a:pt x="24201" y="0"/>
                    <a:pt x="241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2627;p65">
              <a:extLst>
                <a:ext uri="{FF2B5EF4-FFF2-40B4-BE49-F238E27FC236}">
                  <a16:creationId xmlns:a16="http://schemas.microsoft.com/office/drawing/2014/main" id="{7F730A9A-60B0-CE19-CA12-6B3B8199A12A}"/>
                </a:ext>
              </a:extLst>
            </p:cNvPr>
            <p:cNvSpPr/>
            <p:nvPr/>
          </p:nvSpPr>
          <p:spPr>
            <a:xfrm flipH="1">
              <a:off x="2307410" y="2482176"/>
              <a:ext cx="12555" cy="31658"/>
            </a:xfrm>
            <a:custGeom>
              <a:avLst/>
              <a:gdLst/>
              <a:ahLst/>
              <a:cxnLst/>
              <a:rect l="l" t="t" r="r" b="b"/>
              <a:pathLst>
                <a:path w="768" h="1936" extrusionOk="0">
                  <a:moveTo>
                    <a:pt x="568" y="1"/>
                  </a:moveTo>
                  <a:cubicBezTo>
                    <a:pt x="501" y="1"/>
                    <a:pt x="468" y="1"/>
                    <a:pt x="401" y="67"/>
                  </a:cubicBezTo>
                  <a:cubicBezTo>
                    <a:pt x="334" y="101"/>
                    <a:pt x="301" y="134"/>
                    <a:pt x="268" y="167"/>
                  </a:cubicBezTo>
                  <a:cubicBezTo>
                    <a:pt x="201" y="234"/>
                    <a:pt x="167" y="301"/>
                    <a:pt x="134" y="368"/>
                  </a:cubicBezTo>
                  <a:cubicBezTo>
                    <a:pt x="101" y="434"/>
                    <a:pt x="67" y="501"/>
                    <a:pt x="67" y="568"/>
                  </a:cubicBezTo>
                  <a:cubicBezTo>
                    <a:pt x="34" y="634"/>
                    <a:pt x="34" y="701"/>
                    <a:pt x="34" y="801"/>
                  </a:cubicBezTo>
                  <a:lnTo>
                    <a:pt x="34" y="835"/>
                  </a:lnTo>
                  <a:lnTo>
                    <a:pt x="67" y="835"/>
                  </a:lnTo>
                  <a:lnTo>
                    <a:pt x="167" y="768"/>
                  </a:lnTo>
                  <a:cubicBezTo>
                    <a:pt x="201" y="768"/>
                    <a:pt x="201" y="734"/>
                    <a:pt x="201" y="734"/>
                  </a:cubicBezTo>
                  <a:cubicBezTo>
                    <a:pt x="201" y="701"/>
                    <a:pt x="201" y="701"/>
                    <a:pt x="201" y="668"/>
                  </a:cubicBezTo>
                  <a:cubicBezTo>
                    <a:pt x="201" y="601"/>
                    <a:pt x="234" y="534"/>
                    <a:pt x="268" y="468"/>
                  </a:cubicBezTo>
                  <a:cubicBezTo>
                    <a:pt x="268" y="434"/>
                    <a:pt x="334" y="368"/>
                    <a:pt x="368" y="334"/>
                  </a:cubicBezTo>
                  <a:cubicBezTo>
                    <a:pt x="401" y="317"/>
                    <a:pt x="434" y="309"/>
                    <a:pt x="459" y="309"/>
                  </a:cubicBezTo>
                  <a:cubicBezTo>
                    <a:pt x="484" y="309"/>
                    <a:pt x="501" y="317"/>
                    <a:pt x="501" y="334"/>
                  </a:cubicBezTo>
                  <a:cubicBezTo>
                    <a:pt x="534" y="368"/>
                    <a:pt x="568" y="434"/>
                    <a:pt x="534" y="501"/>
                  </a:cubicBezTo>
                  <a:cubicBezTo>
                    <a:pt x="534" y="534"/>
                    <a:pt x="534" y="568"/>
                    <a:pt x="534" y="601"/>
                  </a:cubicBezTo>
                  <a:cubicBezTo>
                    <a:pt x="534" y="668"/>
                    <a:pt x="501" y="701"/>
                    <a:pt x="501" y="734"/>
                  </a:cubicBezTo>
                  <a:lnTo>
                    <a:pt x="1" y="1602"/>
                  </a:lnTo>
                  <a:cubicBezTo>
                    <a:pt x="1" y="1635"/>
                    <a:pt x="1" y="1635"/>
                    <a:pt x="1" y="1668"/>
                  </a:cubicBezTo>
                  <a:cubicBezTo>
                    <a:pt x="1" y="1702"/>
                    <a:pt x="1" y="1735"/>
                    <a:pt x="1" y="1735"/>
                  </a:cubicBezTo>
                  <a:lnTo>
                    <a:pt x="1" y="1902"/>
                  </a:lnTo>
                  <a:cubicBezTo>
                    <a:pt x="1" y="1902"/>
                    <a:pt x="1" y="1902"/>
                    <a:pt x="1" y="1935"/>
                  </a:cubicBezTo>
                  <a:lnTo>
                    <a:pt x="34" y="1935"/>
                  </a:lnTo>
                  <a:lnTo>
                    <a:pt x="735" y="1502"/>
                  </a:lnTo>
                  <a:cubicBezTo>
                    <a:pt x="768" y="1502"/>
                    <a:pt x="768" y="1468"/>
                    <a:pt x="768" y="1468"/>
                  </a:cubicBezTo>
                  <a:cubicBezTo>
                    <a:pt x="768" y="1468"/>
                    <a:pt x="768" y="1435"/>
                    <a:pt x="768" y="1435"/>
                  </a:cubicBezTo>
                  <a:lnTo>
                    <a:pt x="768" y="1268"/>
                  </a:lnTo>
                  <a:lnTo>
                    <a:pt x="768" y="1235"/>
                  </a:lnTo>
                  <a:lnTo>
                    <a:pt x="735" y="1235"/>
                  </a:lnTo>
                  <a:lnTo>
                    <a:pt x="301" y="1468"/>
                  </a:lnTo>
                  <a:lnTo>
                    <a:pt x="601" y="901"/>
                  </a:lnTo>
                  <a:cubicBezTo>
                    <a:pt x="634" y="835"/>
                    <a:pt x="668" y="768"/>
                    <a:pt x="668" y="734"/>
                  </a:cubicBezTo>
                  <a:cubicBezTo>
                    <a:pt x="701" y="701"/>
                    <a:pt x="735" y="634"/>
                    <a:pt x="735" y="601"/>
                  </a:cubicBezTo>
                  <a:cubicBezTo>
                    <a:pt x="735" y="568"/>
                    <a:pt x="768" y="501"/>
                    <a:pt x="768" y="468"/>
                  </a:cubicBezTo>
                  <a:cubicBezTo>
                    <a:pt x="768" y="434"/>
                    <a:pt x="768" y="401"/>
                    <a:pt x="768" y="368"/>
                  </a:cubicBezTo>
                  <a:cubicBezTo>
                    <a:pt x="768" y="301"/>
                    <a:pt x="768" y="234"/>
                    <a:pt x="768" y="201"/>
                  </a:cubicBezTo>
                  <a:cubicBezTo>
                    <a:pt x="735" y="134"/>
                    <a:pt x="735" y="101"/>
                    <a:pt x="701" y="67"/>
                  </a:cubicBezTo>
                  <a:cubicBezTo>
                    <a:pt x="668" y="34"/>
                    <a:pt x="601" y="1"/>
                    <a:pt x="5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2628;p65">
              <a:extLst>
                <a:ext uri="{FF2B5EF4-FFF2-40B4-BE49-F238E27FC236}">
                  <a16:creationId xmlns:a16="http://schemas.microsoft.com/office/drawing/2014/main" id="{5E781DA9-AEB4-AF65-B6E3-9B5702CFAB01}"/>
                </a:ext>
              </a:extLst>
            </p:cNvPr>
            <p:cNvSpPr/>
            <p:nvPr/>
          </p:nvSpPr>
          <p:spPr>
            <a:xfrm flipH="1">
              <a:off x="2291046" y="2472904"/>
              <a:ext cx="13650" cy="29696"/>
            </a:xfrm>
            <a:custGeom>
              <a:avLst/>
              <a:gdLst/>
              <a:ahLst/>
              <a:cxnLst/>
              <a:rect l="l" t="t" r="r" b="b"/>
              <a:pathLst>
                <a:path w="835" h="1816" extrusionOk="0">
                  <a:moveTo>
                    <a:pt x="504" y="329"/>
                  </a:moveTo>
                  <a:cubicBezTo>
                    <a:pt x="529" y="329"/>
                    <a:pt x="549" y="348"/>
                    <a:pt x="568" y="367"/>
                  </a:cubicBezTo>
                  <a:cubicBezTo>
                    <a:pt x="601" y="434"/>
                    <a:pt x="634" y="501"/>
                    <a:pt x="634" y="601"/>
                  </a:cubicBezTo>
                  <a:lnTo>
                    <a:pt x="634" y="801"/>
                  </a:lnTo>
                  <a:lnTo>
                    <a:pt x="634" y="1001"/>
                  </a:lnTo>
                  <a:cubicBezTo>
                    <a:pt x="634" y="1101"/>
                    <a:pt x="601" y="1201"/>
                    <a:pt x="568" y="1268"/>
                  </a:cubicBezTo>
                  <a:cubicBezTo>
                    <a:pt x="534" y="1368"/>
                    <a:pt x="501" y="1435"/>
                    <a:pt x="434" y="1468"/>
                  </a:cubicBezTo>
                  <a:cubicBezTo>
                    <a:pt x="384" y="1485"/>
                    <a:pt x="351" y="1493"/>
                    <a:pt x="326" y="1493"/>
                  </a:cubicBezTo>
                  <a:cubicBezTo>
                    <a:pt x="301" y="1493"/>
                    <a:pt x="284" y="1485"/>
                    <a:pt x="268" y="1468"/>
                  </a:cubicBezTo>
                  <a:cubicBezTo>
                    <a:pt x="234" y="1402"/>
                    <a:pt x="201" y="1301"/>
                    <a:pt x="234" y="1235"/>
                  </a:cubicBezTo>
                  <a:lnTo>
                    <a:pt x="234" y="1035"/>
                  </a:lnTo>
                  <a:lnTo>
                    <a:pt x="234" y="834"/>
                  </a:lnTo>
                  <a:cubicBezTo>
                    <a:pt x="234" y="734"/>
                    <a:pt x="234" y="634"/>
                    <a:pt x="268" y="534"/>
                  </a:cubicBezTo>
                  <a:cubicBezTo>
                    <a:pt x="301" y="468"/>
                    <a:pt x="368" y="401"/>
                    <a:pt x="434" y="367"/>
                  </a:cubicBezTo>
                  <a:cubicBezTo>
                    <a:pt x="463" y="339"/>
                    <a:pt x="485" y="329"/>
                    <a:pt x="504" y="329"/>
                  </a:cubicBezTo>
                  <a:close/>
                  <a:moveTo>
                    <a:pt x="601" y="1"/>
                  </a:moveTo>
                  <a:cubicBezTo>
                    <a:pt x="534" y="1"/>
                    <a:pt x="468" y="34"/>
                    <a:pt x="434" y="67"/>
                  </a:cubicBezTo>
                  <a:cubicBezTo>
                    <a:pt x="334" y="101"/>
                    <a:pt x="301" y="167"/>
                    <a:pt x="234" y="234"/>
                  </a:cubicBezTo>
                  <a:cubicBezTo>
                    <a:pt x="167" y="301"/>
                    <a:pt x="134" y="367"/>
                    <a:pt x="101" y="434"/>
                  </a:cubicBezTo>
                  <a:cubicBezTo>
                    <a:pt x="67" y="501"/>
                    <a:pt x="67" y="601"/>
                    <a:pt x="34" y="668"/>
                  </a:cubicBezTo>
                  <a:cubicBezTo>
                    <a:pt x="34" y="768"/>
                    <a:pt x="1" y="868"/>
                    <a:pt x="1" y="935"/>
                  </a:cubicBezTo>
                  <a:lnTo>
                    <a:pt x="1" y="1168"/>
                  </a:lnTo>
                  <a:lnTo>
                    <a:pt x="1" y="1368"/>
                  </a:lnTo>
                  <a:cubicBezTo>
                    <a:pt x="1" y="1435"/>
                    <a:pt x="34" y="1535"/>
                    <a:pt x="34" y="1602"/>
                  </a:cubicBezTo>
                  <a:cubicBezTo>
                    <a:pt x="34" y="1668"/>
                    <a:pt x="67" y="1702"/>
                    <a:pt x="101" y="1768"/>
                  </a:cubicBezTo>
                  <a:cubicBezTo>
                    <a:pt x="124" y="1792"/>
                    <a:pt x="165" y="1816"/>
                    <a:pt x="198" y="1816"/>
                  </a:cubicBezTo>
                  <a:cubicBezTo>
                    <a:pt x="212" y="1816"/>
                    <a:pt x="224" y="1812"/>
                    <a:pt x="234" y="1802"/>
                  </a:cubicBezTo>
                  <a:cubicBezTo>
                    <a:pt x="301" y="1802"/>
                    <a:pt x="368" y="1802"/>
                    <a:pt x="434" y="1768"/>
                  </a:cubicBezTo>
                  <a:cubicBezTo>
                    <a:pt x="501" y="1735"/>
                    <a:pt x="568" y="1668"/>
                    <a:pt x="601" y="1602"/>
                  </a:cubicBezTo>
                  <a:cubicBezTo>
                    <a:pt x="668" y="1535"/>
                    <a:pt x="701" y="1468"/>
                    <a:pt x="735" y="1402"/>
                  </a:cubicBezTo>
                  <a:cubicBezTo>
                    <a:pt x="768" y="1335"/>
                    <a:pt x="801" y="1235"/>
                    <a:pt x="801" y="1168"/>
                  </a:cubicBezTo>
                  <a:cubicBezTo>
                    <a:pt x="835" y="1068"/>
                    <a:pt x="835" y="968"/>
                    <a:pt x="835" y="901"/>
                  </a:cubicBezTo>
                  <a:lnTo>
                    <a:pt x="835" y="468"/>
                  </a:lnTo>
                  <a:cubicBezTo>
                    <a:pt x="835" y="401"/>
                    <a:pt x="835" y="301"/>
                    <a:pt x="801" y="234"/>
                  </a:cubicBezTo>
                  <a:cubicBezTo>
                    <a:pt x="801" y="167"/>
                    <a:pt x="768" y="101"/>
                    <a:pt x="735" y="67"/>
                  </a:cubicBezTo>
                  <a:cubicBezTo>
                    <a:pt x="701" y="34"/>
                    <a:pt x="668" y="1"/>
                    <a:pt x="6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2629;p65">
              <a:extLst>
                <a:ext uri="{FF2B5EF4-FFF2-40B4-BE49-F238E27FC236}">
                  <a16:creationId xmlns:a16="http://schemas.microsoft.com/office/drawing/2014/main" id="{8BF9D491-E346-43AB-729A-5CEB5AE587DB}"/>
                </a:ext>
              </a:extLst>
            </p:cNvPr>
            <p:cNvSpPr/>
            <p:nvPr/>
          </p:nvSpPr>
          <p:spPr>
            <a:xfrm flipH="1">
              <a:off x="1866698" y="2241844"/>
              <a:ext cx="399271" cy="231617"/>
            </a:xfrm>
            <a:custGeom>
              <a:avLst/>
              <a:gdLst/>
              <a:ahLst/>
              <a:cxnLst/>
              <a:rect l="l" t="t" r="r" b="b"/>
              <a:pathLst>
                <a:path w="24424" h="14164" extrusionOk="0">
                  <a:moveTo>
                    <a:pt x="24142" y="0"/>
                  </a:moveTo>
                  <a:cubicBezTo>
                    <a:pt x="24114" y="0"/>
                    <a:pt x="24083" y="7"/>
                    <a:pt x="24051" y="20"/>
                  </a:cubicBezTo>
                  <a:lnTo>
                    <a:pt x="200" y="13764"/>
                  </a:lnTo>
                  <a:cubicBezTo>
                    <a:pt x="0" y="13864"/>
                    <a:pt x="100" y="14164"/>
                    <a:pt x="300" y="14164"/>
                  </a:cubicBezTo>
                  <a:cubicBezTo>
                    <a:pt x="334" y="14164"/>
                    <a:pt x="367" y="14131"/>
                    <a:pt x="400" y="14131"/>
                  </a:cubicBezTo>
                  <a:lnTo>
                    <a:pt x="24251" y="387"/>
                  </a:lnTo>
                  <a:cubicBezTo>
                    <a:pt x="24423" y="244"/>
                    <a:pt x="24323" y="0"/>
                    <a:pt x="2414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2630;p65">
              <a:extLst>
                <a:ext uri="{FF2B5EF4-FFF2-40B4-BE49-F238E27FC236}">
                  <a16:creationId xmlns:a16="http://schemas.microsoft.com/office/drawing/2014/main" id="{4B650965-D7D8-33B1-CCE5-42C8F80B9296}"/>
                </a:ext>
              </a:extLst>
            </p:cNvPr>
            <p:cNvSpPr/>
            <p:nvPr/>
          </p:nvSpPr>
          <p:spPr>
            <a:xfrm flipH="1">
              <a:off x="2306854" y="2372533"/>
              <a:ext cx="13650" cy="31658"/>
            </a:xfrm>
            <a:custGeom>
              <a:avLst/>
              <a:gdLst/>
              <a:ahLst/>
              <a:cxnLst/>
              <a:rect l="l" t="t" r="r" b="b"/>
              <a:pathLst>
                <a:path w="835" h="1936" extrusionOk="0">
                  <a:moveTo>
                    <a:pt x="768" y="1"/>
                  </a:moveTo>
                  <a:lnTo>
                    <a:pt x="67" y="368"/>
                  </a:lnTo>
                  <a:cubicBezTo>
                    <a:pt x="67" y="401"/>
                    <a:pt x="34" y="401"/>
                    <a:pt x="34" y="401"/>
                  </a:cubicBezTo>
                  <a:cubicBezTo>
                    <a:pt x="34" y="434"/>
                    <a:pt x="34" y="434"/>
                    <a:pt x="34" y="468"/>
                  </a:cubicBezTo>
                  <a:lnTo>
                    <a:pt x="34" y="635"/>
                  </a:lnTo>
                  <a:lnTo>
                    <a:pt x="34" y="668"/>
                  </a:lnTo>
                  <a:lnTo>
                    <a:pt x="67" y="668"/>
                  </a:lnTo>
                  <a:lnTo>
                    <a:pt x="501" y="434"/>
                  </a:lnTo>
                  <a:lnTo>
                    <a:pt x="267" y="901"/>
                  </a:lnTo>
                  <a:cubicBezTo>
                    <a:pt x="267" y="901"/>
                    <a:pt x="267" y="935"/>
                    <a:pt x="267" y="935"/>
                  </a:cubicBezTo>
                  <a:cubicBezTo>
                    <a:pt x="267" y="968"/>
                    <a:pt x="267" y="968"/>
                    <a:pt x="267" y="1002"/>
                  </a:cubicBezTo>
                  <a:lnTo>
                    <a:pt x="267" y="1168"/>
                  </a:lnTo>
                  <a:cubicBezTo>
                    <a:pt x="234" y="1202"/>
                    <a:pt x="234" y="1202"/>
                    <a:pt x="267" y="1235"/>
                  </a:cubicBezTo>
                  <a:lnTo>
                    <a:pt x="301" y="1235"/>
                  </a:lnTo>
                  <a:lnTo>
                    <a:pt x="401" y="1168"/>
                  </a:lnTo>
                  <a:cubicBezTo>
                    <a:pt x="467" y="1135"/>
                    <a:pt x="501" y="1102"/>
                    <a:pt x="567" y="1102"/>
                  </a:cubicBezTo>
                  <a:cubicBezTo>
                    <a:pt x="601" y="1135"/>
                    <a:pt x="634" y="1168"/>
                    <a:pt x="634" y="1235"/>
                  </a:cubicBezTo>
                  <a:cubicBezTo>
                    <a:pt x="601" y="1302"/>
                    <a:pt x="601" y="1368"/>
                    <a:pt x="567" y="1435"/>
                  </a:cubicBezTo>
                  <a:cubicBezTo>
                    <a:pt x="534" y="1469"/>
                    <a:pt x="467" y="1535"/>
                    <a:pt x="401" y="1569"/>
                  </a:cubicBezTo>
                  <a:lnTo>
                    <a:pt x="334" y="1602"/>
                  </a:lnTo>
                  <a:lnTo>
                    <a:pt x="200" y="1602"/>
                  </a:lnTo>
                  <a:cubicBezTo>
                    <a:pt x="200" y="1569"/>
                    <a:pt x="200" y="1535"/>
                    <a:pt x="200" y="1535"/>
                  </a:cubicBezTo>
                  <a:cubicBezTo>
                    <a:pt x="167" y="1535"/>
                    <a:pt x="167" y="1535"/>
                    <a:pt x="167" y="1502"/>
                  </a:cubicBezTo>
                  <a:lnTo>
                    <a:pt x="134" y="1502"/>
                  </a:lnTo>
                  <a:lnTo>
                    <a:pt x="34" y="1602"/>
                  </a:lnTo>
                  <a:cubicBezTo>
                    <a:pt x="0" y="1602"/>
                    <a:pt x="0" y="1602"/>
                    <a:pt x="0" y="1635"/>
                  </a:cubicBezTo>
                  <a:cubicBezTo>
                    <a:pt x="0" y="1635"/>
                    <a:pt x="0" y="1669"/>
                    <a:pt x="0" y="1669"/>
                  </a:cubicBezTo>
                  <a:cubicBezTo>
                    <a:pt x="0" y="1735"/>
                    <a:pt x="0" y="1769"/>
                    <a:pt x="34" y="1802"/>
                  </a:cubicBezTo>
                  <a:cubicBezTo>
                    <a:pt x="34" y="1835"/>
                    <a:pt x="67" y="1869"/>
                    <a:pt x="100" y="1902"/>
                  </a:cubicBezTo>
                  <a:cubicBezTo>
                    <a:pt x="134" y="1936"/>
                    <a:pt x="200" y="1936"/>
                    <a:pt x="234" y="1936"/>
                  </a:cubicBezTo>
                  <a:cubicBezTo>
                    <a:pt x="301" y="1902"/>
                    <a:pt x="367" y="1902"/>
                    <a:pt x="434" y="1869"/>
                  </a:cubicBezTo>
                  <a:cubicBezTo>
                    <a:pt x="467" y="1835"/>
                    <a:pt x="534" y="1769"/>
                    <a:pt x="601" y="1735"/>
                  </a:cubicBezTo>
                  <a:cubicBezTo>
                    <a:pt x="634" y="1669"/>
                    <a:pt x="667" y="1602"/>
                    <a:pt x="734" y="1535"/>
                  </a:cubicBezTo>
                  <a:cubicBezTo>
                    <a:pt x="768" y="1469"/>
                    <a:pt x="801" y="1402"/>
                    <a:pt x="801" y="1335"/>
                  </a:cubicBezTo>
                  <a:cubicBezTo>
                    <a:pt x="834" y="1268"/>
                    <a:pt x="834" y="1168"/>
                    <a:pt x="834" y="1102"/>
                  </a:cubicBezTo>
                  <a:cubicBezTo>
                    <a:pt x="834" y="1035"/>
                    <a:pt x="834" y="1002"/>
                    <a:pt x="801" y="935"/>
                  </a:cubicBezTo>
                  <a:cubicBezTo>
                    <a:pt x="801" y="901"/>
                    <a:pt x="768" y="868"/>
                    <a:pt x="768" y="835"/>
                  </a:cubicBezTo>
                  <a:cubicBezTo>
                    <a:pt x="734" y="801"/>
                    <a:pt x="701" y="801"/>
                    <a:pt x="667" y="801"/>
                  </a:cubicBezTo>
                  <a:cubicBezTo>
                    <a:pt x="645" y="790"/>
                    <a:pt x="627" y="787"/>
                    <a:pt x="611" y="787"/>
                  </a:cubicBezTo>
                  <a:cubicBezTo>
                    <a:pt x="579" y="787"/>
                    <a:pt x="556" y="801"/>
                    <a:pt x="534" y="801"/>
                  </a:cubicBezTo>
                  <a:lnTo>
                    <a:pt x="768" y="301"/>
                  </a:lnTo>
                  <a:lnTo>
                    <a:pt x="768" y="268"/>
                  </a:lnTo>
                  <a:cubicBezTo>
                    <a:pt x="768" y="234"/>
                    <a:pt x="768" y="234"/>
                    <a:pt x="768" y="201"/>
                  </a:cubicBezTo>
                  <a:lnTo>
                    <a:pt x="768" y="34"/>
                  </a:lnTo>
                  <a:cubicBezTo>
                    <a:pt x="801" y="34"/>
                    <a:pt x="801" y="1"/>
                    <a:pt x="7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2631;p65">
              <a:extLst>
                <a:ext uri="{FF2B5EF4-FFF2-40B4-BE49-F238E27FC236}">
                  <a16:creationId xmlns:a16="http://schemas.microsoft.com/office/drawing/2014/main" id="{403D952D-7E59-D3C5-3FB3-F79F47FEDA00}"/>
                </a:ext>
              </a:extLst>
            </p:cNvPr>
            <p:cNvSpPr/>
            <p:nvPr/>
          </p:nvSpPr>
          <p:spPr>
            <a:xfrm flipH="1">
              <a:off x="2290507" y="2364896"/>
              <a:ext cx="13634" cy="29696"/>
            </a:xfrm>
            <a:custGeom>
              <a:avLst/>
              <a:gdLst/>
              <a:ahLst/>
              <a:cxnLst/>
              <a:rect l="l" t="t" r="r" b="b"/>
              <a:pathLst>
                <a:path w="834" h="1816" extrusionOk="0">
                  <a:moveTo>
                    <a:pt x="482" y="329"/>
                  </a:moveTo>
                  <a:cubicBezTo>
                    <a:pt x="517" y="329"/>
                    <a:pt x="548" y="348"/>
                    <a:pt x="567" y="368"/>
                  </a:cubicBezTo>
                  <a:cubicBezTo>
                    <a:pt x="600" y="434"/>
                    <a:pt x="600" y="501"/>
                    <a:pt x="600" y="601"/>
                  </a:cubicBezTo>
                  <a:lnTo>
                    <a:pt x="600" y="801"/>
                  </a:lnTo>
                  <a:lnTo>
                    <a:pt x="600" y="1002"/>
                  </a:lnTo>
                  <a:cubicBezTo>
                    <a:pt x="600" y="1102"/>
                    <a:pt x="600" y="1202"/>
                    <a:pt x="567" y="1268"/>
                  </a:cubicBezTo>
                  <a:cubicBezTo>
                    <a:pt x="534" y="1368"/>
                    <a:pt x="467" y="1435"/>
                    <a:pt x="400" y="1469"/>
                  </a:cubicBezTo>
                  <a:cubicBezTo>
                    <a:pt x="367" y="1485"/>
                    <a:pt x="342" y="1494"/>
                    <a:pt x="321" y="1494"/>
                  </a:cubicBezTo>
                  <a:cubicBezTo>
                    <a:pt x="300" y="1494"/>
                    <a:pt x="284" y="1485"/>
                    <a:pt x="267" y="1469"/>
                  </a:cubicBezTo>
                  <a:cubicBezTo>
                    <a:pt x="200" y="1402"/>
                    <a:pt x="200" y="1302"/>
                    <a:pt x="200" y="1235"/>
                  </a:cubicBezTo>
                  <a:lnTo>
                    <a:pt x="200" y="1035"/>
                  </a:lnTo>
                  <a:lnTo>
                    <a:pt x="200" y="835"/>
                  </a:lnTo>
                  <a:cubicBezTo>
                    <a:pt x="200" y="735"/>
                    <a:pt x="234" y="635"/>
                    <a:pt x="267" y="535"/>
                  </a:cubicBezTo>
                  <a:cubicBezTo>
                    <a:pt x="267" y="468"/>
                    <a:pt x="334" y="401"/>
                    <a:pt x="400" y="368"/>
                  </a:cubicBezTo>
                  <a:cubicBezTo>
                    <a:pt x="429" y="340"/>
                    <a:pt x="457" y="329"/>
                    <a:pt x="482" y="329"/>
                  </a:cubicBezTo>
                  <a:close/>
                  <a:moveTo>
                    <a:pt x="600" y="1"/>
                  </a:moveTo>
                  <a:cubicBezTo>
                    <a:pt x="534" y="1"/>
                    <a:pt x="467" y="34"/>
                    <a:pt x="400" y="68"/>
                  </a:cubicBezTo>
                  <a:cubicBezTo>
                    <a:pt x="334" y="101"/>
                    <a:pt x="267" y="168"/>
                    <a:pt x="234" y="234"/>
                  </a:cubicBezTo>
                  <a:cubicBezTo>
                    <a:pt x="167" y="301"/>
                    <a:pt x="133" y="368"/>
                    <a:pt x="100" y="434"/>
                  </a:cubicBezTo>
                  <a:cubicBezTo>
                    <a:pt x="67" y="501"/>
                    <a:pt x="33" y="601"/>
                    <a:pt x="33" y="668"/>
                  </a:cubicBezTo>
                  <a:cubicBezTo>
                    <a:pt x="0" y="768"/>
                    <a:pt x="0" y="868"/>
                    <a:pt x="0" y="935"/>
                  </a:cubicBezTo>
                  <a:lnTo>
                    <a:pt x="0" y="1168"/>
                  </a:lnTo>
                  <a:lnTo>
                    <a:pt x="0" y="1368"/>
                  </a:lnTo>
                  <a:cubicBezTo>
                    <a:pt x="0" y="1435"/>
                    <a:pt x="0" y="1535"/>
                    <a:pt x="33" y="1602"/>
                  </a:cubicBezTo>
                  <a:cubicBezTo>
                    <a:pt x="33" y="1669"/>
                    <a:pt x="67" y="1702"/>
                    <a:pt x="100" y="1769"/>
                  </a:cubicBezTo>
                  <a:cubicBezTo>
                    <a:pt x="124" y="1792"/>
                    <a:pt x="147" y="1816"/>
                    <a:pt x="183" y="1816"/>
                  </a:cubicBezTo>
                  <a:cubicBezTo>
                    <a:pt x="197" y="1816"/>
                    <a:pt x="214" y="1812"/>
                    <a:pt x="234" y="1802"/>
                  </a:cubicBezTo>
                  <a:cubicBezTo>
                    <a:pt x="300" y="1802"/>
                    <a:pt x="334" y="1802"/>
                    <a:pt x="400" y="1769"/>
                  </a:cubicBezTo>
                  <a:cubicBezTo>
                    <a:pt x="467" y="1735"/>
                    <a:pt x="534" y="1669"/>
                    <a:pt x="600" y="1602"/>
                  </a:cubicBezTo>
                  <a:cubicBezTo>
                    <a:pt x="634" y="1535"/>
                    <a:pt x="701" y="1469"/>
                    <a:pt x="734" y="1402"/>
                  </a:cubicBezTo>
                  <a:cubicBezTo>
                    <a:pt x="767" y="1302"/>
                    <a:pt x="767" y="1235"/>
                    <a:pt x="801" y="1135"/>
                  </a:cubicBezTo>
                  <a:cubicBezTo>
                    <a:pt x="801" y="1068"/>
                    <a:pt x="801" y="968"/>
                    <a:pt x="834" y="901"/>
                  </a:cubicBezTo>
                  <a:lnTo>
                    <a:pt x="834" y="468"/>
                  </a:lnTo>
                  <a:cubicBezTo>
                    <a:pt x="801" y="401"/>
                    <a:pt x="801" y="301"/>
                    <a:pt x="801" y="234"/>
                  </a:cubicBezTo>
                  <a:cubicBezTo>
                    <a:pt x="767" y="168"/>
                    <a:pt x="767" y="101"/>
                    <a:pt x="734" y="68"/>
                  </a:cubicBezTo>
                  <a:cubicBezTo>
                    <a:pt x="701" y="34"/>
                    <a:pt x="634" y="1"/>
                    <a:pt x="6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2632;p65">
              <a:extLst>
                <a:ext uri="{FF2B5EF4-FFF2-40B4-BE49-F238E27FC236}">
                  <a16:creationId xmlns:a16="http://schemas.microsoft.com/office/drawing/2014/main" id="{48F7B12A-16B5-26E7-70F7-DB284961A956}"/>
                </a:ext>
              </a:extLst>
            </p:cNvPr>
            <p:cNvSpPr/>
            <p:nvPr/>
          </p:nvSpPr>
          <p:spPr>
            <a:xfrm flipH="1">
              <a:off x="1866322" y="2133655"/>
              <a:ext cx="399647" cy="231813"/>
            </a:xfrm>
            <a:custGeom>
              <a:avLst/>
              <a:gdLst/>
              <a:ahLst/>
              <a:cxnLst/>
              <a:rect l="l" t="t" r="r" b="b"/>
              <a:pathLst>
                <a:path w="24447" h="14176" extrusionOk="0">
                  <a:moveTo>
                    <a:pt x="24159" y="1"/>
                  </a:moveTo>
                  <a:cubicBezTo>
                    <a:pt x="24125" y="1"/>
                    <a:pt x="24088" y="10"/>
                    <a:pt x="24051" y="32"/>
                  </a:cubicBezTo>
                  <a:lnTo>
                    <a:pt x="200" y="13808"/>
                  </a:lnTo>
                  <a:cubicBezTo>
                    <a:pt x="0" y="13908"/>
                    <a:pt x="67" y="14175"/>
                    <a:pt x="300" y="14175"/>
                  </a:cubicBezTo>
                  <a:cubicBezTo>
                    <a:pt x="334" y="14175"/>
                    <a:pt x="367" y="14175"/>
                    <a:pt x="400" y="14142"/>
                  </a:cubicBezTo>
                  <a:lnTo>
                    <a:pt x="24251" y="399"/>
                  </a:lnTo>
                  <a:cubicBezTo>
                    <a:pt x="24447" y="259"/>
                    <a:pt x="24337" y="1"/>
                    <a:pt x="2415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2633;p65">
              <a:extLst>
                <a:ext uri="{FF2B5EF4-FFF2-40B4-BE49-F238E27FC236}">
                  <a16:creationId xmlns:a16="http://schemas.microsoft.com/office/drawing/2014/main" id="{468E2666-DF0E-0C79-BC7D-D509506D16C8}"/>
                </a:ext>
              </a:extLst>
            </p:cNvPr>
            <p:cNvSpPr/>
            <p:nvPr/>
          </p:nvSpPr>
          <p:spPr>
            <a:xfrm flipH="1">
              <a:off x="1871161" y="2271115"/>
              <a:ext cx="389904" cy="414536"/>
            </a:xfrm>
            <a:custGeom>
              <a:avLst/>
              <a:gdLst/>
              <a:ahLst/>
              <a:cxnLst/>
              <a:rect l="l" t="t" r="r" b="b"/>
              <a:pathLst>
                <a:path w="23851" h="25350" extrusionOk="0">
                  <a:moveTo>
                    <a:pt x="18671" y="1"/>
                  </a:moveTo>
                  <a:cubicBezTo>
                    <a:pt x="18373" y="1"/>
                    <a:pt x="18065" y="81"/>
                    <a:pt x="17746" y="265"/>
                  </a:cubicBezTo>
                  <a:cubicBezTo>
                    <a:pt x="15178" y="1733"/>
                    <a:pt x="14144" y="5769"/>
                    <a:pt x="11775" y="9739"/>
                  </a:cubicBezTo>
                  <a:cubicBezTo>
                    <a:pt x="10418" y="12032"/>
                    <a:pt x="8667" y="13735"/>
                    <a:pt x="7092" y="13735"/>
                  </a:cubicBezTo>
                  <a:cubicBezTo>
                    <a:pt x="5919" y="13735"/>
                    <a:pt x="4844" y="12789"/>
                    <a:pt x="4103" y="10439"/>
                  </a:cubicBezTo>
                  <a:cubicBezTo>
                    <a:pt x="3021" y="6984"/>
                    <a:pt x="1691" y="6334"/>
                    <a:pt x="845" y="6334"/>
                  </a:cubicBezTo>
                  <a:cubicBezTo>
                    <a:pt x="335" y="6334"/>
                    <a:pt x="0" y="6570"/>
                    <a:pt x="0" y="6570"/>
                  </a:cubicBezTo>
                  <a:lnTo>
                    <a:pt x="0" y="25350"/>
                  </a:lnTo>
                  <a:lnTo>
                    <a:pt x="23851" y="11607"/>
                  </a:lnTo>
                  <a:lnTo>
                    <a:pt x="23851" y="2967"/>
                  </a:lnTo>
                  <a:cubicBezTo>
                    <a:pt x="23696" y="3057"/>
                    <a:pt x="23540" y="3097"/>
                    <a:pt x="23383" y="3097"/>
                  </a:cubicBezTo>
                  <a:cubicBezTo>
                    <a:pt x="22004" y="3097"/>
                    <a:pt x="20530" y="1"/>
                    <a:pt x="1867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2634;p65">
              <a:extLst>
                <a:ext uri="{FF2B5EF4-FFF2-40B4-BE49-F238E27FC236}">
                  <a16:creationId xmlns:a16="http://schemas.microsoft.com/office/drawing/2014/main" id="{093304DE-1D5A-8CA2-E3C7-FE56E4F41DE0}"/>
                </a:ext>
              </a:extLst>
            </p:cNvPr>
            <p:cNvSpPr/>
            <p:nvPr/>
          </p:nvSpPr>
          <p:spPr>
            <a:xfrm flipH="1">
              <a:off x="1871161" y="2271115"/>
              <a:ext cx="389904" cy="414536"/>
            </a:xfrm>
            <a:custGeom>
              <a:avLst/>
              <a:gdLst/>
              <a:ahLst/>
              <a:cxnLst/>
              <a:rect l="l" t="t" r="r" b="b"/>
              <a:pathLst>
                <a:path w="23851" h="25350" extrusionOk="0">
                  <a:moveTo>
                    <a:pt x="18671" y="1"/>
                  </a:moveTo>
                  <a:cubicBezTo>
                    <a:pt x="18373" y="1"/>
                    <a:pt x="18065" y="81"/>
                    <a:pt x="17746" y="265"/>
                  </a:cubicBezTo>
                  <a:cubicBezTo>
                    <a:pt x="15178" y="1733"/>
                    <a:pt x="14144" y="5769"/>
                    <a:pt x="11775" y="9739"/>
                  </a:cubicBezTo>
                  <a:cubicBezTo>
                    <a:pt x="10418" y="12032"/>
                    <a:pt x="8667" y="13735"/>
                    <a:pt x="7092" y="13735"/>
                  </a:cubicBezTo>
                  <a:cubicBezTo>
                    <a:pt x="5919" y="13735"/>
                    <a:pt x="4844" y="12789"/>
                    <a:pt x="4103" y="10439"/>
                  </a:cubicBezTo>
                  <a:cubicBezTo>
                    <a:pt x="3021" y="6984"/>
                    <a:pt x="1691" y="6334"/>
                    <a:pt x="845" y="6334"/>
                  </a:cubicBezTo>
                  <a:cubicBezTo>
                    <a:pt x="335" y="6334"/>
                    <a:pt x="0" y="6570"/>
                    <a:pt x="0" y="6570"/>
                  </a:cubicBezTo>
                  <a:lnTo>
                    <a:pt x="0" y="25350"/>
                  </a:lnTo>
                  <a:lnTo>
                    <a:pt x="23851" y="11607"/>
                  </a:lnTo>
                  <a:lnTo>
                    <a:pt x="23851" y="2967"/>
                  </a:lnTo>
                  <a:cubicBezTo>
                    <a:pt x="23696" y="3057"/>
                    <a:pt x="23540" y="3097"/>
                    <a:pt x="23383" y="3097"/>
                  </a:cubicBezTo>
                  <a:cubicBezTo>
                    <a:pt x="22004" y="3097"/>
                    <a:pt x="20530" y="1"/>
                    <a:pt x="186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2635;p65">
              <a:extLst>
                <a:ext uri="{FF2B5EF4-FFF2-40B4-BE49-F238E27FC236}">
                  <a16:creationId xmlns:a16="http://schemas.microsoft.com/office/drawing/2014/main" id="{132AEF49-E64E-5E42-86FC-AB789177529C}"/>
                </a:ext>
              </a:extLst>
            </p:cNvPr>
            <p:cNvSpPr/>
            <p:nvPr/>
          </p:nvSpPr>
          <p:spPr>
            <a:xfrm flipH="1">
              <a:off x="1871161" y="2265080"/>
              <a:ext cx="390460" cy="420570"/>
            </a:xfrm>
            <a:custGeom>
              <a:avLst/>
              <a:gdLst/>
              <a:ahLst/>
              <a:cxnLst/>
              <a:rect l="l" t="t" r="r" b="b"/>
              <a:pathLst>
                <a:path w="23885" h="25719" extrusionOk="0">
                  <a:moveTo>
                    <a:pt x="23885" y="0"/>
                  </a:moveTo>
                  <a:cubicBezTo>
                    <a:pt x="20482" y="1969"/>
                    <a:pt x="20049" y="6272"/>
                    <a:pt x="18047" y="7439"/>
                  </a:cubicBezTo>
                  <a:cubicBezTo>
                    <a:pt x="17908" y="7518"/>
                    <a:pt x="17776" y="7554"/>
                    <a:pt x="17650" y="7554"/>
                  </a:cubicBezTo>
                  <a:cubicBezTo>
                    <a:pt x="16139" y="7554"/>
                    <a:pt x="15518" y="2289"/>
                    <a:pt x="13581" y="2289"/>
                  </a:cubicBezTo>
                  <a:cubicBezTo>
                    <a:pt x="13364" y="2289"/>
                    <a:pt x="13130" y="2355"/>
                    <a:pt x="12877" y="2502"/>
                  </a:cubicBezTo>
                  <a:cubicBezTo>
                    <a:pt x="10175" y="4070"/>
                    <a:pt x="9508" y="17680"/>
                    <a:pt x="6839" y="19181"/>
                  </a:cubicBezTo>
                  <a:cubicBezTo>
                    <a:pt x="6515" y="19369"/>
                    <a:pt x="6228" y="19451"/>
                    <a:pt x="5971" y="19451"/>
                  </a:cubicBezTo>
                  <a:cubicBezTo>
                    <a:pt x="4294" y="19451"/>
                    <a:pt x="3882" y="15979"/>
                    <a:pt x="2798" y="15979"/>
                  </a:cubicBezTo>
                  <a:cubicBezTo>
                    <a:pt x="2695" y="15979"/>
                    <a:pt x="2586" y="16010"/>
                    <a:pt x="2469" y="16079"/>
                  </a:cubicBezTo>
                  <a:cubicBezTo>
                    <a:pt x="1268" y="16746"/>
                    <a:pt x="34" y="22883"/>
                    <a:pt x="34" y="22883"/>
                  </a:cubicBezTo>
                  <a:lnTo>
                    <a:pt x="1" y="25719"/>
                  </a:lnTo>
                  <a:lnTo>
                    <a:pt x="1" y="25719"/>
                  </a:lnTo>
                  <a:lnTo>
                    <a:pt x="23885" y="11942"/>
                  </a:lnTo>
                  <a:lnTo>
                    <a:pt x="2388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2636;p65">
              <a:extLst>
                <a:ext uri="{FF2B5EF4-FFF2-40B4-BE49-F238E27FC236}">
                  <a16:creationId xmlns:a16="http://schemas.microsoft.com/office/drawing/2014/main" id="{57F2A82A-C938-BDCB-44ED-AF3011D9BC5F}"/>
                </a:ext>
              </a:extLst>
            </p:cNvPr>
            <p:cNvSpPr/>
            <p:nvPr/>
          </p:nvSpPr>
          <p:spPr>
            <a:xfrm flipH="1">
              <a:off x="1870621" y="2301089"/>
              <a:ext cx="389904" cy="384562"/>
            </a:xfrm>
            <a:custGeom>
              <a:avLst/>
              <a:gdLst/>
              <a:ahLst/>
              <a:cxnLst/>
              <a:rect l="l" t="t" r="r" b="b"/>
              <a:pathLst>
                <a:path w="23851" h="23517" extrusionOk="0">
                  <a:moveTo>
                    <a:pt x="21483" y="0"/>
                  </a:moveTo>
                  <a:cubicBezTo>
                    <a:pt x="20015" y="2035"/>
                    <a:pt x="19381" y="4403"/>
                    <a:pt x="17980" y="5237"/>
                  </a:cubicBezTo>
                  <a:cubicBezTo>
                    <a:pt x="17843" y="5313"/>
                    <a:pt x="17712" y="5348"/>
                    <a:pt x="17588" y="5348"/>
                  </a:cubicBezTo>
                  <a:cubicBezTo>
                    <a:pt x="16571" y="5348"/>
                    <a:pt x="15970" y="2977"/>
                    <a:pt x="15078" y="1401"/>
                  </a:cubicBezTo>
                  <a:cubicBezTo>
                    <a:pt x="14044" y="3236"/>
                    <a:pt x="13110" y="5571"/>
                    <a:pt x="11742" y="7906"/>
                  </a:cubicBezTo>
                  <a:cubicBezTo>
                    <a:pt x="11109" y="9040"/>
                    <a:pt x="10275" y="10041"/>
                    <a:pt x="9274" y="10908"/>
                  </a:cubicBezTo>
                  <a:cubicBezTo>
                    <a:pt x="8607" y="13843"/>
                    <a:pt x="7873" y="16378"/>
                    <a:pt x="6805" y="16979"/>
                  </a:cubicBezTo>
                  <a:cubicBezTo>
                    <a:pt x="6482" y="17167"/>
                    <a:pt x="6194" y="17249"/>
                    <a:pt x="5937" y="17249"/>
                  </a:cubicBezTo>
                  <a:cubicBezTo>
                    <a:pt x="4260" y="17249"/>
                    <a:pt x="3848" y="13777"/>
                    <a:pt x="2764" y="13777"/>
                  </a:cubicBezTo>
                  <a:cubicBezTo>
                    <a:pt x="2661" y="13777"/>
                    <a:pt x="2552" y="13808"/>
                    <a:pt x="2436" y="13877"/>
                  </a:cubicBezTo>
                  <a:cubicBezTo>
                    <a:pt x="1235" y="14544"/>
                    <a:pt x="1" y="20681"/>
                    <a:pt x="1" y="20681"/>
                  </a:cubicBezTo>
                  <a:lnTo>
                    <a:pt x="1" y="23517"/>
                  </a:lnTo>
                  <a:lnTo>
                    <a:pt x="23851" y="9740"/>
                  </a:lnTo>
                  <a:lnTo>
                    <a:pt x="23851" y="1101"/>
                  </a:lnTo>
                  <a:cubicBezTo>
                    <a:pt x="23689" y="1192"/>
                    <a:pt x="23528" y="1233"/>
                    <a:pt x="23365" y="1233"/>
                  </a:cubicBezTo>
                  <a:cubicBezTo>
                    <a:pt x="22757" y="1233"/>
                    <a:pt x="22141" y="658"/>
                    <a:pt x="214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2637;p65">
              <a:extLst>
                <a:ext uri="{FF2B5EF4-FFF2-40B4-BE49-F238E27FC236}">
                  <a16:creationId xmlns:a16="http://schemas.microsoft.com/office/drawing/2014/main" id="{C2AE5A1C-EF9D-1E07-C2D5-CCC94132F73B}"/>
                </a:ext>
              </a:extLst>
            </p:cNvPr>
            <p:cNvSpPr/>
            <p:nvPr/>
          </p:nvSpPr>
          <p:spPr>
            <a:xfrm flipH="1">
              <a:off x="1816086" y="2664196"/>
              <a:ext cx="544780" cy="774176"/>
            </a:xfrm>
            <a:custGeom>
              <a:avLst/>
              <a:gdLst/>
              <a:ahLst/>
              <a:cxnLst/>
              <a:rect l="l" t="t" r="r" b="b"/>
              <a:pathLst>
                <a:path w="33325" h="47343" extrusionOk="0">
                  <a:moveTo>
                    <a:pt x="32826" y="1"/>
                  </a:moveTo>
                  <a:cubicBezTo>
                    <a:pt x="32713" y="1"/>
                    <a:pt x="32588" y="36"/>
                    <a:pt x="32457" y="111"/>
                  </a:cubicBezTo>
                  <a:lnTo>
                    <a:pt x="902" y="18357"/>
                  </a:lnTo>
                  <a:cubicBezTo>
                    <a:pt x="368" y="18691"/>
                    <a:pt x="34" y="19258"/>
                    <a:pt x="1" y="19892"/>
                  </a:cubicBezTo>
                  <a:lnTo>
                    <a:pt x="1" y="46711"/>
                  </a:lnTo>
                  <a:cubicBezTo>
                    <a:pt x="1" y="47109"/>
                    <a:pt x="198" y="47343"/>
                    <a:pt x="489" y="47343"/>
                  </a:cubicBezTo>
                  <a:cubicBezTo>
                    <a:pt x="612" y="47343"/>
                    <a:pt x="752" y="47301"/>
                    <a:pt x="902" y="47211"/>
                  </a:cubicBezTo>
                  <a:lnTo>
                    <a:pt x="32457" y="28998"/>
                  </a:lnTo>
                  <a:cubicBezTo>
                    <a:pt x="32958" y="28665"/>
                    <a:pt x="33291" y="28064"/>
                    <a:pt x="33325" y="27464"/>
                  </a:cubicBezTo>
                  <a:lnTo>
                    <a:pt x="33325" y="645"/>
                  </a:lnTo>
                  <a:cubicBezTo>
                    <a:pt x="33325" y="236"/>
                    <a:pt x="33117" y="1"/>
                    <a:pt x="3282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2638;p65">
              <a:extLst>
                <a:ext uri="{FF2B5EF4-FFF2-40B4-BE49-F238E27FC236}">
                  <a16:creationId xmlns:a16="http://schemas.microsoft.com/office/drawing/2014/main" id="{08BC8B32-6DF7-FF76-0FEE-939C1255BF3D}"/>
                </a:ext>
              </a:extLst>
            </p:cNvPr>
            <p:cNvSpPr/>
            <p:nvPr/>
          </p:nvSpPr>
          <p:spPr>
            <a:xfrm flipH="1">
              <a:off x="2275777" y="2999831"/>
              <a:ext cx="28919" cy="336567"/>
            </a:xfrm>
            <a:custGeom>
              <a:avLst/>
              <a:gdLst/>
              <a:ahLst/>
              <a:cxnLst/>
              <a:rect l="l" t="t" r="r" b="b"/>
              <a:pathLst>
                <a:path w="1769" h="20582" extrusionOk="0">
                  <a:moveTo>
                    <a:pt x="1769" y="1"/>
                  </a:moveTo>
                  <a:lnTo>
                    <a:pt x="1" y="1001"/>
                  </a:lnTo>
                  <a:lnTo>
                    <a:pt x="1" y="20582"/>
                  </a:lnTo>
                  <a:lnTo>
                    <a:pt x="1769" y="19581"/>
                  </a:lnTo>
                  <a:lnTo>
                    <a:pt x="1769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2639;p65">
              <a:extLst>
                <a:ext uri="{FF2B5EF4-FFF2-40B4-BE49-F238E27FC236}">
                  <a16:creationId xmlns:a16="http://schemas.microsoft.com/office/drawing/2014/main" id="{E7997327-E3FB-0169-33A8-AB0A352E3E3A}"/>
                </a:ext>
              </a:extLst>
            </p:cNvPr>
            <p:cNvSpPr/>
            <p:nvPr/>
          </p:nvSpPr>
          <p:spPr>
            <a:xfrm flipH="1">
              <a:off x="2225607" y="2970380"/>
              <a:ext cx="28379" cy="336567"/>
            </a:xfrm>
            <a:custGeom>
              <a:avLst/>
              <a:gdLst/>
              <a:ahLst/>
              <a:cxnLst/>
              <a:rect l="l" t="t" r="r" b="b"/>
              <a:pathLst>
                <a:path w="1736" h="20582" extrusionOk="0">
                  <a:moveTo>
                    <a:pt x="1735" y="0"/>
                  </a:moveTo>
                  <a:lnTo>
                    <a:pt x="1" y="1001"/>
                  </a:lnTo>
                  <a:lnTo>
                    <a:pt x="1" y="20582"/>
                  </a:lnTo>
                  <a:lnTo>
                    <a:pt x="1735" y="19581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2640;p65">
              <a:extLst>
                <a:ext uri="{FF2B5EF4-FFF2-40B4-BE49-F238E27FC236}">
                  <a16:creationId xmlns:a16="http://schemas.microsoft.com/office/drawing/2014/main" id="{AEDF357B-0CFD-10C6-669F-515EF36CE426}"/>
                </a:ext>
              </a:extLst>
            </p:cNvPr>
            <p:cNvSpPr/>
            <p:nvPr/>
          </p:nvSpPr>
          <p:spPr>
            <a:xfrm flipH="1">
              <a:off x="2174897" y="2941469"/>
              <a:ext cx="28919" cy="336567"/>
            </a:xfrm>
            <a:custGeom>
              <a:avLst/>
              <a:gdLst/>
              <a:ahLst/>
              <a:cxnLst/>
              <a:rect l="l" t="t" r="r" b="b"/>
              <a:pathLst>
                <a:path w="1769" h="20582" extrusionOk="0">
                  <a:moveTo>
                    <a:pt x="1769" y="0"/>
                  </a:moveTo>
                  <a:lnTo>
                    <a:pt x="1" y="1001"/>
                  </a:lnTo>
                  <a:lnTo>
                    <a:pt x="1" y="20582"/>
                  </a:lnTo>
                  <a:lnTo>
                    <a:pt x="1769" y="19548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2641;p65">
              <a:extLst>
                <a:ext uri="{FF2B5EF4-FFF2-40B4-BE49-F238E27FC236}">
                  <a16:creationId xmlns:a16="http://schemas.microsoft.com/office/drawing/2014/main" id="{E788CA13-3315-D90D-8EB3-00D3D41753F9}"/>
                </a:ext>
              </a:extLst>
            </p:cNvPr>
            <p:cNvSpPr/>
            <p:nvPr/>
          </p:nvSpPr>
          <p:spPr>
            <a:xfrm flipH="1">
              <a:off x="2124727" y="2912018"/>
              <a:ext cx="28379" cy="336567"/>
            </a:xfrm>
            <a:custGeom>
              <a:avLst/>
              <a:gdLst/>
              <a:ahLst/>
              <a:cxnLst/>
              <a:rect l="l" t="t" r="r" b="b"/>
              <a:pathLst>
                <a:path w="1736" h="20582" extrusionOk="0">
                  <a:moveTo>
                    <a:pt x="1736" y="0"/>
                  </a:moveTo>
                  <a:lnTo>
                    <a:pt x="1" y="1034"/>
                  </a:lnTo>
                  <a:lnTo>
                    <a:pt x="1" y="20581"/>
                  </a:lnTo>
                  <a:lnTo>
                    <a:pt x="1736" y="19581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2642;p65">
              <a:extLst>
                <a:ext uri="{FF2B5EF4-FFF2-40B4-BE49-F238E27FC236}">
                  <a16:creationId xmlns:a16="http://schemas.microsoft.com/office/drawing/2014/main" id="{A8116267-BCAF-B891-3E5F-B98371577BC0}"/>
                </a:ext>
              </a:extLst>
            </p:cNvPr>
            <p:cNvSpPr/>
            <p:nvPr/>
          </p:nvSpPr>
          <p:spPr>
            <a:xfrm flipH="1">
              <a:off x="2074017" y="2883107"/>
              <a:ext cx="28363" cy="336567"/>
            </a:xfrm>
            <a:custGeom>
              <a:avLst/>
              <a:gdLst/>
              <a:ahLst/>
              <a:cxnLst/>
              <a:rect l="l" t="t" r="r" b="b"/>
              <a:pathLst>
                <a:path w="1735" h="20582" extrusionOk="0">
                  <a:moveTo>
                    <a:pt x="1735" y="0"/>
                  </a:moveTo>
                  <a:lnTo>
                    <a:pt x="0" y="1001"/>
                  </a:lnTo>
                  <a:lnTo>
                    <a:pt x="0" y="20582"/>
                  </a:lnTo>
                  <a:lnTo>
                    <a:pt x="1735" y="195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2643;p65">
              <a:extLst>
                <a:ext uri="{FF2B5EF4-FFF2-40B4-BE49-F238E27FC236}">
                  <a16:creationId xmlns:a16="http://schemas.microsoft.com/office/drawing/2014/main" id="{FC5FDCCE-4EC8-EC30-25A9-67C94CE4E344}"/>
                </a:ext>
              </a:extLst>
            </p:cNvPr>
            <p:cNvSpPr/>
            <p:nvPr/>
          </p:nvSpPr>
          <p:spPr>
            <a:xfrm flipH="1">
              <a:off x="2023307" y="2853640"/>
              <a:ext cx="28902" cy="336584"/>
            </a:xfrm>
            <a:custGeom>
              <a:avLst/>
              <a:gdLst/>
              <a:ahLst/>
              <a:cxnLst/>
              <a:rect l="l" t="t" r="r" b="b"/>
              <a:pathLst>
                <a:path w="1768" h="20583" extrusionOk="0">
                  <a:moveTo>
                    <a:pt x="1768" y="1"/>
                  </a:moveTo>
                  <a:lnTo>
                    <a:pt x="0" y="1035"/>
                  </a:lnTo>
                  <a:lnTo>
                    <a:pt x="0" y="20582"/>
                  </a:lnTo>
                  <a:lnTo>
                    <a:pt x="1768" y="19582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2644;p65">
              <a:extLst>
                <a:ext uri="{FF2B5EF4-FFF2-40B4-BE49-F238E27FC236}">
                  <a16:creationId xmlns:a16="http://schemas.microsoft.com/office/drawing/2014/main" id="{C64E4DEC-C2E1-8415-40E5-B21FD1BE7D7B}"/>
                </a:ext>
              </a:extLst>
            </p:cNvPr>
            <p:cNvSpPr/>
            <p:nvPr/>
          </p:nvSpPr>
          <p:spPr>
            <a:xfrm flipH="1">
              <a:off x="2023307" y="2853640"/>
              <a:ext cx="28902" cy="162577"/>
            </a:xfrm>
            <a:custGeom>
              <a:avLst/>
              <a:gdLst/>
              <a:ahLst/>
              <a:cxnLst/>
              <a:rect l="l" t="t" r="r" b="b"/>
              <a:pathLst>
                <a:path w="1768" h="9942" extrusionOk="0">
                  <a:moveTo>
                    <a:pt x="1768" y="1"/>
                  </a:moveTo>
                  <a:lnTo>
                    <a:pt x="0" y="1035"/>
                  </a:lnTo>
                  <a:lnTo>
                    <a:pt x="0" y="9941"/>
                  </a:lnTo>
                  <a:lnTo>
                    <a:pt x="1768" y="89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2645;p65">
              <a:extLst>
                <a:ext uri="{FF2B5EF4-FFF2-40B4-BE49-F238E27FC236}">
                  <a16:creationId xmlns:a16="http://schemas.microsoft.com/office/drawing/2014/main" id="{04DCF5AA-7281-CE6D-658C-511998B6A46D}"/>
                </a:ext>
              </a:extLst>
            </p:cNvPr>
            <p:cNvSpPr/>
            <p:nvPr/>
          </p:nvSpPr>
          <p:spPr>
            <a:xfrm flipH="1">
              <a:off x="1973136" y="2824728"/>
              <a:ext cx="28363" cy="336584"/>
            </a:xfrm>
            <a:custGeom>
              <a:avLst/>
              <a:gdLst/>
              <a:ahLst/>
              <a:cxnLst/>
              <a:rect l="l" t="t" r="r" b="b"/>
              <a:pathLst>
                <a:path w="1735" h="20583" extrusionOk="0">
                  <a:moveTo>
                    <a:pt x="1735" y="1"/>
                  </a:moveTo>
                  <a:lnTo>
                    <a:pt x="0" y="1002"/>
                  </a:lnTo>
                  <a:lnTo>
                    <a:pt x="0" y="20582"/>
                  </a:lnTo>
                  <a:lnTo>
                    <a:pt x="1735" y="19582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2646;p65">
              <a:extLst>
                <a:ext uri="{FF2B5EF4-FFF2-40B4-BE49-F238E27FC236}">
                  <a16:creationId xmlns:a16="http://schemas.microsoft.com/office/drawing/2014/main" id="{21735E76-D7BD-AE5B-335F-6DB92287DDEB}"/>
                </a:ext>
              </a:extLst>
            </p:cNvPr>
            <p:cNvSpPr/>
            <p:nvPr/>
          </p:nvSpPr>
          <p:spPr>
            <a:xfrm flipH="1">
              <a:off x="1922410" y="2795278"/>
              <a:ext cx="28379" cy="336584"/>
            </a:xfrm>
            <a:custGeom>
              <a:avLst/>
              <a:gdLst/>
              <a:ahLst/>
              <a:cxnLst/>
              <a:rect l="l" t="t" r="r" b="b"/>
              <a:pathLst>
                <a:path w="1736" h="20583" extrusionOk="0">
                  <a:moveTo>
                    <a:pt x="1735" y="1"/>
                  </a:moveTo>
                  <a:lnTo>
                    <a:pt x="0" y="1035"/>
                  </a:lnTo>
                  <a:lnTo>
                    <a:pt x="0" y="20582"/>
                  </a:lnTo>
                  <a:lnTo>
                    <a:pt x="1735" y="19581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2647;p65">
              <a:extLst>
                <a:ext uri="{FF2B5EF4-FFF2-40B4-BE49-F238E27FC236}">
                  <a16:creationId xmlns:a16="http://schemas.microsoft.com/office/drawing/2014/main" id="{463CD212-4605-41E9-7383-2BD1A33CCAD6}"/>
                </a:ext>
              </a:extLst>
            </p:cNvPr>
            <p:cNvSpPr/>
            <p:nvPr/>
          </p:nvSpPr>
          <p:spPr>
            <a:xfrm flipH="1">
              <a:off x="1871700" y="2766366"/>
              <a:ext cx="28919" cy="336584"/>
            </a:xfrm>
            <a:custGeom>
              <a:avLst/>
              <a:gdLst/>
              <a:ahLst/>
              <a:cxnLst/>
              <a:rect l="l" t="t" r="r" b="b"/>
              <a:pathLst>
                <a:path w="1769" h="20583" extrusionOk="0">
                  <a:moveTo>
                    <a:pt x="1768" y="1"/>
                  </a:moveTo>
                  <a:lnTo>
                    <a:pt x="0" y="1001"/>
                  </a:lnTo>
                  <a:lnTo>
                    <a:pt x="0" y="20582"/>
                  </a:lnTo>
                  <a:lnTo>
                    <a:pt x="1768" y="1958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2648;p65">
              <a:extLst>
                <a:ext uri="{FF2B5EF4-FFF2-40B4-BE49-F238E27FC236}">
                  <a16:creationId xmlns:a16="http://schemas.microsoft.com/office/drawing/2014/main" id="{30CB57AC-2ED5-7508-F2DC-FDF9698BCDF0}"/>
                </a:ext>
              </a:extLst>
            </p:cNvPr>
            <p:cNvSpPr/>
            <p:nvPr/>
          </p:nvSpPr>
          <p:spPr>
            <a:xfrm flipH="1">
              <a:off x="2275777" y="3069656"/>
              <a:ext cx="28919" cy="195298"/>
            </a:xfrm>
            <a:custGeom>
              <a:avLst/>
              <a:gdLst/>
              <a:ahLst/>
              <a:cxnLst/>
              <a:rect l="l" t="t" r="r" b="b"/>
              <a:pathLst>
                <a:path w="1769" h="11943" extrusionOk="0">
                  <a:moveTo>
                    <a:pt x="1769" y="0"/>
                  </a:moveTo>
                  <a:lnTo>
                    <a:pt x="1" y="1001"/>
                  </a:lnTo>
                  <a:lnTo>
                    <a:pt x="1" y="11942"/>
                  </a:lnTo>
                  <a:lnTo>
                    <a:pt x="1769" y="10908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2649;p65">
              <a:extLst>
                <a:ext uri="{FF2B5EF4-FFF2-40B4-BE49-F238E27FC236}">
                  <a16:creationId xmlns:a16="http://schemas.microsoft.com/office/drawing/2014/main" id="{EFA2F155-26A7-3F70-2119-451D65EDAF70}"/>
                </a:ext>
              </a:extLst>
            </p:cNvPr>
            <p:cNvSpPr/>
            <p:nvPr/>
          </p:nvSpPr>
          <p:spPr>
            <a:xfrm flipH="1">
              <a:off x="2275777" y="3248029"/>
              <a:ext cx="28919" cy="88369"/>
            </a:xfrm>
            <a:custGeom>
              <a:avLst/>
              <a:gdLst/>
              <a:ahLst/>
              <a:cxnLst/>
              <a:rect l="l" t="t" r="r" b="b"/>
              <a:pathLst>
                <a:path w="1769" h="5404" extrusionOk="0">
                  <a:moveTo>
                    <a:pt x="1769" y="0"/>
                  </a:moveTo>
                  <a:lnTo>
                    <a:pt x="1" y="1034"/>
                  </a:lnTo>
                  <a:lnTo>
                    <a:pt x="1" y="5404"/>
                  </a:lnTo>
                  <a:lnTo>
                    <a:pt x="1769" y="440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2650;p65">
              <a:extLst>
                <a:ext uri="{FF2B5EF4-FFF2-40B4-BE49-F238E27FC236}">
                  <a16:creationId xmlns:a16="http://schemas.microsoft.com/office/drawing/2014/main" id="{DAC32BEC-6FCA-F3CC-46C8-F2C27F99B2A8}"/>
                </a:ext>
              </a:extLst>
            </p:cNvPr>
            <p:cNvSpPr/>
            <p:nvPr/>
          </p:nvSpPr>
          <p:spPr>
            <a:xfrm flipH="1">
              <a:off x="2225607" y="3081103"/>
              <a:ext cx="28379" cy="80749"/>
            </a:xfrm>
            <a:custGeom>
              <a:avLst/>
              <a:gdLst/>
              <a:ahLst/>
              <a:cxnLst/>
              <a:rect l="l" t="t" r="r" b="b"/>
              <a:pathLst>
                <a:path w="1736" h="4938" extrusionOk="0">
                  <a:moveTo>
                    <a:pt x="1735" y="1"/>
                  </a:moveTo>
                  <a:lnTo>
                    <a:pt x="1" y="1002"/>
                  </a:lnTo>
                  <a:lnTo>
                    <a:pt x="1" y="4938"/>
                  </a:lnTo>
                  <a:lnTo>
                    <a:pt x="1735" y="3937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2651;p65">
              <a:extLst>
                <a:ext uri="{FF2B5EF4-FFF2-40B4-BE49-F238E27FC236}">
                  <a16:creationId xmlns:a16="http://schemas.microsoft.com/office/drawing/2014/main" id="{FF1B37AC-6DAF-7F1E-B800-151195A47A3D}"/>
                </a:ext>
              </a:extLst>
            </p:cNvPr>
            <p:cNvSpPr/>
            <p:nvPr/>
          </p:nvSpPr>
          <p:spPr>
            <a:xfrm flipH="1">
              <a:off x="2225607" y="3145466"/>
              <a:ext cx="28379" cy="161481"/>
            </a:xfrm>
            <a:custGeom>
              <a:avLst/>
              <a:gdLst/>
              <a:ahLst/>
              <a:cxnLst/>
              <a:rect l="l" t="t" r="r" b="b"/>
              <a:pathLst>
                <a:path w="1736" h="9875" extrusionOk="0">
                  <a:moveTo>
                    <a:pt x="1735" y="1"/>
                  </a:moveTo>
                  <a:lnTo>
                    <a:pt x="1" y="1002"/>
                  </a:lnTo>
                  <a:lnTo>
                    <a:pt x="1" y="9875"/>
                  </a:lnTo>
                  <a:lnTo>
                    <a:pt x="1735" y="8874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2652;p65">
              <a:extLst>
                <a:ext uri="{FF2B5EF4-FFF2-40B4-BE49-F238E27FC236}">
                  <a16:creationId xmlns:a16="http://schemas.microsoft.com/office/drawing/2014/main" id="{FC145777-8F0E-453F-8129-73A8927D47AE}"/>
                </a:ext>
              </a:extLst>
            </p:cNvPr>
            <p:cNvSpPr/>
            <p:nvPr/>
          </p:nvSpPr>
          <p:spPr>
            <a:xfrm flipH="1">
              <a:off x="2174897" y="2968189"/>
              <a:ext cx="28919" cy="72572"/>
            </a:xfrm>
            <a:custGeom>
              <a:avLst/>
              <a:gdLst/>
              <a:ahLst/>
              <a:cxnLst/>
              <a:rect l="l" t="t" r="r" b="b"/>
              <a:pathLst>
                <a:path w="1769" h="4438" extrusionOk="0">
                  <a:moveTo>
                    <a:pt x="1769" y="1"/>
                  </a:moveTo>
                  <a:lnTo>
                    <a:pt x="1" y="1002"/>
                  </a:lnTo>
                  <a:lnTo>
                    <a:pt x="1" y="4437"/>
                  </a:lnTo>
                  <a:lnTo>
                    <a:pt x="1769" y="3437"/>
                  </a:lnTo>
                  <a:lnTo>
                    <a:pt x="1769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2653;p65">
              <a:extLst>
                <a:ext uri="{FF2B5EF4-FFF2-40B4-BE49-F238E27FC236}">
                  <a16:creationId xmlns:a16="http://schemas.microsoft.com/office/drawing/2014/main" id="{F6AE3612-EE85-D037-AE10-0DFA0EBA08A3}"/>
                </a:ext>
              </a:extLst>
            </p:cNvPr>
            <p:cNvSpPr/>
            <p:nvPr/>
          </p:nvSpPr>
          <p:spPr>
            <a:xfrm flipH="1">
              <a:off x="2174897" y="3024376"/>
              <a:ext cx="28919" cy="253660"/>
            </a:xfrm>
            <a:custGeom>
              <a:avLst/>
              <a:gdLst/>
              <a:ahLst/>
              <a:cxnLst/>
              <a:rect l="l" t="t" r="r" b="b"/>
              <a:pathLst>
                <a:path w="1769" h="15512" extrusionOk="0">
                  <a:moveTo>
                    <a:pt x="1769" y="1"/>
                  </a:moveTo>
                  <a:lnTo>
                    <a:pt x="1" y="1001"/>
                  </a:lnTo>
                  <a:lnTo>
                    <a:pt x="1" y="15512"/>
                  </a:lnTo>
                  <a:lnTo>
                    <a:pt x="1769" y="14478"/>
                  </a:lnTo>
                  <a:lnTo>
                    <a:pt x="17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2654;p65">
              <a:extLst>
                <a:ext uri="{FF2B5EF4-FFF2-40B4-BE49-F238E27FC236}">
                  <a16:creationId xmlns:a16="http://schemas.microsoft.com/office/drawing/2014/main" id="{415707D0-E5FD-DF3E-AB6F-15228CA3D260}"/>
                </a:ext>
              </a:extLst>
            </p:cNvPr>
            <p:cNvSpPr/>
            <p:nvPr/>
          </p:nvSpPr>
          <p:spPr>
            <a:xfrm flipH="1">
              <a:off x="2124727" y="2981827"/>
              <a:ext cx="28379" cy="158210"/>
            </a:xfrm>
            <a:custGeom>
              <a:avLst/>
              <a:gdLst/>
              <a:ahLst/>
              <a:cxnLst/>
              <a:rect l="l" t="t" r="r" b="b"/>
              <a:pathLst>
                <a:path w="1736" h="9675" extrusionOk="0">
                  <a:moveTo>
                    <a:pt x="1736" y="1"/>
                  </a:moveTo>
                  <a:lnTo>
                    <a:pt x="1" y="1035"/>
                  </a:lnTo>
                  <a:lnTo>
                    <a:pt x="1" y="9674"/>
                  </a:lnTo>
                  <a:lnTo>
                    <a:pt x="1736" y="8674"/>
                  </a:lnTo>
                  <a:lnTo>
                    <a:pt x="17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2655;p65">
              <a:extLst>
                <a:ext uri="{FF2B5EF4-FFF2-40B4-BE49-F238E27FC236}">
                  <a16:creationId xmlns:a16="http://schemas.microsoft.com/office/drawing/2014/main" id="{DED7B37C-891D-D6BD-F602-59158F57EA3F}"/>
                </a:ext>
              </a:extLst>
            </p:cNvPr>
            <p:cNvSpPr/>
            <p:nvPr/>
          </p:nvSpPr>
          <p:spPr>
            <a:xfrm flipH="1">
              <a:off x="2124727" y="3123652"/>
              <a:ext cx="28379" cy="124933"/>
            </a:xfrm>
            <a:custGeom>
              <a:avLst/>
              <a:gdLst/>
              <a:ahLst/>
              <a:cxnLst/>
              <a:rect l="l" t="t" r="r" b="b"/>
              <a:pathLst>
                <a:path w="1736" h="7640" extrusionOk="0">
                  <a:moveTo>
                    <a:pt x="1736" y="1"/>
                  </a:moveTo>
                  <a:lnTo>
                    <a:pt x="1" y="1001"/>
                  </a:lnTo>
                  <a:lnTo>
                    <a:pt x="1" y="7639"/>
                  </a:lnTo>
                  <a:lnTo>
                    <a:pt x="1736" y="6639"/>
                  </a:lnTo>
                  <a:lnTo>
                    <a:pt x="17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2656;p65">
              <a:extLst>
                <a:ext uri="{FF2B5EF4-FFF2-40B4-BE49-F238E27FC236}">
                  <a16:creationId xmlns:a16="http://schemas.microsoft.com/office/drawing/2014/main" id="{14C5195D-2EAB-011B-ECD1-37BEAE0C4B11}"/>
                </a:ext>
              </a:extLst>
            </p:cNvPr>
            <p:cNvSpPr/>
            <p:nvPr/>
          </p:nvSpPr>
          <p:spPr>
            <a:xfrm flipH="1">
              <a:off x="2074017" y="3010199"/>
              <a:ext cx="28363" cy="76383"/>
            </a:xfrm>
            <a:custGeom>
              <a:avLst/>
              <a:gdLst/>
              <a:ahLst/>
              <a:cxnLst/>
              <a:rect l="l" t="t" r="r" b="b"/>
              <a:pathLst>
                <a:path w="1735" h="4671" extrusionOk="0">
                  <a:moveTo>
                    <a:pt x="1735" y="0"/>
                  </a:moveTo>
                  <a:lnTo>
                    <a:pt x="0" y="1034"/>
                  </a:lnTo>
                  <a:lnTo>
                    <a:pt x="0" y="4670"/>
                  </a:lnTo>
                  <a:lnTo>
                    <a:pt x="1735" y="3670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2657;p65">
              <a:extLst>
                <a:ext uri="{FF2B5EF4-FFF2-40B4-BE49-F238E27FC236}">
                  <a16:creationId xmlns:a16="http://schemas.microsoft.com/office/drawing/2014/main" id="{B7900696-2BC4-DA64-5A95-6A309F54C49F}"/>
                </a:ext>
              </a:extLst>
            </p:cNvPr>
            <p:cNvSpPr/>
            <p:nvPr/>
          </p:nvSpPr>
          <p:spPr>
            <a:xfrm flipH="1">
              <a:off x="2074017" y="3070196"/>
              <a:ext cx="28363" cy="149478"/>
            </a:xfrm>
            <a:custGeom>
              <a:avLst/>
              <a:gdLst/>
              <a:ahLst/>
              <a:cxnLst/>
              <a:rect l="l" t="t" r="r" b="b"/>
              <a:pathLst>
                <a:path w="1735" h="9141" extrusionOk="0">
                  <a:moveTo>
                    <a:pt x="1735" y="1"/>
                  </a:moveTo>
                  <a:lnTo>
                    <a:pt x="0" y="1001"/>
                  </a:lnTo>
                  <a:lnTo>
                    <a:pt x="0" y="9141"/>
                  </a:lnTo>
                  <a:lnTo>
                    <a:pt x="1735" y="8106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2658;p65">
              <a:extLst>
                <a:ext uri="{FF2B5EF4-FFF2-40B4-BE49-F238E27FC236}">
                  <a16:creationId xmlns:a16="http://schemas.microsoft.com/office/drawing/2014/main" id="{5D2329C9-6037-D2A1-1A0D-1100283BE733}"/>
                </a:ext>
              </a:extLst>
            </p:cNvPr>
            <p:cNvSpPr/>
            <p:nvPr/>
          </p:nvSpPr>
          <p:spPr>
            <a:xfrm flipH="1">
              <a:off x="2023307" y="2999831"/>
              <a:ext cx="28902" cy="190392"/>
            </a:xfrm>
            <a:custGeom>
              <a:avLst/>
              <a:gdLst/>
              <a:ahLst/>
              <a:cxnLst/>
              <a:rect l="l" t="t" r="r" b="b"/>
              <a:pathLst>
                <a:path w="1768" h="11643" extrusionOk="0">
                  <a:moveTo>
                    <a:pt x="1768" y="1"/>
                  </a:moveTo>
                  <a:lnTo>
                    <a:pt x="0" y="1001"/>
                  </a:lnTo>
                  <a:lnTo>
                    <a:pt x="0" y="11642"/>
                  </a:lnTo>
                  <a:lnTo>
                    <a:pt x="1768" y="10642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2659;p65">
              <a:extLst>
                <a:ext uri="{FF2B5EF4-FFF2-40B4-BE49-F238E27FC236}">
                  <a16:creationId xmlns:a16="http://schemas.microsoft.com/office/drawing/2014/main" id="{F8165096-ADDD-D316-FDBA-1D46D6CDA725}"/>
                </a:ext>
              </a:extLst>
            </p:cNvPr>
            <p:cNvSpPr/>
            <p:nvPr/>
          </p:nvSpPr>
          <p:spPr>
            <a:xfrm flipH="1">
              <a:off x="1973136" y="2993830"/>
              <a:ext cx="28363" cy="86750"/>
            </a:xfrm>
            <a:custGeom>
              <a:avLst/>
              <a:gdLst/>
              <a:ahLst/>
              <a:cxnLst/>
              <a:rect l="l" t="t" r="r" b="b"/>
              <a:pathLst>
                <a:path w="1735" h="5305" extrusionOk="0">
                  <a:moveTo>
                    <a:pt x="1735" y="1"/>
                  </a:moveTo>
                  <a:lnTo>
                    <a:pt x="0" y="1001"/>
                  </a:lnTo>
                  <a:lnTo>
                    <a:pt x="0" y="5304"/>
                  </a:lnTo>
                  <a:lnTo>
                    <a:pt x="1735" y="4304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2660;p65">
              <a:extLst>
                <a:ext uri="{FF2B5EF4-FFF2-40B4-BE49-F238E27FC236}">
                  <a16:creationId xmlns:a16="http://schemas.microsoft.com/office/drawing/2014/main" id="{3C9D14A9-90A1-D05C-4EAF-C6F3226CE5CF}"/>
                </a:ext>
              </a:extLst>
            </p:cNvPr>
            <p:cNvSpPr/>
            <p:nvPr/>
          </p:nvSpPr>
          <p:spPr>
            <a:xfrm flipH="1">
              <a:off x="1973136" y="3064194"/>
              <a:ext cx="28363" cy="97117"/>
            </a:xfrm>
            <a:custGeom>
              <a:avLst/>
              <a:gdLst/>
              <a:ahLst/>
              <a:cxnLst/>
              <a:rect l="l" t="t" r="r" b="b"/>
              <a:pathLst>
                <a:path w="1735" h="5939" extrusionOk="0">
                  <a:moveTo>
                    <a:pt x="1735" y="1"/>
                  </a:moveTo>
                  <a:lnTo>
                    <a:pt x="0" y="1001"/>
                  </a:lnTo>
                  <a:lnTo>
                    <a:pt x="0" y="5938"/>
                  </a:lnTo>
                  <a:lnTo>
                    <a:pt x="1735" y="4938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2661;p65">
              <a:extLst>
                <a:ext uri="{FF2B5EF4-FFF2-40B4-BE49-F238E27FC236}">
                  <a16:creationId xmlns:a16="http://schemas.microsoft.com/office/drawing/2014/main" id="{76D90FC3-1C38-2BDB-9572-CE5FE0F61C6A}"/>
                </a:ext>
              </a:extLst>
            </p:cNvPr>
            <p:cNvSpPr/>
            <p:nvPr/>
          </p:nvSpPr>
          <p:spPr>
            <a:xfrm flipH="1">
              <a:off x="1922410" y="2850369"/>
              <a:ext cx="28379" cy="175659"/>
            </a:xfrm>
            <a:custGeom>
              <a:avLst/>
              <a:gdLst/>
              <a:ahLst/>
              <a:cxnLst/>
              <a:rect l="l" t="t" r="r" b="b"/>
              <a:pathLst>
                <a:path w="1736" h="10742" extrusionOk="0">
                  <a:moveTo>
                    <a:pt x="1735" y="1"/>
                  </a:moveTo>
                  <a:lnTo>
                    <a:pt x="0" y="1001"/>
                  </a:lnTo>
                  <a:lnTo>
                    <a:pt x="0" y="10742"/>
                  </a:lnTo>
                  <a:lnTo>
                    <a:pt x="1735" y="9741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2662;p65">
              <a:extLst>
                <a:ext uri="{FF2B5EF4-FFF2-40B4-BE49-F238E27FC236}">
                  <a16:creationId xmlns:a16="http://schemas.microsoft.com/office/drawing/2014/main" id="{A3BC178B-98DF-20E5-0F10-45C3C184B445}"/>
                </a:ext>
              </a:extLst>
            </p:cNvPr>
            <p:cNvSpPr/>
            <p:nvPr/>
          </p:nvSpPr>
          <p:spPr>
            <a:xfrm flipH="1">
              <a:off x="1922410" y="3009659"/>
              <a:ext cx="28379" cy="122202"/>
            </a:xfrm>
            <a:custGeom>
              <a:avLst/>
              <a:gdLst/>
              <a:ahLst/>
              <a:cxnLst/>
              <a:rect l="l" t="t" r="r" b="b"/>
              <a:pathLst>
                <a:path w="1736" h="7473" extrusionOk="0">
                  <a:moveTo>
                    <a:pt x="1735" y="0"/>
                  </a:moveTo>
                  <a:lnTo>
                    <a:pt x="0" y="1001"/>
                  </a:lnTo>
                  <a:lnTo>
                    <a:pt x="0" y="7472"/>
                  </a:lnTo>
                  <a:lnTo>
                    <a:pt x="1735" y="6471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2663;p65">
              <a:extLst>
                <a:ext uri="{FF2B5EF4-FFF2-40B4-BE49-F238E27FC236}">
                  <a16:creationId xmlns:a16="http://schemas.microsoft.com/office/drawing/2014/main" id="{09296716-5333-CD08-1EB8-B02B4A358337}"/>
                </a:ext>
              </a:extLst>
            </p:cNvPr>
            <p:cNvSpPr/>
            <p:nvPr/>
          </p:nvSpPr>
          <p:spPr>
            <a:xfrm flipH="1">
              <a:off x="1871700" y="2907652"/>
              <a:ext cx="28919" cy="72016"/>
            </a:xfrm>
            <a:custGeom>
              <a:avLst/>
              <a:gdLst/>
              <a:ahLst/>
              <a:cxnLst/>
              <a:rect l="l" t="t" r="r" b="b"/>
              <a:pathLst>
                <a:path w="1769" h="4404" extrusionOk="0">
                  <a:moveTo>
                    <a:pt x="1768" y="0"/>
                  </a:moveTo>
                  <a:lnTo>
                    <a:pt x="0" y="1034"/>
                  </a:lnTo>
                  <a:lnTo>
                    <a:pt x="0" y="4403"/>
                  </a:lnTo>
                  <a:lnTo>
                    <a:pt x="1768" y="3403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2664;p65">
              <a:extLst>
                <a:ext uri="{FF2B5EF4-FFF2-40B4-BE49-F238E27FC236}">
                  <a16:creationId xmlns:a16="http://schemas.microsoft.com/office/drawing/2014/main" id="{16C706CF-FFFC-F519-3244-25A2467ABD29}"/>
                </a:ext>
              </a:extLst>
            </p:cNvPr>
            <p:cNvSpPr/>
            <p:nvPr/>
          </p:nvSpPr>
          <p:spPr>
            <a:xfrm flipH="1">
              <a:off x="1871700" y="2963283"/>
              <a:ext cx="28919" cy="139667"/>
            </a:xfrm>
            <a:custGeom>
              <a:avLst/>
              <a:gdLst/>
              <a:ahLst/>
              <a:cxnLst/>
              <a:rect l="l" t="t" r="r" b="b"/>
              <a:pathLst>
                <a:path w="1769" h="8541" extrusionOk="0">
                  <a:moveTo>
                    <a:pt x="1768" y="1"/>
                  </a:moveTo>
                  <a:lnTo>
                    <a:pt x="0" y="1001"/>
                  </a:lnTo>
                  <a:lnTo>
                    <a:pt x="0" y="8540"/>
                  </a:lnTo>
                  <a:lnTo>
                    <a:pt x="1768" y="7539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2665;p65">
              <a:extLst>
                <a:ext uri="{FF2B5EF4-FFF2-40B4-BE49-F238E27FC236}">
                  <a16:creationId xmlns:a16="http://schemas.microsoft.com/office/drawing/2014/main" id="{3E1A02FE-A0CB-E02A-A00A-F30A3CE5DAA4}"/>
                </a:ext>
              </a:extLst>
            </p:cNvPr>
            <p:cNvSpPr/>
            <p:nvPr/>
          </p:nvSpPr>
          <p:spPr>
            <a:xfrm flipH="1">
              <a:off x="2275777" y="3248029"/>
              <a:ext cx="28919" cy="88369"/>
            </a:xfrm>
            <a:custGeom>
              <a:avLst/>
              <a:gdLst/>
              <a:ahLst/>
              <a:cxnLst/>
              <a:rect l="l" t="t" r="r" b="b"/>
              <a:pathLst>
                <a:path w="1769" h="5404" extrusionOk="0">
                  <a:moveTo>
                    <a:pt x="1769" y="0"/>
                  </a:moveTo>
                  <a:lnTo>
                    <a:pt x="1" y="1034"/>
                  </a:lnTo>
                  <a:lnTo>
                    <a:pt x="1" y="5404"/>
                  </a:lnTo>
                  <a:lnTo>
                    <a:pt x="1769" y="440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2666;p65">
              <a:extLst>
                <a:ext uri="{FF2B5EF4-FFF2-40B4-BE49-F238E27FC236}">
                  <a16:creationId xmlns:a16="http://schemas.microsoft.com/office/drawing/2014/main" id="{B299B8FD-53DC-6AE9-0C0F-D741A3914B82}"/>
                </a:ext>
              </a:extLst>
            </p:cNvPr>
            <p:cNvSpPr/>
            <p:nvPr/>
          </p:nvSpPr>
          <p:spPr>
            <a:xfrm flipH="1">
              <a:off x="2275777" y="3248029"/>
              <a:ext cx="28919" cy="88369"/>
            </a:xfrm>
            <a:custGeom>
              <a:avLst/>
              <a:gdLst/>
              <a:ahLst/>
              <a:cxnLst/>
              <a:rect l="l" t="t" r="r" b="b"/>
              <a:pathLst>
                <a:path w="1769" h="5404" extrusionOk="0">
                  <a:moveTo>
                    <a:pt x="1769" y="0"/>
                  </a:moveTo>
                  <a:lnTo>
                    <a:pt x="1" y="1034"/>
                  </a:lnTo>
                  <a:lnTo>
                    <a:pt x="1" y="5404"/>
                  </a:lnTo>
                  <a:lnTo>
                    <a:pt x="1769" y="4403"/>
                  </a:lnTo>
                  <a:lnTo>
                    <a:pt x="17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2667;p65">
              <a:extLst>
                <a:ext uri="{FF2B5EF4-FFF2-40B4-BE49-F238E27FC236}">
                  <a16:creationId xmlns:a16="http://schemas.microsoft.com/office/drawing/2014/main" id="{7954B3D6-9C2B-47C6-1007-88C58626D352}"/>
                </a:ext>
              </a:extLst>
            </p:cNvPr>
            <p:cNvSpPr/>
            <p:nvPr/>
          </p:nvSpPr>
          <p:spPr>
            <a:xfrm flipH="1">
              <a:off x="2225607" y="3145466"/>
              <a:ext cx="28379" cy="161481"/>
            </a:xfrm>
            <a:custGeom>
              <a:avLst/>
              <a:gdLst/>
              <a:ahLst/>
              <a:cxnLst/>
              <a:rect l="l" t="t" r="r" b="b"/>
              <a:pathLst>
                <a:path w="1736" h="9875" extrusionOk="0">
                  <a:moveTo>
                    <a:pt x="1735" y="1"/>
                  </a:moveTo>
                  <a:lnTo>
                    <a:pt x="1" y="1002"/>
                  </a:lnTo>
                  <a:lnTo>
                    <a:pt x="1" y="9875"/>
                  </a:lnTo>
                  <a:lnTo>
                    <a:pt x="1735" y="8874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2668;p65">
              <a:extLst>
                <a:ext uri="{FF2B5EF4-FFF2-40B4-BE49-F238E27FC236}">
                  <a16:creationId xmlns:a16="http://schemas.microsoft.com/office/drawing/2014/main" id="{43631198-99F3-1FA7-EE2A-842C8DFAAA5D}"/>
                </a:ext>
              </a:extLst>
            </p:cNvPr>
            <p:cNvSpPr/>
            <p:nvPr/>
          </p:nvSpPr>
          <p:spPr>
            <a:xfrm flipH="1">
              <a:off x="2225607" y="3145466"/>
              <a:ext cx="28379" cy="161481"/>
            </a:xfrm>
            <a:custGeom>
              <a:avLst/>
              <a:gdLst/>
              <a:ahLst/>
              <a:cxnLst/>
              <a:rect l="l" t="t" r="r" b="b"/>
              <a:pathLst>
                <a:path w="1736" h="9875" extrusionOk="0">
                  <a:moveTo>
                    <a:pt x="1735" y="1"/>
                  </a:moveTo>
                  <a:lnTo>
                    <a:pt x="1" y="1002"/>
                  </a:lnTo>
                  <a:lnTo>
                    <a:pt x="1" y="9875"/>
                  </a:lnTo>
                  <a:lnTo>
                    <a:pt x="1735" y="8874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2669;p65">
              <a:extLst>
                <a:ext uri="{FF2B5EF4-FFF2-40B4-BE49-F238E27FC236}">
                  <a16:creationId xmlns:a16="http://schemas.microsoft.com/office/drawing/2014/main" id="{450D1049-D784-73DE-B1A2-99E69896253F}"/>
                </a:ext>
              </a:extLst>
            </p:cNvPr>
            <p:cNvSpPr/>
            <p:nvPr/>
          </p:nvSpPr>
          <p:spPr>
            <a:xfrm flipH="1">
              <a:off x="2174897" y="3024376"/>
              <a:ext cx="28919" cy="253660"/>
            </a:xfrm>
            <a:custGeom>
              <a:avLst/>
              <a:gdLst/>
              <a:ahLst/>
              <a:cxnLst/>
              <a:rect l="l" t="t" r="r" b="b"/>
              <a:pathLst>
                <a:path w="1769" h="15512" extrusionOk="0">
                  <a:moveTo>
                    <a:pt x="1769" y="1"/>
                  </a:moveTo>
                  <a:lnTo>
                    <a:pt x="1" y="1001"/>
                  </a:lnTo>
                  <a:lnTo>
                    <a:pt x="1" y="15512"/>
                  </a:lnTo>
                  <a:lnTo>
                    <a:pt x="1769" y="14478"/>
                  </a:lnTo>
                  <a:lnTo>
                    <a:pt x="1769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2670;p65">
              <a:extLst>
                <a:ext uri="{FF2B5EF4-FFF2-40B4-BE49-F238E27FC236}">
                  <a16:creationId xmlns:a16="http://schemas.microsoft.com/office/drawing/2014/main" id="{65B4E9DE-8E41-F0B3-A506-1E37FBE13C66}"/>
                </a:ext>
              </a:extLst>
            </p:cNvPr>
            <p:cNvSpPr/>
            <p:nvPr/>
          </p:nvSpPr>
          <p:spPr>
            <a:xfrm flipH="1">
              <a:off x="2174897" y="3024376"/>
              <a:ext cx="28919" cy="253660"/>
            </a:xfrm>
            <a:custGeom>
              <a:avLst/>
              <a:gdLst/>
              <a:ahLst/>
              <a:cxnLst/>
              <a:rect l="l" t="t" r="r" b="b"/>
              <a:pathLst>
                <a:path w="1769" h="15512" extrusionOk="0">
                  <a:moveTo>
                    <a:pt x="1769" y="1"/>
                  </a:moveTo>
                  <a:lnTo>
                    <a:pt x="1" y="1001"/>
                  </a:lnTo>
                  <a:lnTo>
                    <a:pt x="1" y="15512"/>
                  </a:lnTo>
                  <a:lnTo>
                    <a:pt x="1769" y="14478"/>
                  </a:lnTo>
                  <a:lnTo>
                    <a:pt x="17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2671;p65">
              <a:extLst>
                <a:ext uri="{FF2B5EF4-FFF2-40B4-BE49-F238E27FC236}">
                  <a16:creationId xmlns:a16="http://schemas.microsoft.com/office/drawing/2014/main" id="{38016AD7-263E-5E29-6549-BED3AB066883}"/>
                </a:ext>
              </a:extLst>
            </p:cNvPr>
            <p:cNvSpPr/>
            <p:nvPr/>
          </p:nvSpPr>
          <p:spPr>
            <a:xfrm flipH="1">
              <a:off x="2124727" y="3123652"/>
              <a:ext cx="28379" cy="124933"/>
            </a:xfrm>
            <a:custGeom>
              <a:avLst/>
              <a:gdLst/>
              <a:ahLst/>
              <a:cxnLst/>
              <a:rect l="l" t="t" r="r" b="b"/>
              <a:pathLst>
                <a:path w="1736" h="7640" extrusionOk="0">
                  <a:moveTo>
                    <a:pt x="1736" y="1"/>
                  </a:moveTo>
                  <a:lnTo>
                    <a:pt x="1" y="1001"/>
                  </a:lnTo>
                  <a:lnTo>
                    <a:pt x="1" y="7639"/>
                  </a:lnTo>
                  <a:lnTo>
                    <a:pt x="1736" y="6639"/>
                  </a:lnTo>
                  <a:lnTo>
                    <a:pt x="17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2672;p65">
              <a:extLst>
                <a:ext uri="{FF2B5EF4-FFF2-40B4-BE49-F238E27FC236}">
                  <a16:creationId xmlns:a16="http://schemas.microsoft.com/office/drawing/2014/main" id="{46F898C3-8644-314D-0B6B-2FF8980D843A}"/>
                </a:ext>
              </a:extLst>
            </p:cNvPr>
            <p:cNvSpPr/>
            <p:nvPr/>
          </p:nvSpPr>
          <p:spPr>
            <a:xfrm flipH="1">
              <a:off x="2124727" y="3123652"/>
              <a:ext cx="28379" cy="124933"/>
            </a:xfrm>
            <a:custGeom>
              <a:avLst/>
              <a:gdLst/>
              <a:ahLst/>
              <a:cxnLst/>
              <a:rect l="l" t="t" r="r" b="b"/>
              <a:pathLst>
                <a:path w="1736" h="7640" extrusionOk="0">
                  <a:moveTo>
                    <a:pt x="1736" y="1"/>
                  </a:moveTo>
                  <a:lnTo>
                    <a:pt x="1" y="1001"/>
                  </a:lnTo>
                  <a:lnTo>
                    <a:pt x="1" y="7639"/>
                  </a:lnTo>
                  <a:lnTo>
                    <a:pt x="1736" y="6639"/>
                  </a:lnTo>
                  <a:lnTo>
                    <a:pt x="17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2673;p65">
              <a:extLst>
                <a:ext uri="{FF2B5EF4-FFF2-40B4-BE49-F238E27FC236}">
                  <a16:creationId xmlns:a16="http://schemas.microsoft.com/office/drawing/2014/main" id="{BDAD59E5-548C-3B07-BB9A-16FC993AE3E2}"/>
                </a:ext>
              </a:extLst>
            </p:cNvPr>
            <p:cNvSpPr/>
            <p:nvPr/>
          </p:nvSpPr>
          <p:spPr>
            <a:xfrm flipH="1">
              <a:off x="2074017" y="3070196"/>
              <a:ext cx="28363" cy="149478"/>
            </a:xfrm>
            <a:custGeom>
              <a:avLst/>
              <a:gdLst/>
              <a:ahLst/>
              <a:cxnLst/>
              <a:rect l="l" t="t" r="r" b="b"/>
              <a:pathLst>
                <a:path w="1735" h="9141" extrusionOk="0">
                  <a:moveTo>
                    <a:pt x="1735" y="1"/>
                  </a:moveTo>
                  <a:lnTo>
                    <a:pt x="0" y="1001"/>
                  </a:lnTo>
                  <a:lnTo>
                    <a:pt x="0" y="9141"/>
                  </a:lnTo>
                  <a:lnTo>
                    <a:pt x="1735" y="8106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2674;p65">
              <a:extLst>
                <a:ext uri="{FF2B5EF4-FFF2-40B4-BE49-F238E27FC236}">
                  <a16:creationId xmlns:a16="http://schemas.microsoft.com/office/drawing/2014/main" id="{F9593F67-A134-BB68-420C-A25E7DF8494E}"/>
                </a:ext>
              </a:extLst>
            </p:cNvPr>
            <p:cNvSpPr/>
            <p:nvPr/>
          </p:nvSpPr>
          <p:spPr>
            <a:xfrm flipH="1">
              <a:off x="2074017" y="3070196"/>
              <a:ext cx="28363" cy="149478"/>
            </a:xfrm>
            <a:custGeom>
              <a:avLst/>
              <a:gdLst/>
              <a:ahLst/>
              <a:cxnLst/>
              <a:rect l="l" t="t" r="r" b="b"/>
              <a:pathLst>
                <a:path w="1735" h="9141" extrusionOk="0">
                  <a:moveTo>
                    <a:pt x="1735" y="1"/>
                  </a:moveTo>
                  <a:lnTo>
                    <a:pt x="0" y="1001"/>
                  </a:lnTo>
                  <a:lnTo>
                    <a:pt x="0" y="9141"/>
                  </a:lnTo>
                  <a:lnTo>
                    <a:pt x="1735" y="8106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2675;p65">
              <a:extLst>
                <a:ext uri="{FF2B5EF4-FFF2-40B4-BE49-F238E27FC236}">
                  <a16:creationId xmlns:a16="http://schemas.microsoft.com/office/drawing/2014/main" id="{D7CD3DB9-E1C7-B886-7516-0C170E52BC8A}"/>
                </a:ext>
              </a:extLst>
            </p:cNvPr>
            <p:cNvSpPr/>
            <p:nvPr/>
          </p:nvSpPr>
          <p:spPr>
            <a:xfrm flipH="1">
              <a:off x="2023307" y="2999831"/>
              <a:ext cx="28902" cy="190392"/>
            </a:xfrm>
            <a:custGeom>
              <a:avLst/>
              <a:gdLst/>
              <a:ahLst/>
              <a:cxnLst/>
              <a:rect l="l" t="t" r="r" b="b"/>
              <a:pathLst>
                <a:path w="1768" h="11643" extrusionOk="0">
                  <a:moveTo>
                    <a:pt x="1768" y="1"/>
                  </a:moveTo>
                  <a:lnTo>
                    <a:pt x="0" y="1001"/>
                  </a:lnTo>
                  <a:lnTo>
                    <a:pt x="0" y="11642"/>
                  </a:lnTo>
                  <a:lnTo>
                    <a:pt x="1768" y="10642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2676;p65">
              <a:extLst>
                <a:ext uri="{FF2B5EF4-FFF2-40B4-BE49-F238E27FC236}">
                  <a16:creationId xmlns:a16="http://schemas.microsoft.com/office/drawing/2014/main" id="{B84BB293-20FB-A1FE-D068-2C2A8F8F77D6}"/>
                </a:ext>
              </a:extLst>
            </p:cNvPr>
            <p:cNvSpPr/>
            <p:nvPr/>
          </p:nvSpPr>
          <p:spPr>
            <a:xfrm flipH="1">
              <a:off x="2023307" y="2999831"/>
              <a:ext cx="28902" cy="190392"/>
            </a:xfrm>
            <a:custGeom>
              <a:avLst/>
              <a:gdLst/>
              <a:ahLst/>
              <a:cxnLst/>
              <a:rect l="l" t="t" r="r" b="b"/>
              <a:pathLst>
                <a:path w="1768" h="11643" extrusionOk="0">
                  <a:moveTo>
                    <a:pt x="1768" y="1"/>
                  </a:moveTo>
                  <a:lnTo>
                    <a:pt x="0" y="1001"/>
                  </a:lnTo>
                  <a:lnTo>
                    <a:pt x="0" y="11642"/>
                  </a:lnTo>
                  <a:lnTo>
                    <a:pt x="1768" y="10642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2677;p65">
              <a:extLst>
                <a:ext uri="{FF2B5EF4-FFF2-40B4-BE49-F238E27FC236}">
                  <a16:creationId xmlns:a16="http://schemas.microsoft.com/office/drawing/2014/main" id="{13C56443-C7A9-D20C-A700-D1712EE7B36B}"/>
                </a:ext>
              </a:extLst>
            </p:cNvPr>
            <p:cNvSpPr/>
            <p:nvPr/>
          </p:nvSpPr>
          <p:spPr>
            <a:xfrm flipH="1">
              <a:off x="1973136" y="3064194"/>
              <a:ext cx="28363" cy="97117"/>
            </a:xfrm>
            <a:custGeom>
              <a:avLst/>
              <a:gdLst/>
              <a:ahLst/>
              <a:cxnLst/>
              <a:rect l="l" t="t" r="r" b="b"/>
              <a:pathLst>
                <a:path w="1735" h="5939" extrusionOk="0">
                  <a:moveTo>
                    <a:pt x="1735" y="1"/>
                  </a:moveTo>
                  <a:lnTo>
                    <a:pt x="0" y="1001"/>
                  </a:lnTo>
                  <a:lnTo>
                    <a:pt x="0" y="5938"/>
                  </a:lnTo>
                  <a:lnTo>
                    <a:pt x="1735" y="4938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2678;p65">
              <a:extLst>
                <a:ext uri="{FF2B5EF4-FFF2-40B4-BE49-F238E27FC236}">
                  <a16:creationId xmlns:a16="http://schemas.microsoft.com/office/drawing/2014/main" id="{BE5EFF89-0092-7A61-1610-FA01F427D371}"/>
                </a:ext>
              </a:extLst>
            </p:cNvPr>
            <p:cNvSpPr/>
            <p:nvPr/>
          </p:nvSpPr>
          <p:spPr>
            <a:xfrm flipH="1">
              <a:off x="1973136" y="3064194"/>
              <a:ext cx="28363" cy="97117"/>
            </a:xfrm>
            <a:custGeom>
              <a:avLst/>
              <a:gdLst/>
              <a:ahLst/>
              <a:cxnLst/>
              <a:rect l="l" t="t" r="r" b="b"/>
              <a:pathLst>
                <a:path w="1735" h="5939" extrusionOk="0">
                  <a:moveTo>
                    <a:pt x="1735" y="1"/>
                  </a:moveTo>
                  <a:lnTo>
                    <a:pt x="0" y="1001"/>
                  </a:lnTo>
                  <a:lnTo>
                    <a:pt x="0" y="5938"/>
                  </a:lnTo>
                  <a:lnTo>
                    <a:pt x="1735" y="4938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2679;p65">
              <a:extLst>
                <a:ext uri="{FF2B5EF4-FFF2-40B4-BE49-F238E27FC236}">
                  <a16:creationId xmlns:a16="http://schemas.microsoft.com/office/drawing/2014/main" id="{91476554-B048-5DE0-2EC1-E33DABD24DD7}"/>
                </a:ext>
              </a:extLst>
            </p:cNvPr>
            <p:cNvSpPr/>
            <p:nvPr/>
          </p:nvSpPr>
          <p:spPr>
            <a:xfrm flipH="1">
              <a:off x="1922410" y="3009659"/>
              <a:ext cx="28379" cy="122202"/>
            </a:xfrm>
            <a:custGeom>
              <a:avLst/>
              <a:gdLst/>
              <a:ahLst/>
              <a:cxnLst/>
              <a:rect l="l" t="t" r="r" b="b"/>
              <a:pathLst>
                <a:path w="1736" h="7473" extrusionOk="0">
                  <a:moveTo>
                    <a:pt x="1735" y="0"/>
                  </a:moveTo>
                  <a:lnTo>
                    <a:pt x="0" y="1001"/>
                  </a:lnTo>
                  <a:lnTo>
                    <a:pt x="0" y="7472"/>
                  </a:lnTo>
                  <a:lnTo>
                    <a:pt x="1735" y="6471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2680;p65">
              <a:extLst>
                <a:ext uri="{FF2B5EF4-FFF2-40B4-BE49-F238E27FC236}">
                  <a16:creationId xmlns:a16="http://schemas.microsoft.com/office/drawing/2014/main" id="{5918201F-B08C-90AA-8093-86070E7E1AE0}"/>
                </a:ext>
              </a:extLst>
            </p:cNvPr>
            <p:cNvSpPr/>
            <p:nvPr/>
          </p:nvSpPr>
          <p:spPr>
            <a:xfrm flipH="1">
              <a:off x="1922410" y="3009659"/>
              <a:ext cx="28379" cy="122202"/>
            </a:xfrm>
            <a:custGeom>
              <a:avLst/>
              <a:gdLst/>
              <a:ahLst/>
              <a:cxnLst/>
              <a:rect l="l" t="t" r="r" b="b"/>
              <a:pathLst>
                <a:path w="1736" h="7473" extrusionOk="0">
                  <a:moveTo>
                    <a:pt x="1735" y="0"/>
                  </a:moveTo>
                  <a:lnTo>
                    <a:pt x="0" y="1001"/>
                  </a:lnTo>
                  <a:lnTo>
                    <a:pt x="0" y="7472"/>
                  </a:lnTo>
                  <a:lnTo>
                    <a:pt x="1735" y="6471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2681;p65">
              <a:extLst>
                <a:ext uri="{FF2B5EF4-FFF2-40B4-BE49-F238E27FC236}">
                  <a16:creationId xmlns:a16="http://schemas.microsoft.com/office/drawing/2014/main" id="{3848242E-76CE-06AC-0FF7-0ABDA6EA8A3D}"/>
                </a:ext>
              </a:extLst>
            </p:cNvPr>
            <p:cNvSpPr/>
            <p:nvPr/>
          </p:nvSpPr>
          <p:spPr>
            <a:xfrm flipH="1">
              <a:off x="1871700" y="2963283"/>
              <a:ext cx="28919" cy="139667"/>
            </a:xfrm>
            <a:custGeom>
              <a:avLst/>
              <a:gdLst/>
              <a:ahLst/>
              <a:cxnLst/>
              <a:rect l="l" t="t" r="r" b="b"/>
              <a:pathLst>
                <a:path w="1769" h="8541" extrusionOk="0">
                  <a:moveTo>
                    <a:pt x="1768" y="1"/>
                  </a:moveTo>
                  <a:lnTo>
                    <a:pt x="0" y="1001"/>
                  </a:lnTo>
                  <a:lnTo>
                    <a:pt x="0" y="8540"/>
                  </a:lnTo>
                  <a:lnTo>
                    <a:pt x="1768" y="7539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2682;p65">
              <a:extLst>
                <a:ext uri="{FF2B5EF4-FFF2-40B4-BE49-F238E27FC236}">
                  <a16:creationId xmlns:a16="http://schemas.microsoft.com/office/drawing/2014/main" id="{3ED5ACF3-924E-F1F7-9F1F-3AB739EFCF98}"/>
                </a:ext>
              </a:extLst>
            </p:cNvPr>
            <p:cNvSpPr/>
            <p:nvPr/>
          </p:nvSpPr>
          <p:spPr>
            <a:xfrm flipH="1">
              <a:off x="1236420" y="1948741"/>
              <a:ext cx="437900" cy="712331"/>
            </a:xfrm>
            <a:custGeom>
              <a:avLst/>
              <a:gdLst/>
              <a:ahLst/>
              <a:cxnLst/>
              <a:rect l="l" t="t" r="r" b="b"/>
              <a:pathLst>
                <a:path w="26787" h="43561" extrusionOk="0">
                  <a:moveTo>
                    <a:pt x="26298" y="0"/>
                  </a:moveTo>
                  <a:cubicBezTo>
                    <a:pt x="26175" y="0"/>
                    <a:pt x="26035" y="42"/>
                    <a:pt x="25886" y="132"/>
                  </a:cubicBezTo>
                  <a:lnTo>
                    <a:pt x="868" y="14575"/>
                  </a:lnTo>
                  <a:cubicBezTo>
                    <a:pt x="367" y="14909"/>
                    <a:pt x="34" y="15476"/>
                    <a:pt x="1" y="16110"/>
                  </a:cubicBezTo>
                  <a:lnTo>
                    <a:pt x="1" y="42929"/>
                  </a:lnTo>
                  <a:cubicBezTo>
                    <a:pt x="1" y="43327"/>
                    <a:pt x="198" y="43561"/>
                    <a:pt x="477" y="43561"/>
                  </a:cubicBezTo>
                  <a:cubicBezTo>
                    <a:pt x="596" y="43561"/>
                    <a:pt x="729" y="43519"/>
                    <a:pt x="868" y="43429"/>
                  </a:cubicBezTo>
                  <a:lnTo>
                    <a:pt x="25886" y="28986"/>
                  </a:lnTo>
                  <a:cubicBezTo>
                    <a:pt x="26419" y="28652"/>
                    <a:pt x="26753" y="28085"/>
                    <a:pt x="26786" y="27451"/>
                  </a:cubicBezTo>
                  <a:lnTo>
                    <a:pt x="26786" y="632"/>
                  </a:lnTo>
                  <a:cubicBezTo>
                    <a:pt x="26786" y="234"/>
                    <a:pt x="26589" y="0"/>
                    <a:pt x="2629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2683;p65">
              <a:extLst>
                <a:ext uri="{FF2B5EF4-FFF2-40B4-BE49-F238E27FC236}">
                  <a16:creationId xmlns:a16="http://schemas.microsoft.com/office/drawing/2014/main" id="{2B5EC7CB-C096-3A8D-9111-C22D2E7C0EFF}"/>
                </a:ext>
              </a:extLst>
            </p:cNvPr>
            <p:cNvSpPr/>
            <p:nvPr/>
          </p:nvSpPr>
          <p:spPr>
            <a:xfrm flipH="1">
              <a:off x="1232611" y="1945275"/>
              <a:ext cx="445518" cy="719101"/>
            </a:xfrm>
            <a:custGeom>
              <a:avLst/>
              <a:gdLst/>
              <a:ahLst/>
              <a:cxnLst/>
              <a:rect l="l" t="t" r="r" b="b"/>
              <a:pathLst>
                <a:path w="27253" h="43975" extrusionOk="0">
                  <a:moveTo>
                    <a:pt x="26652" y="444"/>
                  </a:moveTo>
                  <a:cubicBezTo>
                    <a:pt x="26752" y="544"/>
                    <a:pt x="26819" y="711"/>
                    <a:pt x="26786" y="877"/>
                  </a:cubicBezTo>
                  <a:lnTo>
                    <a:pt x="26786" y="27697"/>
                  </a:lnTo>
                  <a:cubicBezTo>
                    <a:pt x="26752" y="28230"/>
                    <a:pt x="26486" y="28731"/>
                    <a:pt x="26019" y="29064"/>
                  </a:cubicBezTo>
                  <a:lnTo>
                    <a:pt x="1001" y="43475"/>
                  </a:lnTo>
                  <a:cubicBezTo>
                    <a:pt x="921" y="43554"/>
                    <a:pt x="826" y="43590"/>
                    <a:pt x="736" y="43590"/>
                  </a:cubicBezTo>
                  <a:cubicBezTo>
                    <a:pt x="525" y="43590"/>
                    <a:pt x="340" y="43398"/>
                    <a:pt x="434" y="43141"/>
                  </a:cubicBezTo>
                  <a:lnTo>
                    <a:pt x="434" y="16322"/>
                  </a:lnTo>
                  <a:cubicBezTo>
                    <a:pt x="467" y="15788"/>
                    <a:pt x="734" y="15288"/>
                    <a:pt x="1201" y="14987"/>
                  </a:cubicBezTo>
                  <a:lnTo>
                    <a:pt x="26219" y="544"/>
                  </a:lnTo>
                  <a:cubicBezTo>
                    <a:pt x="26319" y="477"/>
                    <a:pt x="26419" y="444"/>
                    <a:pt x="26519" y="444"/>
                  </a:cubicBezTo>
                  <a:close/>
                  <a:moveTo>
                    <a:pt x="26467" y="1"/>
                  </a:moveTo>
                  <a:cubicBezTo>
                    <a:pt x="26305" y="1"/>
                    <a:pt x="26147" y="52"/>
                    <a:pt x="26019" y="144"/>
                  </a:cubicBezTo>
                  <a:lnTo>
                    <a:pt x="1001" y="14587"/>
                  </a:lnTo>
                  <a:cubicBezTo>
                    <a:pt x="400" y="14954"/>
                    <a:pt x="33" y="15621"/>
                    <a:pt x="0" y="16322"/>
                  </a:cubicBezTo>
                  <a:lnTo>
                    <a:pt x="0" y="43141"/>
                  </a:lnTo>
                  <a:cubicBezTo>
                    <a:pt x="0" y="43441"/>
                    <a:pt x="133" y="43708"/>
                    <a:pt x="367" y="43875"/>
                  </a:cubicBezTo>
                  <a:cubicBezTo>
                    <a:pt x="467" y="43942"/>
                    <a:pt x="600" y="43975"/>
                    <a:pt x="701" y="43975"/>
                  </a:cubicBezTo>
                  <a:cubicBezTo>
                    <a:pt x="901" y="43975"/>
                    <a:pt x="1067" y="43908"/>
                    <a:pt x="1234" y="43808"/>
                  </a:cubicBezTo>
                  <a:lnTo>
                    <a:pt x="26219" y="29398"/>
                  </a:lnTo>
                  <a:cubicBezTo>
                    <a:pt x="26819" y="28998"/>
                    <a:pt x="27186" y="28364"/>
                    <a:pt x="27219" y="27663"/>
                  </a:cubicBezTo>
                  <a:lnTo>
                    <a:pt x="27219" y="844"/>
                  </a:lnTo>
                  <a:cubicBezTo>
                    <a:pt x="27253" y="544"/>
                    <a:pt x="27119" y="277"/>
                    <a:pt x="26853" y="110"/>
                  </a:cubicBezTo>
                  <a:cubicBezTo>
                    <a:pt x="26732" y="35"/>
                    <a:pt x="26599" y="1"/>
                    <a:pt x="264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2684;p65">
              <a:extLst>
                <a:ext uri="{FF2B5EF4-FFF2-40B4-BE49-F238E27FC236}">
                  <a16:creationId xmlns:a16="http://schemas.microsoft.com/office/drawing/2014/main" id="{765AF166-4CBD-FB33-6B94-EEDFCF8160B8}"/>
                </a:ext>
              </a:extLst>
            </p:cNvPr>
            <p:cNvSpPr/>
            <p:nvPr/>
          </p:nvSpPr>
          <p:spPr>
            <a:xfrm flipH="1">
              <a:off x="1392375" y="2148078"/>
              <a:ext cx="63281" cy="156837"/>
            </a:xfrm>
            <a:custGeom>
              <a:avLst/>
              <a:gdLst/>
              <a:ahLst/>
              <a:cxnLst/>
              <a:rect l="l" t="t" r="r" b="b"/>
              <a:pathLst>
                <a:path w="3871" h="9591" extrusionOk="0">
                  <a:moveTo>
                    <a:pt x="2637" y="0"/>
                  </a:moveTo>
                  <a:cubicBezTo>
                    <a:pt x="1838" y="0"/>
                    <a:pt x="947" y="247"/>
                    <a:pt x="1" y="784"/>
                  </a:cubicBezTo>
                  <a:lnTo>
                    <a:pt x="1" y="9591"/>
                  </a:lnTo>
                  <a:lnTo>
                    <a:pt x="3870" y="217"/>
                  </a:lnTo>
                  <a:cubicBezTo>
                    <a:pt x="3491" y="75"/>
                    <a:pt x="3078" y="0"/>
                    <a:pt x="263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2685;p65">
              <a:extLst>
                <a:ext uri="{FF2B5EF4-FFF2-40B4-BE49-F238E27FC236}">
                  <a16:creationId xmlns:a16="http://schemas.microsoft.com/office/drawing/2014/main" id="{9EFD1D8F-A960-DB9A-CADA-2157FB6B75D3}"/>
                </a:ext>
              </a:extLst>
            </p:cNvPr>
            <p:cNvSpPr/>
            <p:nvPr/>
          </p:nvSpPr>
          <p:spPr>
            <a:xfrm flipH="1">
              <a:off x="1455640" y="2160899"/>
              <a:ext cx="63265" cy="144016"/>
            </a:xfrm>
            <a:custGeom>
              <a:avLst/>
              <a:gdLst/>
              <a:ahLst/>
              <a:cxnLst/>
              <a:rect l="l" t="t" r="r" b="b"/>
              <a:pathLst>
                <a:path w="3870" h="8807" extrusionOk="0">
                  <a:moveTo>
                    <a:pt x="3870" y="0"/>
                  </a:moveTo>
                  <a:cubicBezTo>
                    <a:pt x="2302" y="1001"/>
                    <a:pt x="968" y="2335"/>
                    <a:pt x="0" y="3936"/>
                  </a:cubicBezTo>
                  <a:lnTo>
                    <a:pt x="3870" y="8807"/>
                  </a:lnTo>
                  <a:lnTo>
                    <a:pt x="387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2686;p65">
              <a:extLst>
                <a:ext uri="{FF2B5EF4-FFF2-40B4-BE49-F238E27FC236}">
                  <a16:creationId xmlns:a16="http://schemas.microsoft.com/office/drawing/2014/main" id="{D44D08F2-0C06-9EDF-8ABF-B78E85A40227}"/>
                </a:ext>
              </a:extLst>
            </p:cNvPr>
            <p:cNvSpPr/>
            <p:nvPr/>
          </p:nvSpPr>
          <p:spPr>
            <a:xfrm flipH="1">
              <a:off x="1455640" y="2225262"/>
              <a:ext cx="102532" cy="94387"/>
            </a:xfrm>
            <a:custGeom>
              <a:avLst/>
              <a:gdLst/>
              <a:ahLst/>
              <a:cxnLst/>
              <a:rect l="l" t="t" r="r" b="b"/>
              <a:pathLst>
                <a:path w="6272" h="5772" extrusionOk="0">
                  <a:moveTo>
                    <a:pt x="2402" y="0"/>
                  </a:moveTo>
                  <a:cubicBezTo>
                    <a:pt x="1268" y="1768"/>
                    <a:pt x="434" y="3703"/>
                    <a:pt x="1" y="5771"/>
                  </a:cubicBezTo>
                  <a:lnTo>
                    <a:pt x="6272" y="4871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2687;p65">
              <a:extLst>
                <a:ext uri="{FF2B5EF4-FFF2-40B4-BE49-F238E27FC236}">
                  <a16:creationId xmlns:a16="http://schemas.microsoft.com/office/drawing/2014/main" id="{A31615E2-F0F5-A6C1-41E2-C7BB6429E504}"/>
                </a:ext>
              </a:extLst>
            </p:cNvPr>
            <p:cNvSpPr/>
            <p:nvPr/>
          </p:nvSpPr>
          <p:spPr>
            <a:xfrm flipH="1">
              <a:off x="1352569" y="2151627"/>
              <a:ext cx="103087" cy="153288"/>
            </a:xfrm>
            <a:custGeom>
              <a:avLst/>
              <a:gdLst/>
              <a:ahLst/>
              <a:cxnLst/>
              <a:rect l="l" t="t" r="r" b="b"/>
              <a:pathLst>
                <a:path w="6306" h="9374" extrusionOk="0">
                  <a:moveTo>
                    <a:pt x="3904" y="0"/>
                  </a:moveTo>
                  <a:lnTo>
                    <a:pt x="1" y="9374"/>
                  </a:lnTo>
                  <a:lnTo>
                    <a:pt x="6305" y="3036"/>
                  </a:lnTo>
                  <a:cubicBezTo>
                    <a:pt x="5872" y="1501"/>
                    <a:pt x="5004" y="467"/>
                    <a:pt x="390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2688;p65">
              <a:extLst>
                <a:ext uri="{FF2B5EF4-FFF2-40B4-BE49-F238E27FC236}">
                  <a16:creationId xmlns:a16="http://schemas.microsoft.com/office/drawing/2014/main" id="{DE9530CB-F9B1-0B6E-705D-64A23AA696B7}"/>
                </a:ext>
              </a:extLst>
            </p:cNvPr>
            <p:cNvSpPr/>
            <p:nvPr/>
          </p:nvSpPr>
          <p:spPr>
            <a:xfrm flipH="1">
              <a:off x="1455640" y="2304899"/>
              <a:ext cx="107975" cy="103658"/>
            </a:xfrm>
            <a:custGeom>
              <a:avLst/>
              <a:gdLst/>
              <a:ahLst/>
              <a:cxnLst/>
              <a:rect l="l" t="t" r="r" b="b"/>
              <a:pathLst>
                <a:path w="6605" h="6339" extrusionOk="0">
                  <a:moveTo>
                    <a:pt x="6605" y="1"/>
                  </a:moveTo>
                  <a:lnTo>
                    <a:pt x="334" y="901"/>
                  </a:lnTo>
                  <a:cubicBezTo>
                    <a:pt x="133" y="1835"/>
                    <a:pt x="0" y="2836"/>
                    <a:pt x="0" y="3803"/>
                  </a:cubicBezTo>
                  <a:cubicBezTo>
                    <a:pt x="0" y="4671"/>
                    <a:pt x="100" y="5504"/>
                    <a:pt x="334" y="6338"/>
                  </a:cubicBezTo>
                  <a:lnTo>
                    <a:pt x="660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2689;p65">
              <a:extLst>
                <a:ext uri="{FF2B5EF4-FFF2-40B4-BE49-F238E27FC236}">
                  <a16:creationId xmlns:a16="http://schemas.microsoft.com/office/drawing/2014/main" id="{6C3AE322-3CDC-0F1A-47F6-6F764602E65B}"/>
                </a:ext>
              </a:extLst>
            </p:cNvPr>
            <p:cNvSpPr/>
            <p:nvPr/>
          </p:nvSpPr>
          <p:spPr>
            <a:xfrm flipH="1">
              <a:off x="1353125" y="2290165"/>
              <a:ext cx="102532" cy="94387"/>
            </a:xfrm>
            <a:custGeom>
              <a:avLst/>
              <a:gdLst/>
              <a:ahLst/>
              <a:cxnLst/>
              <a:rect l="l" t="t" r="r" b="b"/>
              <a:pathLst>
                <a:path w="6272" h="5772" extrusionOk="0">
                  <a:moveTo>
                    <a:pt x="6272" y="1"/>
                  </a:moveTo>
                  <a:lnTo>
                    <a:pt x="1" y="902"/>
                  </a:lnTo>
                  <a:lnTo>
                    <a:pt x="3904" y="5772"/>
                  </a:lnTo>
                  <a:cubicBezTo>
                    <a:pt x="5038" y="4004"/>
                    <a:pt x="5838" y="2036"/>
                    <a:pt x="6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2690;p65">
              <a:extLst>
                <a:ext uri="{FF2B5EF4-FFF2-40B4-BE49-F238E27FC236}">
                  <a16:creationId xmlns:a16="http://schemas.microsoft.com/office/drawing/2014/main" id="{3DBCEF72-F0DE-A42E-C234-7E032BD50D0D}"/>
                </a:ext>
              </a:extLst>
            </p:cNvPr>
            <p:cNvSpPr/>
            <p:nvPr/>
          </p:nvSpPr>
          <p:spPr>
            <a:xfrm flipH="1">
              <a:off x="1455640" y="2304899"/>
              <a:ext cx="63265" cy="156706"/>
            </a:xfrm>
            <a:custGeom>
              <a:avLst/>
              <a:gdLst/>
              <a:ahLst/>
              <a:cxnLst/>
              <a:rect l="l" t="t" r="r" b="b"/>
              <a:pathLst>
                <a:path w="3870" h="9583" extrusionOk="0">
                  <a:moveTo>
                    <a:pt x="3870" y="1"/>
                  </a:moveTo>
                  <a:lnTo>
                    <a:pt x="0" y="9341"/>
                  </a:lnTo>
                  <a:cubicBezTo>
                    <a:pt x="404" y="9499"/>
                    <a:pt x="839" y="9582"/>
                    <a:pt x="1298" y="9582"/>
                  </a:cubicBezTo>
                  <a:cubicBezTo>
                    <a:pt x="2093" y="9582"/>
                    <a:pt x="2961" y="9335"/>
                    <a:pt x="3870" y="8807"/>
                  </a:cubicBezTo>
                  <a:lnTo>
                    <a:pt x="387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2691;p65">
              <a:extLst>
                <a:ext uri="{FF2B5EF4-FFF2-40B4-BE49-F238E27FC236}">
                  <a16:creationId xmlns:a16="http://schemas.microsoft.com/office/drawing/2014/main" id="{5ABA9FF6-9CF6-3CA7-453D-0DC771CAD7E3}"/>
                </a:ext>
              </a:extLst>
            </p:cNvPr>
            <p:cNvSpPr/>
            <p:nvPr/>
          </p:nvSpPr>
          <p:spPr>
            <a:xfrm flipH="1">
              <a:off x="1455640" y="2304899"/>
              <a:ext cx="102532" cy="152749"/>
            </a:xfrm>
            <a:custGeom>
              <a:avLst/>
              <a:gdLst/>
              <a:ahLst/>
              <a:cxnLst/>
              <a:rect l="l" t="t" r="r" b="b"/>
              <a:pathLst>
                <a:path w="6272" h="9341" extrusionOk="0">
                  <a:moveTo>
                    <a:pt x="6272" y="1"/>
                  </a:moveTo>
                  <a:lnTo>
                    <a:pt x="1" y="6338"/>
                  </a:lnTo>
                  <a:cubicBezTo>
                    <a:pt x="434" y="7873"/>
                    <a:pt x="1268" y="8907"/>
                    <a:pt x="2402" y="9341"/>
                  </a:cubicBezTo>
                  <a:lnTo>
                    <a:pt x="627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2692;p65">
              <a:extLst>
                <a:ext uri="{FF2B5EF4-FFF2-40B4-BE49-F238E27FC236}">
                  <a16:creationId xmlns:a16="http://schemas.microsoft.com/office/drawing/2014/main" id="{768E759E-55E0-0098-B2E5-0C42FA030C93}"/>
                </a:ext>
              </a:extLst>
            </p:cNvPr>
            <p:cNvSpPr/>
            <p:nvPr/>
          </p:nvSpPr>
          <p:spPr>
            <a:xfrm flipH="1">
              <a:off x="1455640" y="2225262"/>
              <a:ext cx="107975" cy="232925"/>
            </a:xfrm>
            <a:custGeom>
              <a:avLst/>
              <a:gdLst/>
              <a:ahLst/>
              <a:cxnLst/>
              <a:rect l="l" t="t" r="r" b="b"/>
              <a:pathLst>
                <a:path w="6605" h="14244" extrusionOk="0">
                  <a:moveTo>
                    <a:pt x="2735" y="0"/>
                  </a:moveTo>
                  <a:cubicBezTo>
                    <a:pt x="1601" y="1768"/>
                    <a:pt x="767" y="3736"/>
                    <a:pt x="334" y="5771"/>
                  </a:cubicBezTo>
                  <a:cubicBezTo>
                    <a:pt x="133" y="6739"/>
                    <a:pt x="0" y="7706"/>
                    <a:pt x="0" y="8707"/>
                  </a:cubicBezTo>
                  <a:cubicBezTo>
                    <a:pt x="0" y="9574"/>
                    <a:pt x="100" y="10408"/>
                    <a:pt x="334" y="11242"/>
                  </a:cubicBezTo>
                  <a:cubicBezTo>
                    <a:pt x="734" y="12776"/>
                    <a:pt x="1601" y="13810"/>
                    <a:pt x="2735" y="14244"/>
                  </a:cubicBezTo>
                  <a:lnTo>
                    <a:pt x="6605" y="4904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2693;p65">
              <a:extLst>
                <a:ext uri="{FF2B5EF4-FFF2-40B4-BE49-F238E27FC236}">
                  <a16:creationId xmlns:a16="http://schemas.microsoft.com/office/drawing/2014/main" id="{8294F4CC-FA4C-10A6-9CF8-DF7409A456BE}"/>
                </a:ext>
              </a:extLst>
            </p:cNvPr>
            <p:cNvSpPr/>
            <p:nvPr/>
          </p:nvSpPr>
          <p:spPr>
            <a:xfrm flipH="1">
              <a:off x="1347665" y="2201257"/>
              <a:ext cx="107992" cy="103658"/>
            </a:xfrm>
            <a:custGeom>
              <a:avLst/>
              <a:gdLst/>
              <a:ahLst/>
              <a:cxnLst/>
              <a:rect l="l" t="t" r="r" b="b"/>
              <a:pathLst>
                <a:path w="6606" h="6339" extrusionOk="0">
                  <a:moveTo>
                    <a:pt x="6272" y="1"/>
                  </a:moveTo>
                  <a:lnTo>
                    <a:pt x="1" y="6339"/>
                  </a:lnTo>
                  <a:lnTo>
                    <a:pt x="6272" y="5438"/>
                  </a:lnTo>
                  <a:cubicBezTo>
                    <a:pt x="6505" y="4471"/>
                    <a:pt x="6605" y="3503"/>
                    <a:pt x="6605" y="2536"/>
                  </a:cubicBezTo>
                  <a:cubicBezTo>
                    <a:pt x="6605" y="1668"/>
                    <a:pt x="6505" y="801"/>
                    <a:pt x="6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2694;p65">
              <a:extLst>
                <a:ext uri="{FF2B5EF4-FFF2-40B4-BE49-F238E27FC236}">
                  <a16:creationId xmlns:a16="http://schemas.microsoft.com/office/drawing/2014/main" id="{67700BA4-6FC5-8761-5AD6-18BFDE9E73C9}"/>
                </a:ext>
              </a:extLst>
            </p:cNvPr>
            <p:cNvSpPr/>
            <p:nvPr/>
          </p:nvSpPr>
          <p:spPr>
            <a:xfrm flipH="1">
              <a:off x="1391835" y="2304899"/>
              <a:ext cx="63821" cy="144016"/>
            </a:xfrm>
            <a:custGeom>
              <a:avLst/>
              <a:gdLst/>
              <a:ahLst/>
              <a:cxnLst/>
              <a:rect l="l" t="t" r="r" b="b"/>
              <a:pathLst>
                <a:path w="3904" h="8807" extrusionOk="0">
                  <a:moveTo>
                    <a:pt x="1" y="1"/>
                  </a:moveTo>
                  <a:lnTo>
                    <a:pt x="1" y="8807"/>
                  </a:lnTo>
                  <a:cubicBezTo>
                    <a:pt x="1602" y="7806"/>
                    <a:pt x="2903" y="6472"/>
                    <a:pt x="3904" y="487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2695;p65">
              <a:extLst>
                <a:ext uri="{FF2B5EF4-FFF2-40B4-BE49-F238E27FC236}">
                  <a16:creationId xmlns:a16="http://schemas.microsoft.com/office/drawing/2014/main" id="{55A42B9D-A059-D181-A244-2DC2F3846F77}"/>
                </a:ext>
              </a:extLst>
            </p:cNvPr>
            <p:cNvSpPr/>
            <p:nvPr/>
          </p:nvSpPr>
          <p:spPr>
            <a:xfrm flipH="1">
              <a:off x="1347665" y="2201257"/>
              <a:ext cx="171240" cy="260348"/>
            </a:xfrm>
            <a:custGeom>
              <a:avLst/>
              <a:gdLst/>
              <a:ahLst/>
              <a:cxnLst/>
              <a:rect l="l" t="t" r="r" b="b"/>
              <a:pathLst>
                <a:path w="10475" h="15921" extrusionOk="0">
                  <a:moveTo>
                    <a:pt x="10141" y="1"/>
                  </a:moveTo>
                  <a:lnTo>
                    <a:pt x="3870" y="6339"/>
                  </a:lnTo>
                  <a:lnTo>
                    <a:pt x="0" y="15679"/>
                  </a:lnTo>
                  <a:cubicBezTo>
                    <a:pt x="404" y="15837"/>
                    <a:pt x="839" y="15920"/>
                    <a:pt x="1298" y="15920"/>
                  </a:cubicBezTo>
                  <a:cubicBezTo>
                    <a:pt x="2093" y="15920"/>
                    <a:pt x="2961" y="15673"/>
                    <a:pt x="3870" y="15145"/>
                  </a:cubicBezTo>
                  <a:cubicBezTo>
                    <a:pt x="5438" y="14144"/>
                    <a:pt x="6772" y="12810"/>
                    <a:pt x="7739" y="11209"/>
                  </a:cubicBezTo>
                  <a:cubicBezTo>
                    <a:pt x="8873" y="9441"/>
                    <a:pt x="9707" y="7473"/>
                    <a:pt x="10141" y="5438"/>
                  </a:cubicBezTo>
                  <a:cubicBezTo>
                    <a:pt x="10374" y="4471"/>
                    <a:pt x="10474" y="3503"/>
                    <a:pt x="10474" y="2502"/>
                  </a:cubicBezTo>
                  <a:cubicBezTo>
                    <a:pt x="10474" y="1668"/>
                    <a:pt x="10374" y="801"/>
                    <a:pt x="101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2696;p65">
              <a:extLst>
                <a:ext uri="{FF2B5EF4-FFF2-40B4-BE49-F238E27FC236}">
                  <a16:creationId xmlns:a16="http://schemas.microsoft.com/office/drawing/2014/main" id="{CFE973BB-D756-34E3-14F5-01C672876EAF}"/>
                </a:ext>
              </a:extLst>
            </p:cNvPr>
            <p:cNvSpPr/>
            <p:nvPr/>
          </p:nvSpPr>
          <p:spPr>
            <a:xfrm flipH="1">
              <a:off x="1323127" y="2113493"/>
              <a:ext cx="265042" cy="382877"/>
            </a:xfrm>
            <a:custGeom>
              <a:avLst/>
              <a:gdLst/>
              <a:ahLst/>
              <a:cxnLst/>
              <a:rect l="l" t="t" r="r" b="b"/>
              <a:pathLst>
                <a:path w="16213" h="23414" extrusionOk="0">
                  <a:moveTo>
                    <a:pt x="11417" y="427"/>
                  </a:moveTo>
                  <a:cubicBezTo>
                    <a:pt x="12053" y="427"/>
                    <a:pt x="12657" y="595"/>
                    <a:pt x="13177" y="931"/>
                  </a:cubicBezTo>
                  <a:cubicBezTo>
                    <a:pt x="14845" y="1898"/>
                    <a:pt x="15812" y="4167"/>
                    <a:pt x="15812" y="7136"/>
                  </a:cubicBezTo>
                  <a:cubicBezTo>
                    <a:pt x="15812" y="12906"/>
                    <a:pt x="12310" y="19578"/>
                    <a:pt x="8007" y="22080"/>
                  </a:cubicBezTo>
                  <a:cubicBezTo>
                    <a:pt x="6948" y="22676"/>
                    <a:pt x="5912" y="22984"/>
                    <a:pt x="4962" y="22984"/>
                  </a:cubicBezTo>
                  <a:cubicBezTo>
                    <a:pt x="4265" y="22984"/>
                    <a:pt x="3615" y="22819"/>
                    <a:pt x="3036" y="22480"/>
                  </a:cubicBezTo>
                  <a:cubicBezTo>
                    <a:pt x="1369" y="21513"/>
                    <a:pt x="401" y="19244"/>
                    <a:pt x="401" y="16275"/>
                  </a:cubicBezTo>
                  <a:cubicBezTo>
                    <a:pt x="401" y="10505"/>
                    <a:pt x="3904" y="3833"/>
                    <a:pt x="8207" y="1331"/>
                  </a:cubicBezTo>
                  <a:cubicBezTo>
                    <a:pt x="9141" y="764"/>
                    <a:pt x="10175" y="464"/>
                    <a:pt x="11242" y="431"/>
                  </a:cubicBezTo>
                  <a:cubicBezTo>
                    <a:pt x="11301" y="428"/>
                    <a:pt x="11359" y="427"/>
                    <a:pt x="11417" y="427"/>
                  </a:cubicBezTo>
                  <a:close/>
                  <a:moveTo>
                    <a:pt x="11227" y="0"/>
                  </a:moveTo>
                  <a:cubicBezTo>
                    <a:pt x="10216" y="0"/>
                    <a:pt x="9122" y="322"/>
                    <a:pt x="8007" y="964"/>
                  </a:cubicBezTo>
                  <a:cubicBezTo>
                    <a:pt x="3604" y="3533"/>
                    <a:pt x="1" y="10405"/>
                    <a:pt x="1" y="16275"/>
                  </a:cubicBezTo>
                  <a:cubicBezTo>
                    <a:pt x="1" y="19411"/>
                    <a:pt x="1035" y="21813"/>
                    <a:pt x="2836" y="22847"/>
                  </a:cubicBezTo>
                  <a:cubicBezTo>
                    <a:pt x="3470" y="23214"/>
                    <a:pt x="4204" y="23414"/>
                    <a:pt x="4971" y="23414"/>
                  </a:cubicBezTo>
                  <a:cubicBezTo>
                    <a:pt x="6105" y="23347"/>
                    <a:pt x="7239" y="23014"/>
                    <a:pt x="8207" y="22413"/>
                  </a:cubicBezTo>
                  <a:cubicBezTo>
                    <a:pt x="12610" y="19878"/>
                    <a:pt x="16213" y="13006"/>
                    <a:pt x="16213" y="7136"/>
                  </a:cubicBezTo>
                  <a:cubicBezTo>
                    <a:pt x="16213" y="4000"/>
                    <a:pt x="15178" y="1598"/>
                    <a:pt x="13377" y="564"/>
                  </a:cubicBezTo>
                  <a:cubicBezTo>
                    <a:pt x="12727" y="188"/>
                    <a:pt x="12001" y="0"/>
                    <a:pt x="112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2697;p65">
              <a:extLst>
                <a:ext uri="{FF2B5EF4-FFF2-40B4-BE49-F238E27FC236}">
                  <a16:creationId xmlns:a16="http://schemas.microsoft.com/office/drawing/2014/main" id="{D6B53479-F372-428B-64A2-70E0A631F8FE}"/>
                </a:ext>
              </a:extLst>
            </p:cNvPr>
            <p:cNvSpPr/>
            <p:nvPr/>
          </p:nvSpPr>
          <p:spPr>
            <a:xfrm flipH="1">
              <a:off x="1438246" y="1765397"/>
              <a:ext cx="263342" cy="315881"/>
            </a:xfrm>
            <a:custGeom>
              <a:avLst/>
              <a:gdLst/>
              <a:ahLst/>
              <a:cxnLst/>
              <a:rect l="l" t="t" r="r" b="b"/>
              <a:pathLst>
                <a:path w="16109" h="19317" extrusionOk="0">
                  <a:moveTo>
                    <a:pt x="15196" y="414"/>
                  </a:moveTo>
                  <a:cubicBezTo>
                    <a:pt x="15444" y="414"/>
                    <a:pt x="15674" y="649"/>
                    <a:pt x="15578" y="936"/>
                  </a:cubicBezTo>
                  <a:lnTo>
                    <a:pt x="15578" y="9409"/>
                  </a:lnTo>
                  <a:cubicBezTo>
                    <a:pt x="15545" y="10043"/>
                    <a:pt x="15212" y="10610"/>
                    <a:pt x="14711" y="10977"/>
                  </a:cubicBezTo>
                  <a:lnTo>
                    <a:pt x="12543" y="12211"/>
                  </a:lnTo>
                  <a:lnTo>
                    <a:pt x="11142" y="16981"/>
                  </a:lnTo>
                  <a:cubicBezTo>
                    <a:pt x="11142" y="17014"/>
                    <a:pt x="11109" y="17048"/>
                    <a:pt x="11075" y="17048"/>
                  </a:cubicBezTo>
                  <a:cubicBezTo>
                    <a:pt x="11042" y="17048"/>
                    <a:pt x="11042" y="17014"/>
                    <a:pt x="11009" y="16981"/>
                  </a:cubicBezTo>
                  <a:lnTo>
                    <a:pt x="9674" y="13879"/>
                  </a:lnTo>
                  <a:lnTo>
                    <a:pt x="1135" y="18816"/>
                  </a:lnTo>
                  <a:cubicBezTo>
                    <a:pt x="1051" y="18890"/>
                    <a:pt x="952" y="18923"/>
                    <a:pt x="854" y="18923"/>
                  </a:cubicBezTo>
                  <a:cubicBezTo>
                    <a:pt x="602" y="18923"/>
                    <a:pt x="362" y="18704"/>
                    <a:pt x="434" y="18415"/>
                  </a:cubicBezTo>
                  <a:lnTo>
                    <a:pt x="434" y="9943"/>
                  </a:lnTo>
                  <a:cubicBezTo>
                    <a:pt x="468" y="9309"/>
                    <a:pt x="801" y="8742"/>
                    <a:pt x="1335" y="8375"/>
                  </a:cubicBezTo>
                  <a:lnTo>
                    <a:pt x="14911" y="536"/>
                  </a:lnTo>
                  <a:cubicBezTo>
                    <a:pt x="14996" y="451"/>
                    <a:pt x="15098" y="414"/>
                    <a:pt x="15196" y="414"/>
                  </a:cubicBezTo>
                  <a:close/>
                  <a:moveTo>
                    <a:pt x="15230" y="1"/>
                  </a:moveTo>
                  <a:cubicBezTo>
                    <a:pt x="15052" y="1"/>
                    <a:pt x="14870" y="62"/>
                    <a:pt x="14711" y="202"/>
                  </a:cubicBezTo>
                  <a:lnTo>
                    <a:pt x="1135" y="8041"/>
                  </a:lnTo>
                  <a:cubicBezTo>
                    <a:pt x="468" y="8442"/>
                    <a:pt x="67" y="9142"/>
                    <a:pt x="34" y="9943"/>
                  </a:cubicBezTo>
                  <a:lnTo>
                    <a:pt x="34" y="18415"/>
                  </a:lnTo>
                  <a:cubicBezTo>
                    <a:pt x="1" y="18716"/>
                    <a:pt x="134" y="19049"/>
                    <a:pt x="434" y="19249"/>
                  </a:cubicBezTo>
                  <a:cubicBezTo>
                    <a:pt x="534" y="19316"/>
                    <a:pt x="668" y="19316"/>
                    <a:pt x="768" y="19316"/>
                  </a:cubicBezTo>
                  <a:cubicBezTo>
                    <a:pt x="968" y="19316"/>
                    <a:pt x="1168" y="19283"/>
                    <a:pt x="1335" y="19149"/>
                  </a:cubicBezTo>
                  <a:lnTo>
                    <a:pt x="9507" y="14479"/>
                  </a:lnTo>
                  <a:lnTo>
                    <a:pt x="10675" y="17148"/>
                  </a:lnTo>
                  <a:cubicBezTo>
                    <a:pt x="10742" y="17348"/>
                    <a:pt x="10942" y="17448"/>
                    <a:pt x="11142" y="17448"/>
                  </a:cubicBezTo>
                  <a:cubicBezTo>
                    <a:pt x="11342" y="17448"/>
                    <a:pt x="11509" y="17281"/>
                    <a:pt x="11542" y="17114"/>
                  </a:cubicBezTo>
                  <a:lnTo>
                    <a:pt x="12910" y="12478"/>
                  </a:lnTo>
                  <a:lnTo>
                    <a:pt x="14911" y="11344"/>
                  </a:lnTo>
                  <a:cubicBezTo>
                    <a:pt x="15578" y="10910"/>
                    <a:pt x="15979" y="10210"/>
                    <a:pt x="16012" y="9442"/>
                  </a:cubicBezTo>
                  <a:lnTo>
                    <a:pt x="16012" y="936"/>
                  </a:lnTo>
                  <a:cubicBezTo>
                    <a:pt x="16108" y="408"/>
                    <a:pt x="15686" y="1"/>
                    <a:pt x="152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2698;p65">
              <a:extLst>
                <a:ext uri="{FF2B5EF4-FFF2-40B4-BE49-F238E27FC236}">
                  <a16:creationId xmlns:a16="http://schemas.microsoft.com/office/drawing/2014/main" id="{FC5E02FC-B8AA-1334-CFB0-6096B64D0ACA}"/>
                </a:ext>
              </a:extLst>
            </p:cNvPr>
            <p:cNvSpPr/>
            <p:nvPr/>
          </p:nvSpPr>
          <p:spPr>
            <a:xfrm flipH="1">
              <a:off x="1489512" y="1846734"/>
              <a:ext cx="162445" cy="94894"/>
            </a:xfrm>
            <a:custGeom>
              <a:avLst/>
              <a:gdLst/>
              <a:ahLst/>
              <a:cxnLst/>
              <a:rect l="l" t="t" r="r" b="b"/>
              <a:pathLst>
                <a:path w="9937" h="5803" extrusionOk="0">
                  <a:moveTo>
                    <a:pt x="9649" y="1"/>
                  </a:moveTo>
                  <a:cubicBezTo>
                    <a:pt x="9615" y="1"/>
                    <a:pt x="9578" y="10"/>
                    <a:pt x="9540" y="32"/>
                  </a:cubicBezTo>
                  <a:lnTo>
                    <a:pt x="200" y="5402"/>
                  </a:lnTo>
                  <a:cubicBezTo>
                    <a:pt x="0" y="5502"/>
                    <a:pt x="100" y="5803"/>
                    <a:pt x="300" y="5803"/>
                  </a:cubicBezTo>
                  <a:cubicBezTo>
                    <a:pt x="334" y="5803"/>
                    <a:pt x="367" y="5803"/>
                    <a:pt x="400" y="5769"/>
                  </a:cubicBezTo>
                  <a:lnTo>
                    <a:pt x="9740" y="365"/>
                  </a:lnTo>
                  <a:cubicBezTo>
                    <a:pt x="9936" y="253"/>
                    <a:pt x="9827" y="1"/>
                    <a:pt x="964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2699;p65">
              <a:extLst>
                <a:ext uri="{FF2B5EF4-FFF2-40B4-BE49-F238E27FC236}">
                  <a16:creationId xmlns:a16="http://schemas.microsoft.com/office/drawing/2014/main" id="{8B270C3B-5FB4-AB51-4781-D7408D199394}"/>
                </a:ext>
              </a:extLst>
            </p:cNvPr>
            <p:cNvSpPr/>
            <p:nvPr/>
          </p:nvSpPr>
          <p:spPr>
            <a:xfrm flipH="1">
              <a:off x="1490542" y="1876136"/>
              <a:ext cx="160876" cy="94943"/>
            </a:xfrm>
            <a:custGeom>
              <a:avLst/>
              <a:gdLst/>
              <a:ahLst/>
              <a:cxnLst/>
              <a:rect l="l" t="t" r="r" b="b"/>
              <a:pathLst>
                <a:path w="9841" h="5806" extrusionOk="0">
                  <a:moveTo>
                    <a:pt x="9622" y="0"/>
                  </a:moveTo>
                  <a:cubicBezTo>
                    <a:pt x="9582" y="0"/>
                    <a:pt x="9543" y="11"/>
                    <a:pt x="9507" y="35"/>
                  </a:cubicBezTo>
                  <a:lnTo>
                    <a:pt x="167" y="5439"/>
                  </a:lnTo>
                  <a:cubicBezTo>
                    <a:pt x="1" y="5539"/>
                    <a:pt x="67" y="5806"/>
                    <a:pt x="267" y="5806"/>
                  </a:cubicBezTo>
                  <a:cubicBezTo>
                    <a:pt x="301" y="5806"/>
                    <a:pt x="334" y="5806"/>
                    <a:pt x="367" y="5773"/>
                  </a:cubicBezTo>
                  <a:lnTo>
                    <a:pt x="9707" y="402"/>
                  </a:lnTo>
                  <a:cubicBezTo>
                    <a:pt x="9808" y="335"/>
                    <a:pt x="9841" y="202"/>
                    <a:pt x="9808" y="102"/>
                  </a:cubicBezTo>
                  <a:cubicBezTo>
                    <a:pt x="9764" y="37"/>
                    <a:pt x="9694" y="0"/>
                    <a:pt x="962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2700;p65">
              <a:extLst>
                <a:ext uri="{FF2B5EF4-FFF2-40B4-BE49-F238E27FC236}">
                  <a16:creationId xmlns:a16="http://schemas.microsoft.com/office/drawing/2014/main" id="{08C5FB89-78C9-1C3C-3A3E-C05663C7C7FC}"/>
                </a:ext>
              </a:extLst>
            </p:cNvPr>
            <p:cNvSpPr/>
            <p:nvPr/>
          </p:nvSpPr>
          <p:spPr>
            <a:xfrm flipH="1">
              <a:off x="1490542" y="1905832"/>
              <a:ext cx="160336" cy="94714"/>
            </a:xfrm>
            <a:custGeom>
              <a:avLst/>
              <a:gdLst/>
              <a:ahLst/>
              <a:cxnLst/>
              <a:rect l="l" t="t" r="r" b="b"/>
              <a:pathLst>
                <a:path w="9808" h="5792" extrusionOk="0">
                  <a:moveTo>
                    <a:pt x="9593" y="0"/>
                  </a:moveTo>
                  <a:cubicBezTo>
                    <a:pt x="9552" y="0"/>
                    <a:pt x="9511" y="8"/>
                    <a:pt x="9474" y="20"/>
                  </a:cubicBezTo>
                  <a:lnTo>
                    <a:pt x="134" y="5424"/>
                  </a:lnTo>
                  <a:cubicBezTo>
                    <a:pt x="34" y="5458"/>
                    <a:pt x="1" y="5591"/>
                    <a:pt x="68" y="5691"/>
                  </a:cubicBezTo>
                  <a:cubicBezTo>
                    <a:pt x="101" y="5758"/>
                    <a:pt x="168" y="5791"/>
                    <a:pt x="234" y="5791"/>
                  </a:cubicBezTo>
                  <a:lnTo>
                    <a:pt x="334" y="5791"/>
                  </a:lnTo>
                  <a:lnTo>
                    <a:pt x="9674" y="387"/>
                  </a:lnTo>
                  <a:cubicBezTo>
                    <a:pt x="9775" y="321"/>
                    <a:pt x="9808" y="187"/>
                    <a:pt x="9775" y="87"/>
                  </a:cubicBezTo>
                  <a:cubicBezTo>
                    <a:pt x="9732" y="24"/>
                    <a:pt x="9663" y="0"/>
                    <a:pt x="95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2701;p65">
              <a:extLst>
                <a:ext uri="{FF2B5EF4-FFF2-40B4-BE49-F238E27FC236}">
                  <a16:creationId xmlns:a16="http://schemas.microsoft.com/office/drawing/2014/main" id="{D39DB25C-57AC-3CA7-206B-86455F40FCC3}"/>
                </a:ext>
              </a:extLst>
            </p:cNvPr>
            <p:cNvSpPr/>
            <p:nvPr/>
          </p:nvSpPr>
          <p:spPr>
            <a:xfrm flipH="1">
              <a:off x="1675939" y="2764388"/>
              <a:ext cx="61630" cy="101271"/>
            </a:xfrm>
            <a:custGeom>
              <a:avLst/>
              <a:gdLst/>
              <a:ahLst/>
              <a:cxnLst/>
              <a:rect l="l" t="t" r="r" b="b"/>
              <a:pathLst>
                <a:path w="3770" h="6193" extrusionOk="0">
                  <a:moveTo>
                    <a:pt x="3336" y="589"/>
                  </a:moveTo>
                  <a:lnTo>
                    <a:pt x="3336" y="3958"/>
                  </a:lnTo>
                  <a:lnTo>
                    <a:pt x="434" y="5626"/>
                  </a:lnTo>
                  <a:lnTo>
                    <a:pt x="434" y="2257"/>
                  </a:lnTo>
                  <a:lnTo>
                    <a:pt x="3336" y="589"/>
                  </a:lnTo>
                  <a:close/>
                  <a:moveTo>
                    <a:pt x="3524" y="1"/>
                  </a:moveTo>
                  <a:cubicBezTo>
                    <a:pt x="3494" y="1"/>
                    <a:pt x="3464" y="7"/>
                    <a:pt x="3436" y="22"/>
                  </a:cubicBezTo>
                  <a:lnTo>
                    <a:pt x="100" y="1956"/>
                  </a:lnTo>
                  <a:cubicBezTo>
                    <a:pt x="33" y="1990"/>
                    <a:pt x="0" y="2056"/>
                    <a:pt x="0" y="2123"/>
                  </a:cubicBezTo>
                  <a:lnTo>
                    <a:pt x="0" y="5993"/>
                  </a:lnTo>
                  <a:cubicBezTo>
                    <a:pt x="0" y="6059"/>
                    <a:pt x="33" y="6126"/>
                    <a:pt x="100" y="6159"/>
                  </a:cubicBezTo>
                  <a:cubicBezTo>
                    <a:pt x="134" y="6193"/>
                    <a:pt x="167" y="6193"/>
                    <a:pt x="200" y="6193"/>
                  </a:cubicBezTo>
                  <a:cubicBezTo>
                    <a:pt x="234" y="6193"/>
                    <a:pt x="300" y="6193"/>
                    <a:pt x="334" y="6159"/>
                  </a:cubicBezTo>
                  <a:lnTo>
                    <a:pt x="3669" y="4225"/>
                  </a:lnTo>
                  <a:cubicBezTo>
                    <a:pt x="3703" y="4191"/>
                    <a:pt x="3769" y="4125"/>
                    <a:pt x="3769" y="4058"/>
                  </a:cubicBezTo>
                  <a:lnTo>
                    <a:pt x="3769" y="222"/>
                  </a:lnTo>
                  <a:cubicBezTo>
                    <a:pt x="3743" y="91"/>
                    <a:pt x="3635" y="1"/>
                    <a:pt x="352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2702;p65">
              <a:extLst>
                <a:ext uri="{FF2B5EF4-FFF2-40B4-BE49-F238E27FC236}">
                  <a16:creationId xmlns:a16="http://schemas.microsoft.com/office/drawing/2014/main" id="{CBE0BB0D-D539-600B-F204-591A6D965BA4}"/>
                </a:ext>
              </a:extLst>
            </p:cNvPr>
            <p:cNvSpPr/>
            <p:nvPr/>
          </p:nvSpPr>
          <p:spPr>
            <a:xfrm flipH="1">
              <a:off x="1668304" y="2751551"/>
              <a:ext cx="56121" cy="81386"/>
            </a:xfrm>
            <a:custGeom>
              <a:avLst/>
              <a:gdLst/>
              <a:ahLst/>
              <a:cxnLst/>
              <a:rect l="l" t="t" r="r" b="b"/>
              <a:pathLst>
                <a:path w="3433" h="4977" extrusionOk="0">
                  <a:moveTo>
                    <a:pt x="2967" y="0"/>
                  </a:moveTo>
                  <a:cubicBezTo>
                    <a:pt x="2817" y="0"/>
                    <a:pt x="2672" y="93"/>
                    <a:pt x="2599" y="240"/>
                  </a:cubicBezTo>
                  <a:lnTo>
                    <a:pt x="1064" y="3876"/>
                  </a:lnTo>
                  <a:lnTo>
                    <a:pt x="731" y="3542"/>
                  </a:lnTo>
                  <a:cubicBezTo>
                    <a:pt x="663" y="3505"/>
                    <a:pt x="594" y="3488"/>
                    <a:pt x="528" y="3488"/>
                  </a:cubicBezTo>
                  <a:cubicBezTo>
                    <a:pt x="236" y="3488"/>
                    <a:pt x="0" y="3810"/>
                    <a:pt x="163" y="4109"/>
                  </a:cubicBezTo>
                  <a:lnTo>
                    <a:pt x="931" y="4876"/>
                  </a:lnTo>
                  <a:cubicBezTo>
                    <a:pt x="997" y="4943"/>
                    <a:pt x="1097" y="4976"/>
                    <a:pt x="1231" y="4976"/>
                  </a:cubicBezTo>
                  <a:lnTo>
                    <a:pt x="1298" y="4976"/>
                  </a:lnTo>
                  <a:cubicBezTo>
                    <a:pt x="1431" y="4943"/>
                    <a:pt x="1531" y="4843"/>
                    <a:pt x="1598" y="4743"/>
                  </a:cubicBezTo>
                  <a:lnTo>
                    <a:pt x="3366" y="573"/>
                  </a:lnTo>
                  <a:cubicBezTo>
                    <a:pt x="3432" y="373"/>
                    <a:pt x="3332" y="106"/>
                    <a:pt x="3132" y="39"/>
                  </a:cubicBezTo>
                  <a:cubicBezTo>
                    <a:pt x="3079" y="13"/>
                    <a:pt x="3023" y="0"/>
                    <a:pt x="29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2703;p65">
              <a:extLst>
                <a:ext uri="{FF2B5EF4-FFF2-40B4-BE49-F238E27FC236}">
                  <a16:creationId xmlns:a16="http://schemas.microsoft.com/office/drawing/2014/main" id="{D0A62D55-56CB-D60F-161D-26152A4E4B92}"/>
                </a:ext>
              </a:extLst>
            </p:cNvPr>
            <p:cNvSpPr/>
            <p:nvPr/>
          </p:nvSpPr>
          <p:spPr>
            <a:xfrm flipH="1">
              <a:off x="1424007" y="2645914"/>
              <a:ext cx="218141" cy="137475"/>
            </a:xfrm>
            <a:custGeom>
              <a:avLst/>
              <a:gdLst/>
              <a:ahLst/>
              <a:cxnLst/>
              <a:rect l="l" t="t" r="r" b="b"/>
              <a:pathLst>
                <a:path w="13344" h="8407" extrusionOk="0">
                  <a:moveTo>
                    <a:pt x="13072" y="1"/>
                  </a:moveTo>
                  <a:cubicBezTo>
                    <a:pt x="12995" y="1"/>
                    <a:pt x="12906" y="31"/>
                    <a:pt x="12810" y="95"/>
                  </a:cubicBezTo>
                  <a:lnTo>
                    <a:pt x="534" y="7167"/>
                  </a:lnTo>
                  <a:cubicBezTo>
                    <a:pt x="234" y="7367"/>
                    <a:pt x="34" y="7700"/>
                    <a:pt x="1" y="8067"/>
                  </a:cubicBezTo>
                  <a:cubicBezTo>
                    <a:pt x="1" y="8278"/>
                    <a:pt x="132" y="8407"/>
                    <a:pt x="303" y="8407"/>
                  </a:cubicBezTo>
                  <a:cubicBezTo>
                    <a:pt x="376" y="8407"/>
                    <a:pt x="455" y="8384"/>
                    <a:pt x="534" y="8334"/>
                  </a:cubicBezTo>
                  <a:lnTo>
                    <a:pt x="12810" y="1229"/>
                  </a:lnTo>
                  <a:cubicBezTo>
                    <a:pt x="13110" y="1029"/>
                    <a:pt x="13310" y="729"/>
                    <a:pt x="13343" y="362"/>
                  </a:cubicBezTo>
                  <a:cubicBezTo>
                    <a:pt x="13343" y="135"/>
                    <a:pt x="13236" y="1"/>
                    <a:pt x="1307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2704;p65">
              <a:extLst>
                <a:ext uri="{FF2B5EF4-FFF2-40B4-BE49-F238E27FC236}">
                  <a16:creationId xmlns:a16="http://schemas.microsoft.com/office/drawing/2014/main" id="{7EAB3C73-76D5-862B-1E45-08685287C42B}"/>
                </a:ext>
              </a:extLst>
            </p:cNvPr>
            <p:cNvSpPr/>
            <p:nvPr/>
          </p:nvSpPr>
          <p:spPr>
            <a:xfrm flipH="1">
              <a:off x="1675939" y="2858693"/>
              <a:ext cx="61630" cy="101336"/>
            </a:xfrm>
            <a:custGeom>
              <a:avLst/>
              <a:gdLst/>
              <a:ahLst/>
              <a:cxnLst/>
              <a:rect l="l" t="t" r="r" b="b"/>
              <a:pathLst>
                <a:path w="3770" h="6197" extrusionOk="0">
                  <a:moveTo>
                    <a:pt x="3336" y="559"/>
                  </a:moveTo>
                  <a:lnTo>
                    <a:pt x="3336" y="3962"/>
                  </a:lnTo>
                  <a:lnTo>
                    <a:pt x="434" y="5629"/>
                  </a:lnTo>
                  <a:lnTo>
                    <a:pt x="434" y="2260"/>
                  </a:lnTo>
                  <a:lnTo>
                    <a:pt x="3336" y="559"/>
                  </a:lnTo>
                  <a:close/>
                  <a:moveTo>
                    <a:pt x="3536" y="0"/>
                  </a:moveTo>
                  <a:cubicBezTo>
                    <a:pt x="3503" y="0"/>
                    <a:pt x="3469" y="9"/>
                    <a:pt x="3436" y="25"/>
                  </a:cubicBezTo>
                  <a:lnTo>
                    <a:pt x="100" y="1960"/>
                  </a:lnTo>
                  <a:cubicBezTo>
                    <a:pt x="33" y="1994"/>
                    <a:pt x="0" y="2060"/>
                    <a:pt x="0" y="2127"/>
                  </a:cubicBezTo>
                  <a:lnTo>
                    <a:pt x="0" y="5996"/>
                  </a:lnTo>
                  <a:cubicBezTo>
                    <a:pt x="0" y="6063"/>
                    <a:pt x="33" y="6130"/>
                    <a:pt x="100" y="6163"/>
                  </a:cubicBezTo>
                  <a:cubicBezTo>
                    <a:pt x="134" y="6197"/>
                    <a:pt x="167" y="6197"/>
                    <a:pt x="200" y="6197"/>
                  </a:cubicBezTo>
                  <a:cubicBezTo>
                    <a:pt x="234" y="6197"/>
                    <a:pt x="267" y="6163"/>
                    <a:pt x="300" y="6163"/>
                  </a:cubicBezTo>
                  <a:lnTo>
                    <a:pt x="3636" y="4228"/>
                  </a:lnTo>
                  <a:cubicBezTo>
                    <a:pt x="3703" y="4195"/>
                    <a:pt x="3769" y="4128"/>
                    <a:pt x="3769" y="4062"/>
                  </a:cubicBezTo>
                  <a:lnTo>
                    <a:pt x="3769" y="192"/>
                  </a:lnTo>
                  <a:cubicBezTo>
                    <a:pt x="3769" y="126"/>
                    <a:pt x="3703" y="59"/>
                    <a:pt x="3636" y="25"/>
                  </a:cubicBezTo>
                  <a:cubicBezTo>
                    <a:pt x="3603" y="9"/>
                    <a:pt x="3569" y="0"/>
                    <a:pt x="35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2705;p65">
              <a:extLst>
                <a:ext uri="{FF2B5EF4-FFF2-40B4-BE49-F238E27FC236}">
                  <a16:creationId xmlns:a16="http://schemas.microsoft.com/office/drawing/2014/main" id="{35A238E5-0027-2C3C-334F-09D9C77E8AF0}"/>
                </a:ext>
              </a:extLst>
            </p:cNvPr>
            <p:cNvSpPr/>
            <p:nvPr/>
          </p:nvSpPr>
          <p:spPr>
            <a:xfrm flipH="1">
              <a:off x="1668304" y="2845905"/>
              <a:ext cx="56530" cy="81812"/>
            </a:xfrm>
            <a:custGeom>
              <a:avLst/>
              <a:gdLst/>
              <a:ahLst/>
              <a:cxnLst/>
              <a:rect l="l" t="t" r="r" b="b"/>
              <a:pathLst>
                <a:path w="3458" h="5003" extrusionOk="0">
                  <a:moveTo>
                    <a:pt x="2992" y="1"/>
                  </a:moveTo>
                  <a:cubicBezTo>
                    <a:pt x="2842" y="1"/>
                    <a:pt x="2697" y="94"/>
                    <a:pt x="2624" y="240"/>
                  </a:cubicBezTo>
                  <a:lnTo>
                    <a:pt x="1089" y="3876"/>
                  </a:lnTo>
                  <a:lnTo>
                    <a:pt x="756" y="3543"/>
                  </a:lnTo>
                  <a:cubicBezTo>
                    <a:pt x="677" y="3497"/>
                    <a:pt x="599" y="3477"/>
                    <a:pt x="525" y="3477"/>
                  </a:cubicBezTo>
                  <a:cubicBezTo>
                    <a:pt x="223" y="3477"/>
                    <a:pt x="1" y="3815"/>
                    <a:pt x="188" y="4110"/>
                  </a:cubicBezTo>
                  <a:lnTo>
                    <a:pt x="956" y="4877"/>
                  </a:lnTo>
                  <a:cubicBezTo>
                    <a:pt x="1056" y="4944"/>
                    <a:pt x="1156" y="4977"/>
                    <a:pt x="1256" y="4977"/>
                  </a:cubicBezTo>
                  <a:cubicBezTo>
                    <a:pt x="1256" y="4994"/>
                    <a:pt x="1264" y="5002"/>
                    <a:pt x="1277" y="5002"/>
                  </a:cubicBezTo>
                  <a:cubicBezTo>
                    <a:pt x="1289" y="5002"/>
                    <a:pt x="1306" y="4994"/>
                    <a:pt x="1323" y="4977"/>
                  </a:cubicBezTo>
                  <a:cubicBezTo>
                    <a:pt x="1456" y="4977"/>
                    <a:pt x="1556" y="4877"/>
                    <a:pt x="1623" y="4744"/>
                  </a:cubicBezTo>
                  <a:lnTo>
                    <a:pt x="3357" y="574"/>
                  </a:lnTo>
                  <a:cubicBezTo>
                    <a:pt x="3457" y="374"/>
                    <a:pt x="3357" y="140"/>
                    <a:pt x="3157" y="40"/>
                  </a:cubicBezTo>
                  <a:cubicBezTo>
                    <a:pt x="3104" y="13"/>
                    <a:pt x="3048" y="1"/>
                    <a:pt x="299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2706;p65">
              <a:extLst>
                <a:ext uri="{FF2B5EF4-FFF2-40B4-BE49-F238E27FC236}">
                  <a16:creationId xmlns:a16="http://schemas.microsoft.com/office/drawing/2014/main" id="{862D5B57-558B-03E6-34AE-8BA33E27D582}"/>
                </a:ext>
              </a:extLst>
            </p:cNvPr>
            <p:cNvSpPr/>
            <p:nvPr/>
          </p:nvSpPr>
          <p:spPr>
            <a:xfrm flipH="1">
              <a:off x="1424007" y="2740088"/>
              <a:ext cx="218141" cy="137475"/>
            </a:xfrm>
            <a:custGeom>
              <a:avLst/>
              <a:gdLst/>
              <a:ahLst/>
              <a:cxnLst/>
              <a:rect l="l" t="t" r="r" b="b"/>
              <a:pathLst>
                <a:path w="13344" h="8407" extrusionOk="0">
                  <a:moveTo>
                    <a:pt x="13056" y="1"/>
                  </a:moveTo>
                  <a:cubicBezTo>
                    <a:pt x="12982" y="1"/>
                    <a:pt x="12899" y="24"/>
                    <a:pt x="12810" y="73"/>
                  </a:cubicBezTo>
                  <a:lnTo>
                    <a:pt x="534" y="7178"/>
                  </a:lnTo>
                  <a:cubicBezTo>
                    <a:pt x="234" y="7345"/>
                    <a:pt x="34" y="7679"/>
                    <a:pt x="1" y="8046"/>
                  </a:cubicBezTo>
                  <a:cubicBezTo>
                    <a:pt x="1" y="8272"/>
                    <a:pt x="124" y="8407"/>
                    <a:pt x="287" y="8407"/>
                  </a:cubicBezTo>
                  <a:cubicBezTo>
                    <a:pt x="363" y="8407"/>
                    <a:pt x="449" y="8377"/>
                    <a:pt x="534" y="8313"/>
                  </a:cubicBezTo>
                  <a:lnTo>
                    <a:pt x="12810" y="1241"/>
                  </a:lnTo>
                  <a:cubicBezTo>
                    <a:pt x="13110" y="1041"/>
                    <a:pt x="13310" y="707"/>
                    <a:pt x="13343" y="340"/>
                  </a:cubicBezTo>
                  <a:cubicBezTo>
                    <a:pt x="13343" y="129"/>
                    <a:pt x="13228" y="1"/>
                    <a:pt x="1305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2707;p65">
              <a:extLst>
                <a:ext uri="{FF2B5EF4-FFF2-40B4-BE49-F238E27FC236}">
                  <a16:creationId xmlns:a16="http://schemas.microsoft.com/office/drawing/2014/main" id="{69924F2D-8F08-9800-379A-3783651C44B8}"/>
                </a:ext>
              </a:extLst>
            </p:cNvPr>
            <p:cNvSpPr/>
            <p:nvPr/>
          </p:nvSpPr>
          <p:spPr>
            <a:xfrm flipH="1">
              <a:off x="1675939" y="2953603"/>
              <a:ext cx="61630" cy="100797"/>
            </a:xfrm>
            <a:custGeom>
              <a:avLst/>
              <a:gdLst/>
              <a:ahLst/>
              <a:cxnLst/>
              <a:rect l="l" t="t" r="r" b="b"/>
              <a:pathLst>
                <a:path w="3770" h="6164" extrusionOk="0">
                  <a:moveTo>
                    <a:pt x="3336" y="559"/>
                  </a:moveTo>
                  <a:lnTo>
                    <a:pt x="3336" y="3928"/>
                  </a:lnTo>
                  <a:lnTo>
                    <a:pt x="434" y="5596"/>
                  </a:lnTo>
                  <a:lnTo>
                    <a:pt x="434" y="2227"/>
                  </a:lnTo>
                  <a:lnTo>
                    <a:pt x="3336" y="559"/>
                  </a:lnTo>
                  <a:close/>
                  <a:moveTo>
                    <a:pt x="3536" y="1"/>
                  </a:moveTo>
                  <a:cubicBezTo>
                    <a:pt x="3503" y="1"/>
                    <a:pt x="3469" y="9"/>
                    <a:pt x="3436" y="26"/>
                  </a:cubicBezTo>
                  <a:lnTo>
                    <a:pt x="100" y="1927"/>
                  </a:lnTo>
                  <a:cubicBezTo>
                    <a:pt x="33" y="1960"/>
                    <a:pt x="0" y="2027"/>
                    <a:pt x="0" y="2127"/>
                  </a:cubicBezTo>
                  <a:lnTo>
                    <a:pt x="0" y="5963"/>
                  </a:lnTo>
                  <a:cubicBezTo>
                    <a:pt x="0" y="6063"/>
                    <a:pt x="100" y="6163"/>
                    <a:pt x="200" y="6163"/>
                  </a:cubicBezTo>
                  <a:cubicBezTo>
                    <a:pt x="234" y="6163"/>
                    <a:pt x="267" y="6163"/>
                    <a:pt x="300" y="6130"/>
                  </a:cubicBezTo>
                  <a:lnTo>
                    <a:pt x="3636" y="4229"/>
                  </a:lnTo>
                  <a:cubicBezTo>
                    <a:pt x="3703" y="4195"/>
                    <a:pt x="3769" y="4095"/>
                    <a:pt x="3769" y="4028"/>
                  </a:cubicBezTo>
                  <a:lnTo>
                    <a:pt x="3769" y="192"/>
                  </a:lnTo>
                  <a:cubicBezTo>
                    <a:pt x="3769" y="126"/>
                    <a:pt x="3703" y="59"/>
                    <a:pt x="3636" y="26"/>
                  </a:cubicBezTo>
                  <a:cubicBezTo>
                    <a:pt x="3603" y="9"/>
                    <a:pt x="3569" y="1"/>
                    <a:pt x="35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2708;p65">
              <a:extLst>
                <a:ext uri="{FF2B5EF4-FFF2-40B4-BE49-F238E27FC236}">
                  <a16:creationId xmlns:a16="http://schemas.microsoft.com/office/drawing/2014/main" id="{423B51BE-4535-BF0B-E674-59628BAA668B}"/>
                </a:ext>
              </a:extLst>
            </p:cNvPr>
            <p:cNvSpPr/>
            <p:nvPr/>
          </p:nvSpPr>
          <p:spPr>
            <a:xfrm flipH="1">
              <a:off x="1668304" y="2940831"/>
              <a:ext cx="56611" cy="81386"/>
            </a:xfrm>
            <a:custGeom>
              <a:avLst/>
              <a:gdLst/>
              <a:ahLst/>
              <a:cxnLst/>
              <a:rect l="l" t="t" r="r" b="b"/>
              <a:pathLst>
                <a:path w="3463" h="4977" extrusionOk="0">
                  <a:moveTo>
                    <a:pt x="2997" y="0"/>
                  </a:moveTo>
                  <a:cubicBezTo>
                    <a:pt x="2847" y="0"/>
                    <a:pt x="2702" y="93"/>
                    <a:pt x="2629" y="240"/>
                  </a:cubicBezTo>
                  <a:lnTo>
                    <a:pt x="1094" y="3875"/>
                  </a:lnTo>
                  <a:lnTo>
                    <a:pt x="761" y="3509"/>
                  </a:lnTo>
                  <a:cubicBezTo>
                    <a:pt x="691" y="3474"/>
                    <a:pt x="621" y="3458"/>
                    <a:pt x="554" y="3458"/>
                  </a:cubicBezTo>
                  <a:cubicBezTo>
                    <a:pt x="240" y="3458"/>
                    <a:pt x="1" y="3806"/>
                    <a:pt x="193" y="4109"/>
                  </a:cubicBezTo>
                  <a:lnTo>
                    <a:pt x="961" y="4876"/>
                  </a:lnTo>
                  <a:cubicBezTo>
                    <a:pt x="1061" y="4943"/>
                    <a:pt x="1161" y="4976"/>
                    <a:pt x="1261" y="4976"/>
                  </a:cubicBezTo>
                  <a:lnTo>
                    <a:pt x="1328" y="4976"/>
                  </a:lnTo>
                  <a:cubicBezTo>
                    <a:pt x="1461" y="4943"/>
                    <a:pt x="1561" y="4876"/>
                    <a:pt x="1628" y="4743"/>
                  </a:cubicBezTo>
                  <a:lnTo>
                    <a:pt x="3362" y="573"/>
                  </a:lnTo>
                  <a:cubicBezTo>
                    <a:pt x="3462" y="373"/>
                    <a:pt x="3362" y="106"/>
                    <a:pt x="3162" y="39"/>
                  </a:cubicBezTo>
                  <a:cubicBezTo>
                    <a:pt x="3109" y="13"/>
                    <a:pt x="3053" y="0"/>
                    <a:pt x="299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2709;p65">
              <a:extLst>
                <a:ext uri="{FF2B5EF4-FFF2-40B4-BE49-F238E27FC236}">
                  <a16:creationId xmlns:a16="http://schemas.microsoft.com/office/drawing/2014/main" id="{2331B3A3-7C03-CB83-DC00-194C2B4767FD}"/>
                </a:ext>
              </a:extLst>
            </p:cNvPr>
            <p:cNvSpPr/>
            <p:nvPr/>
          </p:nvSpPr>
          <p:spPr>
            <a:xfrm flipH="1">
              <a:off x="1424007" y="2834344"/>
              <a:ext cx="218141" cy="137230"/>
            </a:xfrm>
            <a:custGeom>
              <a:avLst/>
              <a:gdLst/>
              <a:ahLst/>
              <a:cxnLst/>
              <a:rect l="l" t="t" r="r" b="b"/>
              <a:pathLst>
                <a:path w="13344" h="8392" extrusionOk="0">
                  <a:moveTo>
                    <a:pt x="13071" y="1"/>
                  </a:moveTo>
                  <a:cubicBezTo>
                    <a:pt x="12994" y="1"/>
                    <a:pt x="12906" y="27"/>
                    <a:pt x="12810" y="80"/>
                  </a:cubicBezTo>
                  <a:lnTo>
                    <a:pt x="534" y="7152"/>
                  </a:lnTo>
                  <a:cubicBezTo>
                    <a:pt x="234" y="7352"/>
                    <a:pt x="34" y="7686"/>
                    <a:pt x="1" y="8052"/>
                  </a:cubicBezTo>
                  <a:cubicBezTo>
                    <a:pt x="1" y="8263"/>
                    <a:pt x="132" y="8392"/>
                    <a:pt x="303" y="8392"/>
                  </a:cubicBezTo>
                  <a:cubicBezTo>
                    <a:pt x="376" y="8392"/>
                    <a:pt x="455" y="8369"/>
                    <a:pt x="534" y="8319"/>
                  </a:cubicBezTo>
                  <a:lnTo>
                    <a:pt x="12810" y="1214"/>
                  </a:lnTo>
                  <a:cubicBezTo>
                    <a:pt x="13110" y="1047"/>
                    <a:pt x="13310" y="714"/>
                    <a:pt x="13343" y="347"/>
                  </a:cubicBezTo>
                  <a:cubicBezTo>
                    <a:pt x="13343" y="120"/>
                    <a:pt x="13235" y="1"/>
                    <a:pt x="130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2710;p65">
              <a:extLst>
                <a:ext uri="{FF2B5EF4-FFF2-40B4-BE49-F238E27FC236}">
                  <a16:creationId xmlns:a16="http://schemas.microsoft.com/office/drawing/2014/main" id="{BDC3210A-AF0A-DA0B-380F-F51E68E3AFE8}"/>
                </a:ext>
              </a:extLst>
            </p:cNvPr>
            <p:cNvSpPr/>
            <p:nvPr/>
          </p:nvSpPr>
          <p:spPr>
            <a:xfrm flipH="1">
              <a:off x="1143174" y="2413447"/>
              <a:ext cx="83993" cy="98753"/>
            </a:xfrm>
            <a:custGeom>
              <a:avLst/>
              <a:gdLst/>
              <a:ahLst/>
              <a:cxnLst/>
              <a:rect l="l" t="t" r="r" b="b"/>
              <a:pathLst>
                <a:path w="5138" h="6039" extrusionOk="0">
                  <a:moveTo>
                    <a:pt x="4770" y="1"/>
                  </a:moveTo>
                  <a:lnTo>
                    <a:pt x="0" y="835"/>
                  </a:lnTo>
                  <a:lnTo>
                    <a:pt x="501" y="6038"/>
                  </a:lnTo>
                  <a:lnTo>
                    <a:pt x="5137" y="5771"/>
                  </a:lnTo>
                  <a:lnTo>
                    <a:pt x="477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2711;p65">
              <a:extLst>
                <a:ext uri="{FF2B5EF4-FFF2-40B4-BE49-F238E27FC236}">
                  <a16:creationId xmlns:a16="http://schemas.microsoft.com/office/drawing/2014/main" id="{F5DD597A-5364-9597-7307-1E651AC7A65E}"/>
                </a:ext>
              </a:extLst>
            </p:cNvPr>
            <p:cNvSpPr/>
            <p:nvPr/>
          </p:nvSpPr>
          <p:spPr>
            <a:xfrm flipH="1">
              <a:off x="976952" y="2462995"/>
              <a:ext cx="153699" cy="378675"/>
            </a:xfrm>
            <a:custGeom>
              <a:avLst/>
              <a:gdLst/>
              <a:ahLst/>
              <a:cxnLst/>
              <a:rect l="l" t="t" r="r" b="b"/>
              <a:pathLst>
                <a:path w="9402" h="23157" extrusionOk="0">
                  <a:moveTo>
                    <a:pt x="940" y="1"/>
                  </a:moveTo>
                  <a:cubicBezTo>
                    <a:pt x="650" y="1"/>
                    <a:pt x="338" y="35"/>
                    <a:pt x="1" y="106"/>
                  </a:cubicBezTo>
                  <a:lnTo>
                    <a:pt x="1935" y="10080"/>
                  </a:lnTo>
                  <a:lnTo>
                    <a:pt x="4604" y="14316"/>
                  </a:lnTo>
                  <a:lnTo>
                    <a:pt x="835" y="19653"/>
                  </a:lnTo>
                  <a:cubicBezTo>
                    <a:pt x="835" y="19653"/>
                    <a:pt x="2779" y="22914"/>
                    <a:pt x="2836" y="23144"/>
                  </a:cubicBezTo>
                  <a:lnTo>
                    <a:pt x="2836" y="23144"/>
                  </a:lnTo>
                  <a:cubicBezTo>
                    <a:pt x="3032" y="22781"/>
                    <a:pt x="9401" y="15125"/>
                    <a:pt x="9207" y="14316"/>
                  </a:cubicBezTo>
                  <a:cubicBezTo>
                    <a:pt x="8740" y="12515"/>
                    <a:pt x="5905" y="6544"/>
                    <a:pt x="4771" y="3809"/>
                  </a:cubicBezTo>
                  <a:cubicBezTo>
                    <a:pt x="3816" y="1466"/>
                    <a:pt x="2837" y="1"/>
                    <a:pt x="940" y="1"/>
                  </a:cubicBezTo>
                  <a:close/>
                  <a:moveTo>
                    <a:pt x="2836" y="23144"/>
                  </a:moveTo>
                  <a:cubicBezTo>
                    <a:pt x="2831" y="23152"/>
                    <a:pt x="2830" y="23157"/>
                    <a:pt x="2833" y="23157"/>
                  </a:cubicBezTo>
                  <a:cubicBezTo>
                    <a:pt x="2834" y="23157"/>
                    <a:pt x="2835" y="23157"/>
                    <a:pt x="2836" y="23156"/>
                  </a:cubicBezTo>
                  <a:cubicBezTo>
                    <a:pt x="2838" y="23155"/>
                    <a:pt x="2838" y="23151"/>
                    <a:pt x="2836" y="23144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2712;p65">
              <a:extLst>
                <a:ext uri="{FF2B5EF4-FFF2-40B4-BE49-F238E27FC236}">
                  <a16:creationId xmlns:a16="http://schemas.microsoft.com/office/drawing/2014/main" id="{3ED73C4C-37E7-3D5F-958F-5FA5FE8C5CA1}"/>
                </a:ext>
              </a:extLst>
            </p:cNvPr>
            <p:cNvSpPr/>
            <p:nvPr/>
          </p:nvSpPr>
          <p:spPr>
            <a:xfrm flipH="1">
              <a:off x="916336" y="2770732"/>
              <a:ext cx="429171" cy="857509"/>
            </a:xfrm>
            <a:custGeom>
              <a:avLst/>
              <a:gdLst/>
              <a:ahLst/>
              <a:cxnLst/>
              <a:rect l="l" t="t" r="r" b="b"/>
              <a:pathLst>
                <a:path w="26253" h="52439" extrusionOk="0">
                  <a:moveTo>
                    <a:pt x="16346" y="1"/>
                  </a:moveTo>
                  <a:lnTo>
                    <a:pt x="1769" y="834"/>
                  </a:lnTo>
                  <a:cubicBezTo>
                    <a:pt x="1769" y="834"/>
                    <a:pt x="501" y="11609"/>
                    <a:pt x="268" y="16546"/>
                  </a:cubicBezTo>
                  <a:cubicBezTo>
                    <a:pt x="1" y="22116"/>
                    <a:pt x="1" y="23884"/>
                    <a:pt x="134" y="26920"/>
                  </a:cubicBezTo>
                  <a:cubicBezTo>
                    <a:pt x="234" y="28821"/>
                    <a:pt x="501" y="30556"/>
                    <a:pt x="635" y="33458"/>
                  </a:cubicBezTo>
                  <a:cubicBezTo>
                    <a:pt x="768" y="36360"/>
                    <a:pt x="1669" y="50870"/>
                    <a:pt x="1669" y="50870"/>
                  </a:cubicBezTo>
                  <a:lnTo>
                    <a:pt x="1669" y="50837"/>
                  </a:lnTo>
                  <a:cubicBezTo>
                    <a:pt x="1669" y="51004"/>
                    <a:pt x="1702" y="51137"/>
                    <a:pt x="1735" y="51304"/>
                  </a:cubicBezTo>
                  <a:cubicBezTo>
                    <a:pt x="1869" y="51804"/>
                    <a:pt x="2436" y="52405"/>
                    <a:pt x="3470" y="52438"/>
                  </a:cubicBezTo>
                  <a:cubicBezTo>
                    <a:pt x="4938" y="52438"/>
                    <a:pt x="5405" y="51738"/>
                    <a:pt x="5471" y="51237"/>
                  </a:cubicBezTo>
                  <a:cubicBezTo>
                    <a:pt x="5471" y="51171"/>
                    <a:pt x="5505" y="51070"/>
                    <a:pt x="5505" y="50970"/>
                  </a:cubicBezTo>
                  <a:lnTo>
                    <a:pt x="5538" y="50970"/>
                  </a:lnTo>
                  <a:cubicBezTo>
                    <a:pt x="5538" y="50970"/>
                    <a:pt x="6606" y="44799"/>
                    <a:pt x="7339" y="40096"/>
                  </a:cubicBezTo>
                  <a:cubicBezTo>
                    <a:pt x="7706" y="37894"/>
                    <a:pt x="7907" y="35693"/>
                    <a:pt x="7940" y="33491"/>
                  </a:cubicBezTo>
                  <a:cubicBezTo>
                    <a:pt x="7840" y="32157"/>
                    <a:pt x="7640" y="30789"/>
                    <a:pt x="7306" y="29488"/>
                  </a:cubicBezTo>
                  <a:lnTo>
                    <a:pt x="9374" y="15912"/>
                  </a:lnTo>
                  <a:cubicBezTo>
                    <a:pt x="9374" y="15912"/>
                    <a:pt x="11176" y="27454"/>
                    <a:pt x="11476" y="28554"/>
                  </a:cubicBezTo>
                  <a:cubicBezTo>
                    <a:pt x="11676" y="29355"/>
                    <a:pt x="16446" y="36694"/>
                    <a:pt x="19315" y="41063"/>
                  </a:cubicBezTo>
                  <a:cubicBezTo>
                    <a:pt x="20549" y="42998"/>
                    <a:pt x="23351" y="47134"/>
                    <a:pt x="23551" y="47368"/>
                  </a:cubicBezTo>
                  <a:cubicBezTo>
                    <a:pt x="23625" y="47471"/>
                    <a:pt x="23722" y="47516"/>
                    <a:pt x="23834" y="47516"/>
                  </a:cubicBezTo>
                  <a:cubicBezTo>
                    <a:pt x="24637" y="47516"/>
                    <a:pt x="26253" y="45233"/>
                    <a:pt x="26253" y="45233"/>
                  </a:cubicBezTo>
                  <a:lnTo>
                    <a:pt x="25086" y="42331"/>
                  </a:lnTo>
                  <a:cubicBezTo>
                    <a:pt x="24552" y="40730"/>
                    <a:pt x="22617" y="34592"/>
                    <a:pt x="21917" y="32857"/>
                  </a:cubicBezTo>
                  <a:cubicBezTo>
                    <a:pt x="20849" y="30089"/>
                    <a:pt x="20149" y="28621"/>
                    <a:pt x="17914" y="27187"/>
                  </a:cubicBezTo>
                  <a:cubicBezTo>
                    <a:pt x="17914" y="27187"/>
                    <a:pt x="18014" y="13377"/>
                    <a:pt x="17914" y="8440"/>
                  </a:cubicBezTo>
                  <a:cubicBezTo>
                    <a:pt x="17747" y="2135"/>
                    <a:pt x="16346" y="1"/>
                    <a:pt x="16346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2713;p65">
              <a:extLst>
                <a:ext uri="{FF2B5EF4-FFF2-40B4-BE49-F238E27FC236}">
                  <a16:creationId xmlns:a16="http://schemas.microsoft.com/office/drawing/2014/main" id="{E1BCDB02-45BD-C76D-6E69-EEAA9F8CA8FE}"/>
                </a:ext>
              </a:extLst>
            </p:cNvPr>
            <p:cNvSpPr/>
            <p:nvPr/>
          </p:nvSpPr>
          <p:spPr>
            <a:xfrm flipH="1">
              <a:off x="908146" y="3518025"/>
              <a:ext cx="70360" cy="142741"/>
            </a:xfrm>
            <a:custGeom>
              <a:avLst/>
              <a:gdLst/>
              <a:ahLst/>
              <a:cxnLst/>
              <a:rect l="l" t="t" r="r" b="b"/>
              <a:pathLst>
                <a:path w="4304" h="8729" extrusionOk="0">
                  <a:moveTo>
                    <a:pt x="4303" y="1"/>
                  </a:moveTo>
                  <a:lnTo>
                    <a:pt x="0" y="101"/>
                  </a:lnTo>
                  <a:cubicBezTo>
                    <a:pt x="1535" y="2169"/>
                    <a:pt x="2335" y="7606"/>
                    <a:pt x="1902" y="8407"/>
                  </a:cubicBezTo>
                  <a:cubicBezTo>
                    <a:pt x="1781" y="8630"/>
                    <a:pt x="1862" y="8729"/>
                    <a:pt x="2048" y="8729"/>
                  </a:cubicBezTo>
                  <a:cubicBezTo>
                    <a:pt x="2530" y="8729"/>
                    <a:pt x="3720" y="8064"/>
                    <a:pt x="3936" y="7173"/>
                  </a:cubicBezTo>
                  <a:cubicBezTo>
                    <a:pt x="4237" y="5972"/>
                    <a:pt x="4303" y="1"/>
                    <a:pt x="430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2714;p65">
              <a:extLst>
                <a:ext uri="{FF2B5EF4-FFF2-40B4-BE49-F238E27FC236}">
                  <a16:creationId xmlns:a16="http://schemas.microsoft.com/office/drawing/2014/main" id="{91AE1C8E-9A67-DD76-C4D2-D4E2CBFF5D02}"/>
                </a:ext>
              </a:extLst>
            </p:cNvPr>
            <p:cNvSpPr/>
            <p:nvPr/>
          </p:nvSpPr>
          <p:spPr>
            <a:xfrm flipH="1">
              <a:off x="1252784" y="3590042"/>
              <a:ext cx="130796" cy="130869"/>
            </a:xfrm>
            <a:custGeom>
              <a:avLst/>
              <a:gdLst/>
              <a:ahLst/>
              <a:cxnLst/>
              <a:rect l="l" t="t" r="r" b="b"/>
              <a:pathLst>
                <a:path w="8001" h="8003" extrusionOk="0">
                  <a:moveTo>
                    <a:pt x="8001" y="0"/>
                  </a:moveTo>
                  <a:lnTo>
                    <a:pt x="3964" y="534"/>
                  </a:lnTo>
                  <a:cubicBezTo>
                    <a:pt x="3931" y="2102"/>
                    <a:pt x="2864" y="6238"/>
                    <a:pt x="1296" y="6738"/>
                  </a:cubicBezTo>
                  <a:cubicBezTo>
                    <a:pt x="0" y="7133"/>
                    <a:pt x="1392" y="8003"/>
                    <a:pt x="2560" y="8003"/>
                  </a:cubicBezTo>
                  <a:cubicBezTo>
                    <a:pt x="2775" y="8003"/>
                    <a:pt x="2982" y="7973"/>
                    <a:pt x="3164" y="7906"/>
                  </a:cubicBezTo>
                  <a:cubicBezTo>
                    <a:pt x="4365" y="7472"/>
                    <a:pt x="6133" y="3936"/>
                    <a:pt x="7033" y="3069"/>
                  </a:cubicBezTo>
                  <a:cubicBezTo>
                    <a:pt x="7967" y="2202"/>
                    <a:pt x="8001" y="0"/>
                    <a:pt x="8001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2715;p65">
              <a:extLst>
                <a:ext uri="{FF2B5EF4-FFF2-40B4-BE49-F238E27FC236}">
                  <a16:creationId xmlns:a16="http://schemas.microsoft.com/office/drawing/2014/main" id="{8593C7FF-A84E-B4AF-DDB0-268B93E95239}"/>
                </a:ext>
              </a:extLst>
            </p:cNvPr>
            <p:cNvSpPr/>
            <p:nvPr/>
          </p:nvSpPr>
          <p:spPr>
            <a:xfrm flipH="1">
              <a:off x="1046119" y="2741282"/>
              <a:ext cx="313561" cy="459587"/>
            </a:xfrm>
            <a:custGeom>
              <a:avLst/>
              <a:gdLst/>
              <a:ahLst/>
              <a:cxnLst/>
              <a:rect l="l" t="t" r="r" b="b"/>
              <a:pathLst>
                <a:path w="19181" h="28105" extrusionOk="0">
                  <a:moveTo>
                    <a:pt x="16612" y="0"/>
                  </a:moveTo>
                  <a:lnTo>
                    <a:pt x="2502" y="934"/>
                  </a:lnTo>
                  <a:cubicBezTo>
                    <a:pt x="2502" y="934"/>
                    <a:pt x="2002" y="2535"/>
                    <a:pt x="1502" y="8440"/>
                  </a:cubicBezTo>
                  <a:cubicBezTo>
                    <a:pt x="1035" y="14344"/>
                    <a:pt x="67" y="22683"/>
                    <a:pt x="1" y="26019"/>
                  </a:cubicBezTo>
                  <a:cubicBezTo>
                    <a:pt x="1" y="26019"/>
                    <a:pt x="2569" y="25385"/>
                    <a:pt x="3670" y="23017"/>
                  </a:cubicBezTo>
                  <a:cubicBezTo>
                    <a:pt x="3670" y="23017"/>
                    <a:pt x="5471" y="26953"/>
                    <a:pt x="9708" y="27820"/>
                  </a:cubicBezTo>
                  <a:cubicBezTo>
                    <a:pt x="10652" y="28012"/>
                    <a:pt x="11596" y="28104"/>
                    <a:pt x="12503" y="28104"/>
                  </a:cubicBezTo>
                  <a:cubicBezTo>
                    <a:pt x="15698" y="28104"/>
                    <a:pt x="18431" y="26959"/>
                    <a:pt x="19081" y="24985"/>
                  </a:cubicBezTo>
                  <a:cubicBezTo>
                    <a:pt x="19048" y="24718"/>
                    <a:pt x="19181" y="11408"/>
                    <a:pt x="19081" y="8306"/>
                  </a:cubicBezTo>
                  <a:cubicBezTo>
                    <a:pt x="18981" y="5237"/>
                    <a:pt x="17780" y="2635"/>
                    <a:pt x="1661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2716;p65">
              <a:extLst>
                <a:ext uri="{FF2B5EF4-FFF2-40B4-BE49-F238E27FC236}">
                  <a16:creationId xmlns:a16="http://schemas.microsoft.com/office/drawing/2014/main" id="{9612E68A-B995-B900-14AE-C2707B998A21}"/>
                </a:ext>
              </a:extLst>
            </p:cNvPr>
            <p:cNvSpPr/>
            <p:nvPr/>
          </p:nvSpPr>
          <p:spPr>
            <a:xfrm flipH="1">
              <a:off x="1254958" y="3663824"/>
              <a:ext cx="76915" cy="84493"/>
            </a:xfrm>
            <a:custGeom>
              <a:avLst/>
              <a:gdLst/>
              <a:ahLst/>
              <a:cxnLst/>
              <a:rect l="l" t="t" r="r" b="b"/>
              <a:pathLst>
                <a:path w="4705" h="5167" extrusionOk="0">
                  <a:moveTo>
                    <a:pt x="3406" y="1"/>
                  </a:moveTo>
                  <a:cubicBezTo>
                    <a:pt x="3291" y="1"/>
                    <a:pt x="3168" y="49"/>
                    <a:pt x="3036" y="158"/>
                  </a:cubicBezTo>
                  <a:cubicBezTo>
                    <a:pt x="1835" y="1092"/>
                    <a:pt x="1" y="4928"/>
                    <a:pt x="1" y="4928"/>
                  </a:cubicBezTo>
                  <a:cubicBezTo>
                    <a:pt x="1" y="4928"/>
                    <a:pt x="139" y="5166"/>
                    <a:pt x="683" y="5166"/>
                  </a:cubicBezTo>
                  <a:cubicBezTo>
                    <a:pt x="1027" y="5166"/>
                    <a:pt x="1533" y="5071"/>
                    <a:pt x="2269" y="4761"/>
                  </a:cubicBezTo>
                  <a:cubicBezTo>
                    <a:pt x="4170" y="3961"/>
                    <a:pt x="4704" y="2993"/>
                    <a:pt x="4704" y="2993"/>
                  </a:cubicBezTo>
                  <a:cubicBezTo>
                    <a:pt x="4704" y="2993"/>
                    <a:pt x="4310" y="1"/>
                    <a:pt x="34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2717;p65">
              <a:extLst>
                <a:ext uri="{FF2B5EF4-FFF2-40B4-BE49-F238E27FC236}">
                  <a16:creationId xmlns:a16="http://schemas.microsoft.com/office/drawing/2014/main" id="{A70A044B-C882-52B4-A343-118AA47BBB04}"/>
                </a:ext>
              </a:extLst>
            </p:cNvPr>
            <p:cNvSpPr/>
            <p:nvPr/>
          </p:nvSpPr>
          <p:spPr>
            <a:xfrm flipH="1">
              <a:off x="1254958" y="3663824"/>
              <a:ext cx="76915" cy="84493"/>
            </a:xfrm>
            <a:custGeom>
              <a:avLst/>
              <a:gdLst/>
              <a:ahLst/>
              <a:cxnLst/>
              <a:rect l="l" t="t" r="r" b="b"/>
              <a:pathLst>
                <a:path w="4705" h="5167" extrusionOk="0">
                  <a:moveTo>
                    <a:pt x="3406" y="1"/>
                  </a:moveTo>
                  <a:cubicBezTo>
                    <a:pt x="3291" y="1"/>
                    <a:pt x="3168" y="49"/>
                    <a:pt x="3036" y="158"/>
                  </a:cubicBezTo>
                  <a:cubicBezTo>
                    <a:pt x="1835" y="1092"/>
                    <a:pt x="1" y="4928"/>
                    <a:pt x="1" y="4928"/>
                  </a:cubicBezTo>
                  <a:cubicBezTo>
                    <a:pt x="1" y="4928"/>
                    <a:pt x="139" y="5166"/>
                    <a:pt x="683" y="5166"/>
                  </a:cubicBezTo>
                  <a:cubicBezTo>
                    <a:pt x="1027" y="5166"/>
                    <a:pt x="1533" y="5071"/>
                    <a:pt x="2269" y="4761"/>
                  </a:cubicBezTo>
                  <a:cubicBezTo>
                    <a:pt x="4170" y="3961"/>
                    <a:pt x="4704" y="2993"/>
                    <a:pt x="4704" y="2993"/>
                  </a:cubicBezTo>
                  <a:cubicBezTo>
                    <a:pt x="4704" y="2993"/>
                    <a:pt x="4310" y="1"/>
                    <a:pt x="34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2718;p65">
              <a:extLst>
                <a:ext uri="{FF2B5EF4-FFF2-40B4-BE49-F238E27FC236}">
                  <a16:creationId xmlns:a16="http://schemas.microsoft.com/office/drawing/2014/main" id="{7A23D0C7-802B-45DC-D083-CFA29E5CAD9E}"/>
                </a:ext>
              </a:extLst>
            </p:cNvPr>
            <p:cNvSpPr/>
            <p:nvPr/>
          </p:nvSpPr>
          <p:spPr>
            <a:xfrm flipH="1">
              <a:off x="1227690" y="3589764"/>
              <a:ext cx="181604" cy="173827"/>
            </a:xfrm>
            <a:custGeom>
              <a:avLst/>
              <a:gdLst/>
              <a:ahLst/>
              <a:cxnLst/>
              <a:rect l="l" t="t" r="r" b="b"/>
              <a:pathLst>
                <a:path w="11109" h="10630" extrusionOk="0">
                  <a:moveTo>
                    <a:pt x="9618" y="1"/>
                  </a:moveTo>
                  <a:cubicBezTo>
                    <a:pt x="9133" y="1"/>
                    <a:pt x="8337" y="370"/>
                    <a:pt x="7839" y="784"/>
                  </a:cubicBezTo>
                  <a:cubicBezTo>
                    <a:pt x="7038" y="1485"/>
                    <a:pt x="6838" y="2419"/>
                    <a:pt x="6438" y="3520"/>
                  </a:cubicBezTo>
                  <a:cubicBezTo>
                    <a:pt x="6004" y="4687"/>
                    <a:pt x="5204" y="6288"/>
                    <a:pt x="4570" y="6622"/>
                  </a:cubicBezTo>
                  <a:cubicBezTo>
                    <a:pt x="4345" y="6752"/>
                    <a:pt x="4053" y="6794"/>
                    <a:pt x="3727" y="6794"/>
                  </a:cubicBezTo>
                  <a:cubicBezTo>
                    <a:pt x="3133" y="6794"/>
                    <a:pt x="2426" y="6655"/>
                    <a:pt x="1801" y="6655"/>
                  </a:cubicBezTo>
                  <a:cubicBezTo>
                    <a:pt x="834" y="6655"/>
                    <a:pt x="67" y="7089"/>
                    <a:pt x="33" y="7789"/>
                  </a:cubicBezTo>
                  <a:cubicBezTo>
                    <a:pt x="0" y="8356"/>
                    <a:pt x="2535" y="9624"/>
                    <a:pt x="4103" y="9691"/>
                  </a:cubicBezTo>
                  <a:cubicBezTo>
                    <a:pt x="4419" y="9707"/>
                    <a:pt x="4685" y="9731"/>
                    <a:pt x="4918" y="9731"/>
                  </a:cubicBezTo>
                  <a:cubicBezTo>
                    <a:pt x="5646" y="9731"/>
                    <a:pt x="6049" y="9496"/>
                    <a:pt x="6605" y="8056"/>
                  </a:cubicBezTo>
                  <a:cubicBezTo>
                    <a:pt x="7115" y="6710"/>
                    <a:pt x="7400" y="5768"/>
                    <a:pt x="7717" y="5768"/>
                  </a:cubicBezTo>
                  <a:cubicBezTo>
                    <a:pt x="7855" y="5768"/>
                    <a:pt x="8000" y="5949"/>
                    <a:pt x="8173" y="6355"/>
                  </a:cubicBezTo>
                  <a:cubicBezTo>
                    <a:pt x="8740" y="7656"/>
                    <a:pt x="8973" y="10391"/>
                    <a:pt x="8973" y="10391"/>
                  </a:cubicBezTo>
                  <a:cubicBezTo>
                    <a:pt x="9127" y="10545"/>
                    <a:pt x="9343" y="10629"/>
                    <a:pt x="9561" y="10629"/>
                  </a:cubicBezTo>
                  <a:cubicBezTo>
                    <a:pt x="9768" y="10629"/>
                    <a:pt x="9978" y="10554"/>
                    <a:pt x="10141" y="10391"/>
                  </a:cubicBezTo>
                  <a:cubicBezTo>
                    <a:pt x="10141" y="9457"/>
                    <a:pt x="10207" y="8490"/>
                    <a:pt x="10307" y="7522"/>
                  </a:cubicBezTo>
                  <a:cubicBezTo>
                    <a:pt x="10474" y="6355"/>
                    <a:pt x="11108" y="4487"/>
                    <a:pt x="11008" y="3053"/>
                  </a:cubicBezTo>
                  <a:cubicBezTo>
                    <a:pt x="10941" y="1652"/>
                    <a:pt x="10241" y="251"/>
                    <a:pt x="9874" y="50"/>
                  </a:cubicBezTo>
                  <a:cubicBezTo>
                    <a:pt x="9805" y="16"/>
                    <a:pt x="9718" y="1"/>
                    <a:pt x="96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2719;p65">
              <a:extLst>
                <a:ext uri="{FF2B5EF4-FFF2-40B4-BE49-F238E27FC236}">
                  <a16:creationId xmlns:a16="http://schemas.microsoft.com/office/drawing/2014/main" id="{043FFD23-2191-37E9-98B6-853A8F27943F}"/>
                </a:ext>
              </a:extLst>
            </p:cNvPr>
            <p:cNvSpPr/>
            <p:nvPr/>
          </p:nvSpPr>
          <p:spPr>
            <a:xfrm flipH="1">
              <a:off x="863975" y="3572626"/>
              <a:ext cx="49092" cy="100045"/>
            </a:xfrm>
            <a:custGeom>
              <a:avLst/>
              <a:gdLst/>
              <a:ahLst/>
              <a:cxnLst/>
              <a:rect l="l" t="t" r="r" b="b"/>
              <a:pathLst>
                <a:path w="3003" h="6118" extrusionOk="0">
                  <a:moveTo>
                    <a:pt x="1245" y="0"/>
                  </a:moveTo>
                  <a:cubicBezTo>
                    <a:pt x="870" y="0"/>
                    <a:pt x="550" y="136"/>
                    <a:pt x="467" y="431"/>
                  </a:cubicBezTo>
                  <a:cubicBezTo>
                    <a:pt x="0" y="1899"/>
                    <a:pt x="601" y="6102"/>
                    <a:pt x="601" y="6102"/>
                  </a:cubicBezTo>
                  <a:cubicBezTo>
                    <a:pt x="601" y="6102"/>
                    <a:pt x="638" y="6118"/>
                    <a:pt x="710" y="6118"/>
                  </a:cubicBezTo>
                  <a:cubicBezTo>
                    <a:pt x="937" y="6118"/>
                    <a:pt x="1509" y="5965"/>
                    <a:pt x="2369" y="4701"/>
                  </a:cubicBezTo>
                  <a:cubicBezTo>
                    <a:pt x="2669" y="4367"/>
                    <a:pt x="2869" y="3967"/>
                    <a:pt x="3002" y="3567"/>
                  </a:cubicBezTo>
                  <a:cubicBezTo>
                    <a:pt x="2802" y="2800"/>
                    <a:pt x="2702" y="1999"/>
                    <a:pt x="2735" y="1232"/>
                  </a:cubicBezTo>
                  <a:cubicBezTo>
                    <a:pt x="2800" y="456"/>
                    <a:pt x="1931" y="0"/>
                    <a:pt x="124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2720;p65">
              <a:extLst>
                <a:ext uri="{FF2B5EF4-FFF2-40B4-BE49-F238E27FC236}">
                  <a16:creationId xmlns:a16="http://schemas.microsoft.com/office/drawing/2014/main" id="{13D3C775-6513-09E6-C2D4-0AFB236B5EE8}"/>
                </a:ext>
              </a:extLst>
            </p:cNvPr>
            <p:cNvSpPr/>
            <p:nvPr/>
          </p:nvSpPr>
          <p:spPr>
            <a:xfrm flipH="1">
              <a:off x="863975" y="3572626"/>
              <a:ext cx="49092" cy="100045"/>
            </a:xfrm>
            <a:custGeom>
              <a:avLst/>
              <a:gdLst/>
              <a:ahLst/>
              <a:cxnLst/>
              <a:rect l="l" t="t" r="r" b="b"/>
              <a:pathLst>
                <a:path w="3003" h="6118" extrusionOk="0">
                  <a:moveTo>
                    <a:pt x="1245" y="0"/>
                  </a:moveTo>
                  <a:cubicBezTo>
                    <a:pt x="870" y="0"/>
                    <a:pt x="550" y="136"/>
                    <a:pt x="467" y="431"/>
                  </a:cubicBezTo>
                  <a:cubicBezTo>
                    <a:pt x="0" y="1899"/>
                    <a:pt x="601" y="6102"/>
                    <a:pt x="601" y="6102"/>
                  </a:cubicBezTo>
                  <a:cubicBezTo>
                    <a:pt x="601" y="6102"/>
                    <a:pt x="638" y="6118"/>
                    <a:pt x="710" y="6118"/>
                  </a:cubicBezTo>
                  <a:cubicBezTo>
                    <a:pt x="937" y="6118"/>
                    <a:pt x="1509" y="5965"/>
                    <a:pt x="2369" y="4701"/>
                  </a:cubicBezTo>
                  <a:cubicBezTo>
                    <a:pt x="2669" y="4367"/>
                    <a:pt x="2869" y="3967"/>
                    <a:pt x="3002" y="3567"/>
                  </a:cubicBezTo>
                  <a:cubicBezTo>
                    <a:pt x="2802" y="2800"/>
                    <a:pt x="2702" y="1999"/>
                    <a:pt x="2735" y="1232"/>
                  </a:cubicBezTo>
                  <a:cubicBezTo>
                    <a:pt x="2800" y="456"/>
                    <a:pt x="1931" y="0"/>
                    <a:pt x="124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2721;p65">
              <a:extLst>
                <a:ext uri="{FF2B5EF4-FFF2-40B4-BE49-F238E27FC236}">
                  <a16:creationId xmlns:a16="http://schemas.microsoft.com/office/drawing/2014/main" id="{F0EEB37C-AE5B-C72A-CE92-CC896F35951B}"/>
                </a:ext>
              </a:extLst>
            </p:cNvPr>
            <p:cNvSpPr/>
            <p:nvPr/>
          </p:nvSpPr>
          <p:spPr>
            <a:xfrm flipH="1">
              <a:off x="821438" y="3497781"/>
              <a:ext cx="166336" cy="198290"/>
            </a:xfrm>
            <a:custGeom>
              <a:avLst/>
              <a:gdLst/>
              <a:ahLst/>
              <a:cxnLst/>
              <a:rect l="l" t="t" r="r" b="b"/>
              <a:pathLst>
                <a:path w="10175" h="12126" extrusionOk="0">
                  <a:moveTo>
                    <a:pt x="4258" y="1"/>
                  </a:moveTo>
                  <a:cubicBezTo>
                    <a:pt x="4238" y="1"/>
                    <a:pt x="4220" y="2"/>
                    <a:pt x="4203" y="5"/>
                  </a:cubicBezTo>
                  <a:cubicBezTo>
                    <a:pt x="3770" y="38"/>
                    <a:pt x="3136" y="972"/>
                    <a:pt x="2936" y="1739"/>
                  </a:cubicBezTo>
                  <a:cubicBezTo>
                    <a:pt x="2635" y="2773"/>
                    <a:pt x="3002" y="3641"/>
                    <a:pt x="3269" y="4775"/>
                  </a:cubicBezTo>
                  <a:cubicBezTo>
                    <a:pt x="3569" y="5976"/>
                    <a:pt x="3803" y="7744"/>
                    <a:pt x="3469" y="8411"/>
                  </a:cubicBezTo>
                  <a:cubicBezTo>
                    <a:pt x="3136" y="9078"/>
                    <a:pt x="1968" y="9445"/>
                    <a:pt x="1168" y="9979"/>
                  </a:cubicBezTo>
                  <a:cubicBezTo>
                    <a:pt x="367" y="10512"/>
                    <a:pt x="0" y="11279"/>
                    <a:pt x="334" y="11913"/>
                  </a:cubicBezTo>
                  <a:cubicBezTo>
                    <a:pt x="427" y="12058"/>
                    <a:pt x="756" y="12126"/>
                    <a:pt x="1208" y="12126"/>
                  </a:cubicBezTo>
                  <a:cubicBezTo>
                    <a:pt x="2214" y="12126"/>
                    <a:pt x="3826" y="11788"/>
                    <a:pt x="4770" y="11213"/>
                  </a:cubicBezTo>
                  <a:cubicBezTo>
                    <a:pt x="5904" y="10512"/>
                    <a:pt x="6405" y="10479"/>
                    <a:pt x="5938" y="8444"/>
                  </a:cubicBezTo>
                  <a:cubicBezTo>
                    <a:pt x="5576" y="6892"/>
                    <a:pt x="5274" y="5922"/>
                    <a:pt x="5716" y="5922"/>
                  </a:cubicBezTo>
                  <a:cubicBezTo>
                    <a:pt x="5844" y="5922"/>
                    <a:pt x="6035" y="6003"/>
                    <a:pt x="6305" y="6176"/>
                  </a:cubicBezTo>
                  <a:cubicBezTo>
                    <a:pt x="7506" y="6943"/>
                    <a:pt x="9207" y="9078"/>
                    <a:pt x="9207" y="9078"/>
                  </a:cubicBezTo>
                  <a:cubicBezTo>
                    <a:pt x="9263" y="9091"/>
                    <a:pt x="9320" y="9097"/>
                    <a:pt x="9376" y="9097"/>
                  </a:cubicBezTo>
                  <a:cubicBezTo>
                    <a:pt x="9748" y="9097"/>
                    <a:pt x="10087" y="8821"/>
                    <a:pt x="10174" y="8444"/>
                  </a:cubicBezTo>
                  <a:cubicBezTo>
                    <a:pt x="9674" y="7644"/>
                    <a:pt x="9173" y="6843"/>
                    <a:pt x="8740" y="5976"/>
                  </a:cubicBezTo>
                  <a:cubicBezTo>
                    <a:pt x="8206" y="4908"/>
                    <a:pt x="7706" y="3007"/>
                    <a:pt x="6838" y="1873"/>
                  </a:cubicBezTo>
                  <a:cubicBezTo>
                    <a:pt x="6005" y="783"/>
                    <a:pt x="4740" y="1"/>
                    <a:pt x="42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2722;p65">
              <a:extLst>
                <a:ext uri="{FF2B5EF4-FFF2-40B4-BE49-F238E27FC236}">
                  <a16:creationId xmlns:a16="http://schemas.microsoft.com/office/drawing/2014/main" id="{DC4B4795-D407-56E1-9606-C08BA3D30966}"/>
                </a:ext>
              </a:extLst>
            </p:cNvPr>
            <p:cNvSpPr/>
            <p:nvPr/>
          </p:nvSpPr>
          <p:spPr>
            <a:xfrm flipH="1">
              <a:off x="1073370" y="2461229"/>
              <a:ext cx="263947" cy="315996"/>
            </a:xfrm>
            <a:custGeom>
              <a:avLst/>
              <a:gdLst/>
              <a:ahLst/>
              <a:cxnLst/>
              <a:rect l="l" t="t" r="r" b="b"/>
              <a:pathLst>
                <a:path w="16146" h="19324" extrusionOk="0">
                  <a:moveTo>
                    <a:pt x="11013" y="1"/>
                  </a:moveTo>
                  <a:cubicBezTo>
                    <a:pt x="10043" y="1"/>
                    <a:pt x="8725" y="21"/>
                    <a:pt x="7706" y="114"/>
                  </a:cubicBezTo>
                  <a:cubicBezTo>
                    <a:pt x="6371" y="181"/>
                    <a:pt x="5071" y="448"/>
                    <a:pt x="3803" y="881"/>
                  </a:cubicBezTo>
                  <a:lnTo>
                    <a:pt x="2202" y="2416"/>
                  </a:lnTo>
                  <a:cubicBezTo>
                    <a:pt x="1468" y="3350"/>
                    <a:pt x="134" y="7486"/>
                    <a:pt x="167" y="14624"/>
                  </a:cubicBezTo>
                  <a:cubicBezTo>
                    <a:pt x="167" y="15992"/>
                    <a:pt x="0" y="17693"/>
                    <a:pt x="1134" y="18060"/>
                  </a:cubicBezTo>
                  <a:cubicBezTo>
                    <a:pt x="2464" y="18791"/>
                    <a:pt x="4769" y="19324"/>
                    <a:pt x="7367" y="19324"/>
                  </a:cubicBezTo>
                  <a:cubicBezTo>
                    <a:pt x="9985" y="19324"/>
                    <a:pt x="12900" y="18783"/>
                    <a:pt x="15411" y="17360"/>
                  </a:cubicBezTo>
                  <a:cubicBezTo>
                    <a:pt x="16145" y="16826"/>
                    <a:pt x="16012" y="12590"/>
                    <a:pt x="15978" y="10688"/>
                  </a:cubicBezTo>
                  <a:cubicBezTo>
                    <a:pt x="15945" y="8120"/>
                    <a:pt x="15878" y="3483"/>
                    <a:pt x="15545" y="2482"/>
                  </a:cubicBezTo>
                  <a:cubicBezTo>
                    <a:pt x="15111" y="1081"/>
                    <a:pt x="13843" y="81"/>
                    <a:pt x="12342" y="14"/>
                  </a:cubicBezTo>
                  <a:cubicBezTo>
                    <a:pt x="12342" y="14"/>
                    <a:pt x="11789" y="1"/>
                    <a:pt x="110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2723;p65">
              <a:extLst>
                <a:ext uri="{FF2B5EF4-FFF2-40B4-BE49-F238E27FC236}">
                  <a16:creationId xmlns:a16="http://schemas.microsoft.com/office/drawing/2014/main" id="{2C2A4129-3C20-E992-2EBA-6B7E13F03BF9}"/>
                </a:ext>
              </a:extLst>
            </p:cNvPr>
            <p:cNvSpPr/>
            <p:nvPr/>
          </p:nvSpPr>
          <p:spPr>
            <a:xfrm flipH="1">
              <a:off x="1292590" y="2567814"/>
              <a:ext cx="16920" cy="197473"/>
            </a:xfrm>
            <a:custGeom>
              <a:avLst/>
              <a:gdLst/>
              <a:ahLst/>
              <a:cxnLst/>
              <a:rect l="l" t="t" r="r" b="b"/>
              <a:pathLst>
                <a:path w="1035" h="12076" extrusionOk="0">
                  <a:moveTo>
                    <a:pt x="834" y="1"/>
                  </a:moveTo>
                  <a:lnTo>
                    <a:pt x="701" y="1568"/>
                  </a:lnTo>
                  <a:cubicBezTo>
                    <a:pt x="267" y="6906"/>
                    <a:pt x="0" y="10542"/>
                    <a:pt x="334" y="11976"/>
                  </a:cubicBezTo>
                  <a:lnTo>
                    <a:pt x="568" y="12076"/>
                  </a:lnTo>
                  <a:cubicBezTo>
                    <a:pt x="167" y="10742"/>
                    <a:pt x="534" y="6272"/>
                    <a:pt x="901" y="1568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2724;p65">
              <a:extLst>
                <a:ext uri="{FF2B5EF4-FFF2-40B4-BE49-F238E27FC236}">
                  <a16:creationId xmlns:a16="http://schemas.microsoft.com/office/drawing/2014/main" id="{70BD6301-4CE5-2952-4A68-6925BBC717F5}"/>
                </a:ext>
              </a:extLst>
            </p:cNvPr>
            <p:cNvSpPr/>
            <p:nvPr/>
          </p:nvSpPr>
          <p:spPr>
            <a:xfrm flipH="1">
              <a:off x="1247324" y="2351487"/>
              <a:ext cx="463533" cy="313657"/>
            </a:xfrm>
            <a:custGeom>
              <a:avLst/>
              <a:gdLst/>
              <a:ahLst/>
              <a:cxnLst/>
              <a:rect l="l" t="t" r="r" b="b"/>
              <a:pathLst>
                <a:path w="28355" h="19181" extrusionOk="0">
                  <a:moveTo>
                    <a:pt x="1950" y="0"/>
                  </a:moveTo>
                  <a:cubicBezTo>
                    <a:pt x="1874" y="0"/>
                    <a:pt x="1792" y="18"/>
                    <a:pt x="1702" y="54"/>
                  </a:cubicBezTo>
                  <a:cubicBezTo>
                    <a:pt x="1235" y="254"/>
                    <a:pt x="1335" y="888"/>
                    <a:pt x="1735" y="1855"/>
                  </a:cubicBezTo>
                  <a:cubicBezTo>
                    <a:pt x="1935" y="2255"/>
                    <a:pt x="2102" y="2689"/>
                    <a:pt x="2236" y="3122"/>
                  </a:cubicBezTo>
                  <a:cubicBezTo>
                    <a:pt x="2269" y="3289"/>
                    <a:pt x="2035" y="3356"/>
                    <a:pt x="1935" y="3423"/>
                  </a:cubicBezTo>
                  <a:cubicBezTo>
                    <a:pt x="1735" y="3523"/>
                    <a:pt x="1368" y="3690"/>
                    <a:pt x="1302" y="3923"/>
                  </a:cubicBezTo>
                  <a:cubicBezTo>
                    <a:pt x="1268" y="4056"/>
                    <a:pt x="1235" y="4157"/>
                    <a:pt x="1168" y="4290"/>
                  </a:cubicBezTo>
                  <a:cubicBezTo>
                    <a:pt x="1035" y="4523"/>
                    <a:pt x="668" y="4590"/>
                    <a:pt x="501" y="4824"/>
                  </a:cubicBezTo>
                  <a:cubicBezTo>
                    <a:pt x="401" y="4990"/>
                    <a:pt x="401" y="5257"/>
                    <a:pt x="301" y="5424"/>
                  </a:cubicBezTo>
                  <a:cubicBezTo>
                    <a:pt x="267" y="5558"/>
                    <a:pt x="167" y="5658"/>
                    <a:pt x="101" y="5791"/>
                  </a:cubicBezTo>
                  <a:cubicBezTo>
                    <a:pt x="1" y="6025"/>
                    <a:pt x="34" y="6325"/>
                    <a:pt x="201" y="6558"/>
                  </a:cubicBezTo>
                  <a:cubicBezTo>
                    <a:pt x="601" y="7392"/>
                    <a:pt x="1335" y="7893"/>
                    <a:pt x="2002" y="8493"/>
                  </a:cubicBezTo>
                  <a:cubicBezTo>
                    <a:pt x="2569" y="9027"/>
                    <a:pt x="3203" y="9327"/>
                    <a:pt x="3870" y="9861"/>
                  </a:cubicBezTo>
                  <a:cubicBezTo>
                    <a:pt x="4504" y="10361"/>
                    <a:pt x="11542" y="18834"/>
                    <a:pt x="13110" y="19134"/>
                  </a:cubicBezTo>
                  <a:cubicBezTo>
                    <a:pt x="13270" y="19166"/>
                    <a:pt x="13431" y="19181"/>
                    <a:pt x="13590" y="19181"/>
                  </a:cubicBezTo>
                  <a:cubicBezTo>
                    <a:pt x="13928" y="19181"/>
                    <a:pt x="14260" y="19114"/>
                    <a:pt x="14578" y="19000"/>
                  </a:cubicBezTo>
                  <a:cubicBezTo>
                    <a:pt x="15979" y="18600"/>
                    <a:pt x="21850" y="16198"/>
                    <a:pt x="24752" y="15198"/>
                  </a:cubicBezTo>
                  <a:cubicBezTo>
                    <a:pt x="26987" y="14030"/>
                    <a:pt x="27687" y="13597"/>
                    <a:pt x="28154" y="10294"/>
                  </a:cubicBezTo>
                  <a:cubicBezTo>
                    <a:pt x="28354" y="8693"/>
                    <a:pt x="26653" y="7592"/>
                    <a:pt x="26653" y="7592"/>
                  </a:cubicBezTo>
                  <a:cubicBezTo>
                    <a:pt x="26653" y="7592"/>
                    <a:pt x="25552" y="7592"/>
                    <a:pt x="22183" y="9427"/>
                  </a:cubicBezTo>
                  <a:cubicBezTo>
                    <a:pt x="19948" y="10628"/>
                    <a:pt x="15478" y="12929"/>
                    <a:pt x="13610" y="13797"/>
                  </a:cubicBezTo>
                  <a:cubicBezTo>
                    <a:pt x="12209" y="12629"/>
                    <a:pt x="6639" y="7959"/>
                    <a:pt x="6439" y="7526"/>
                  </a:cubicBezTo>
                  <a:cubicBezTo>
                    <a:pt x="6172" y="7025"/>
                    <a:pt x="6605" y="6191"/>
                    <a:pt x="6805" y="5724"/>
                  </a:cubicBezTo>
                  <a:cubicBezTo>
                    <a:pt x="7039" y="5257"/>
                    <a:pt x="7473" y="4257"/>
                    <a:pt x="7639" y="3990"/>
                  </a:cubicBezTo>
                  <a:cubicBezTo>
                    <a:pt x="7826" y="3711"/>
                    <a:pt x="7648" y="3577"/>
                    <a:pt x="7357" y="3577"/>
                  </a:cubicBezTo>
                  <a:cubicBezTo>
                    <a:pt x="7125" y="3577"/>
                    <a:pt x="6823" y="3661"/>
                    <a:pt x="6572" y="3823"/>
                  </a:cubicBezTo>
                  <a:cubicBezTo>
                    <a:pt x="6005" y="4190"/>
                    <a:pt x="5538" y="5091"/>
                    <a:pt x="5271" y="5224"/>
                  </a:cubicBezTo>
                  <a:cubicBezTo>
                    <a:pt x="5266" y="5226"/>
                    <a:pt x="5260" y="5227"/>
                    <a:pt x="5254" y="5227"/>
                  </a:cubicBezTo>
                  <a:cubicBezTo>
                    <a:pt x="4955" y="5227"/>
                    <a:pt x="3759" y="2866"/>
                    <a:pt x="3203" y="1721"/>
                  </a:cubicBezTo>
                  <a:cubicBezTo>
                    <a:pt x="2683" y="711"/>
                    <a:pt x="2438" y="0"/>
                    <a:pt x="195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2725;p65">
              <a:extLst>
                <a:ext uri="{FF2B5EF4-FFF2-40B4-BE49-F238E27FC236}">
                  <a16:creationId xmlns:a16="http://schemas.microsoft.com/office/drawing/2014/main" id="{1890B1D1-E4EA-AC2D-7261-7869C071581A}"/>
                </a:ext>
              </a:extLst>
            </p:cNvPr>
            <p:cNvSpPr/>
            <p:nvPr/>
          </p:nvSpPr>
          <p:spPr>
            <a:xfrm flipH="1">
              <a:off x="1089734" y="2213701"/>
              <a:ext cx="204507" cy="206859"/>
            </a:xfrm>
            <a:custGeom>
              <a:avLst/>
              <a:gdLst/>
              <a:ahLst/>
              <a:cxnLst/>
              <a:rect l="l" t="t" r="r" b="b"/>
              <a:pathLst>
                <a:path w="12510" h="12650" extrusionOk="0">
                  <a:moveTo>
                    <a:pt x="7550" y="1"/>
                  </a:moveTo>
                  <a:cubicBezTo>
                    <a:pt x="7123" y="1"/>
                    <a:pt x="6694" y="29"/>
                    <a:pt x="6272" y="74"/>
                  </a:cubicBezTo>
                  <a:cubicBezTo>
                    <a:pt x="4798" y="266"/>
                    <a:pt x="3324" y="643"/>
                    <a:pt x="1821" y="643"/>
                  </a:cubicBezTo>
                  <a:cubicBezTo>
                    <a:pt x="1759" y="643"/>
                    <a:pt x="1697" y="642"/>
                    <a:pt x="1635" y="641"/>
                  </a:cubicBezTo>
                  <a:cubicBezTo>
                    <a:pt x="1577" y="632"/>
                    <a:pt x="1516" y="628"/>
                    <a:pt x="1455" y="628"/>
                  </a:cubicBezTo>
                  <a:cubicBezTo>
                    <a:pt x="1270" y="628"/>
                    <a:pt x="1076" y="666"/>
                    <a:pt x="901" y="741"/>
                  </a:cubicBezTo>
                  <a:cubicBezTo>
                    <a:pt x="634" y="907"/>
                    <a:pt x="501" y="1241"/>
                    <a:pt x="568" y="1575"/>
                  </a:cubicBezTo>
                  <a:cubicBezTo>
                    <a:pt x="634" y="1875"/>
                    <a:pt x="734" y="2175"/>
                    <a:pt x="901" y="2442"/>
                  </a:cubicBezTo>
                  <a:cubicBezTo>
                    <a:pt x="835" y="2420"/>
                    <a:pt x="767" y="2409"/>
                    <a:pt x="699" y="2409"/>
                  </a:cubicBezTo>
                  <a:cubicBezTo>
                    <a:pt x="463" y="2409"/>
                    <a:pt x="238" y="2542"/>
                    <a:pt x="134" y="2776"/>
                  </a:cubicBezTo>
                  <a:cubicBezTo>
                    <a:pt x="34" y="2942"/>
                    <a:pt x="0" y="3142"/>
                    <a:pt x="0" y="3343"/>
                  </a:cubicBezTo>
                  <a:cubicBezTo>
                    <a:pt x="0" y="3443"/>
                    <a:pt x="0" y="3543"/>
                    <a:pt x="34" y="3643"/>
                  </a:cubicBezTo>
                  <a:cubicBezTo>
                    <a:pt x="234" y="5144"/>
                    <a:pt x="1602" y="6078"/>
                    <a:pt x="2369" y="7279"/>
                  </a:cubicBezTo>
                  <a:cubicBezTo>
                    <a:pt x="2536" y="7546"/>
                    <a:pt x="2736" y="7812"/>
                    <a:pt x="2903" y="8079"/>
                  </a:cubicBezTo>
                  <a:cubicBezTo>
                    <a:pt x="3003" y="8213"/>
                    <a:pt x="3470" y="8613"/>
                    <a:pt x="3470" y="8780"/>
                  </a:cubicBezTo>
                  <a:lnTo>
                    <a:pt x="6639" y="12649"/>
                  </a:lnTo>
                  <a:cubicBezTo>
                    <a:pt x="6538" y="10881"/>
                    <a:pt x="12509" y="9213"/>
                    <a:pt x="12409" y="6645"/>
                  </a:cubicBezTo>
                  <a:cubicBezTo>
                    <a:pt x="12376" y="6011"/>
                    <a:pt x="12309" y="5377"/>
                    <a:pt x="12209" y="4777"/>
                  </a:cubicBezTo>
                  <a:cubicBezTo>
                    <a:pt x="12209" y="4410"/>
                    <a:pt x="12276" y="4043"/>
                    <a:pt x="12376" y="3710"/>
                  </a:cubicBezTo>
                  <a:cubicBezTo>
                    <a:pt x="12409" y="3343"/>
                    <a:pt x="12376" y="3009"/>
                    <a:pt x="12243" y="2675"/>
                  </a:cubicBezTo>
                  <a:cubicBezTo>
                    <a:pt x="11976" y="1908"/>
                    <a:pt x="11475" y="1274"/>
                    <a:pt x="10775" y="841"/>
                  </a:cubicBezTo>
                  <a:cubicBezTo>
                    <a:pt x="9848" y="207"/>
                    <a:pt x="8708" y="1"/>
                    <a:pt x="7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2726;p65">
              <a:extLst>
                <a:ext uri="{FF2B5EF4-FFF2-40B4-BE49-F238E27FC236}">
                  <a16:creationId xmlns:a16="http://schemas.microsoft.com/office/drawing/2014/main" id="{EEAA8BEE-175D-E056-07B4-6DD9CE008748}"/>
                </a:ext>
              </a:extLst>
            </p:cNvPr>
            <p:cNvSpPr/>
            <p:nvPr/>
          </p:nvSpPr>
          <p:spPr>
            <a:xfrm flipH="1">
              <a:off x="1283860" y="2333810"/>
              <a:ext cx="16920" cy="33294"/>
            </a:xfrm>
            <a:custGeom>
              <a:avLst/>
              <a:gdLst/>
              <a:ahLst/>
              <a:cxnLst/>
              <a:rect l="l" t="t" r="r" b="b"/>
              <a:pathLst>
                <a:path w="1035" h="2036" extrusionOk="0">
                  <a:moveTo>
                    <a:pt x="1034" y="0"/>
                  </a:moveTo>
                  <a:cubicBezTo>
                    <a:pt x="1034" y="1"/>
                    <a:pt x="0" y="1535"/>
                    <a:pt x="134" y="1702"/>
                  </a:cubicBezTo>
                  <a:cubicBezTo>
                    <a:pt x="400" y="1835"/>
                    <a:pt x="667" y="1969"/>
                    <a:pt x="934" y="2035"/>
                  </a:cubicBezTo>
                  <a:lnTo>
                    <a:pt x="1034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2727;p65">
              <a:extLst>
                <a:ext uri="{FF2B5EF4-FFF2-40B4-BE49-F238E27FC236}">
                  <a16:creationId xmlns:a16="http://schemas.microsoft.com/office/drawing/2014/main" id="{8E335D16-027D-5CD4-8C1F-3706B7936971}"/>
                </a:ext>
              </a:extLst>
            </p:cNvPr>
            <p:cNvSpPr/>
            <p:nvPr/>
          </p:nvSpPr>
          <p:spPr>
            <a:xfrm flipH="1">
              <a:off x="1111002" y="2247681"/>
              <a:ext cx="180509" cy="185192"/>
            </a:xfrm>
            <a:custGeom>
              <a:avLst/>
              <a:gdLst/>
              <a:ahLst/>
              <a:cxnLst/>
              <a:rect l="l" t="t" r="r" b="b"/>
              <a:pathLst>
                <a:path w="11042" h="11325" extrusionOk="0">
                  <a:moveTo>
                    <a:pt x="5724" y="0"/>
                  </a:moveTo>
                  <a:cubicBezTo>
                    <a:pt x="4785" y="0"/>
                    <a:pt x="4018" y="199"/>
                    <a:pt x="3636" y="397"/>
                  </a:cubicBezTo>
                  <a:cubicBezTo>
                    <a:pt x="2635" y="931"/>
                    <a:pt x="901" y="1865"/>
                    <a:pt x="434" y="5501"/>
                  </a:cubicBezTo>
                  <a:cubicBezTo>
                    <a:pt x="0" y="9204"/>
                    <a:pt x="834" y="10505"/>
                    <a:pt x="1335" y="11005"/>
                  </a:cubicBezTo>
                  <a:cubicBezTo>
                    <a:pt x="1558" y="11208"/>
                    <a:pt x="2312" y="11324"/>
                    <a:pt x="3079" y="11324"/>
                  </a:cubicBezTo>
                  <a:cubicBezTo>
                    <a:pt x="3573" y="11324"/>
                    <a:pt x="4071" y="11276"/>
                    <a:pt x="4437" y="11172"/>
                  </a:cubicBezTo>
                  <a:cubicBezTo>
                    <a:pt x="5604" y="10805"/>
                    <a:pt x="8173" y="9571"/>
                    <a:pt x="9340" y="7636"/>
                  </a:cubicBezTo>
                  <a:cubicBezTo>
                    <a:pt x="10741" y="5368"/>
                    <a:pt x="11041" y="2365"/>
                    <a:pt x="9440" y="1165"/>
                  </a:cubicBezTo>
                  <a:cubicBezTo>
                    <a:pt x="8193" y="278"/>
                    <a:pt x="6837" y="0"/>
                    <a:pt x="5724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2728;p65">
              <a:extLst>
                <a:ext uri="{FF2B5EF4-FFF2-40B4-BE49-F238E27FC236}">
                  <a16:creationId xmlns:a16="http://schemas.microsoft.com/office/drawing/2014/main" id="{B78E72D1-114F-0436-8BA2-3B0E2A7F9037}"/>
                </a:ext>
              </a:extLst>
            </p:cNvPr>
            <p:cNvSpPr/>
            <p:nvPr/>
          </p:nvSpPr>
          <p:spPr>
            <a:xfrm flipH="1">
              <a:off x="1227151" y="2420544"/>
              <a:ext cx="40918" cy="12444"/>
            </a:xfrm>
            <a:custGeom>
              <a:avLst/>
              <a:gdLst/>
              <a:ahLst/>
              <a:cxnLst/>
              <a:rect l="l" t="t" r="r" b="b"/>
              <a:pathLst>
                <a:path w="2503" h="761" extrusionOk="0">
                  <a:moveTo>
                    <a:pt x="2502" y="0"/>
                  </a:moveTo>
                  <a:cubicBezTo>
                    <a:pt x="2102" y="200"/>
                    <a:pt x="1702" y="300"/>
                    <a:pt x="1302" y="401"/>
                  </a:cubicBezTo>
                  <a:cubicBezTo>
                    <a:pt x="976" y="476"/>
                    <a:pt x="651" y="513"/>
                    <a:pt x="326" y="513"/>
                  </a:cubicBezTo>
                  <a:cubicBezTo>
                    <a:pt x="217" y="513"/>
                    <a:pt x="109" y="509"/>
                    <a:pt x="1" y="501"/>
                  </a:cubicBezTo>
                  <a:lnTo>
                    <a:pt x="1" y="501"/>
                  </a:lnTo>
                  <a:cubicBezTo>
                    <a:pt x="302" y="663"/>
                    <a:pt x="973" y="761"/>
                    <a:pt x="1645" y="761"/>
                  </a:cubicBezTo>
                  <a:cubicBezTo>
                    <a:pt x="1941" y="761"/>
                    <a:pt x="2237" y="742"/>
                    <a:pt x="2502" y="701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2729;p65">
              <a:extLst>
                <a:ext uri="{FF2B5EF4-FFF2-40B4-BE49-F238E27FC236}">
                  <a16:creationId xmlns:a16="http://schemas.microsoft.com/office/drawing/2014/main" id="{3099E831-7935-4707-0B6E-B70890BC154E}"/>
                </a:ext>
              </a:extLst>
            </p:cNvPr>
            <p:cNvSpPr/>
            <p:nvPr/>
          </p:nvSpPr>
          <p:spPr>
            <a:xfrm flipH="1">
              <a:off x="1028120" y="2216415"/>
              <a:ext cx="238314" cy="279088"/>
            </a:xfrm>
            <a:custGeom>
              <a:avLst/>
              <a:gdLst/>
              <a:ahLst/>
              <a:cxnLst/>
              <a:rect l="l" t="t" r="r" b="b"/>
              <a:pathLst>
                <a:path w="14578" h="17067" extrusionOk="0">
                  <a:moveTo>
                    <a:pt x="11379" y="1"/>
                  </a:moveTo>
                  <a:cubicBezTo>
                    <a:pt x="10949" y="1"/>
                    <a:pt x="10514" y="100"/>
                    <a:pt x="10108" y="308"/>
                  </a:cubicBezTo>
                  <a:cubicBezTo>
                    <a:pt x="9274" y="741"/>
                    <a:pt x="9174" y="1309"/>
                    <a:pt x="9407" y="2009"/>
                  </a:cubicBezTo>
                  <a:cubicBezTo>
                    <a:pt x="9141" y="1842"/>
                    <a:pt x="8874" y="1676"/>
                    <a:pt x="8573" y="1575"/>
                  </a:cubicBezTo>
                  <a:cubicBezTo>
                    <a:pt x="8440" y="1509"/>
                    <a:pt x="8307" y="1475"/>
                    <a:pt x="8173" y="1442"/>
                  </a:cubicBezTo>
                  <a:cubicBezTo>
                    <a:pt x="7439" y="1240"/>
                    <a:pt x="6685" y="1139"/>
                    <a:pt x="5933" y="1139"/>
                  </a:cubicBezTo>
                  <a:cubicBezTo>
                    <a:pt x="5318" y="1139"/>
                    <a:pt x="4704" y="1207"/>
                    <a:pt x="4104" y="1342"/>
                  </a:cubicBezTo>
                  <a:cubicBezTo>
                    <a:pt x="3436" y="1475"/>
                    <a:pt x="2769" y="1709"/>
                    <a:pt x="2169" y="2009"/>
                  </a:cubicBezTo>
                  <a:lnTo>
                    <a:pt x="1669" y="2209"/>
                  </a:lnTo>
                  <a:cubicBezTo>
                    <a:pt x="1268" y="2376"/>
                    <a:pt x="868" y="2576"/>
                    <a:pt x="501" y="2876"/>
                  </a:cubicBezTo>
                  <a:cubicBezTo>
                    <a:pt x="334" y="3010"/>
                    <a:pt x="201" y="3210"/>
                    <a:pt x="101" y="3410"/>
                  </a:cubicBezTo>
                  <a:cubicBezTo>
                    <a:pt x="34" y="3610"/>
                    <a:pt x="1" y="3810"/>
                    <a:pt x="1" y="4011"/>
                  </a:cubicBezTo>
                  <a:cubicBezTo>
                    <a:pt x="67" y="4578"/>
                    <a:pt x="434" y="5078"/>
                    <a:pt x="968" y="5311"/>
                  </a:cubicBezTo>
                  <a:cubicBezTo>
                    <a:pt x="668" y="5678"/>
                    <a:pt x="601" y="6145"/>
                    <a:pt x="701" y="6612"/>
                  </a:cubicBezTo>
                  <a:cubicBezTo>
                    <a:pt x="868" y="7113"/>
                    <a:pt x="1202" y="7580"/>
                    <a:pt x="1635" y="7913"/>
                  </a:cubicBezTo>
                  <a:cubicBezTo>
                    <a:pt x="1635" y="7947"/>
                    <a:pt x="1669" y="7980"/>
                    <a:pt x="1702" y="7980"/>
                  </a:cubicBezTo>
                  <a:cubicBezTo>
                    <a:pt x="1769" y="7980"/>
                    <a:pt x="1802" y="7980"/>
                    <a:pt x="1869" y="7947"/>
                  </a:cubicBezTo>
                  <a:cubicBezTo>
                    <a:pt x="2400" y="7583"/>
                    <a:pt x="2743" y="7009"/>
                    <a:pt x="3371" y="7009"/>
                  </a:cubicBezTo>
                  <a:cubicBezTo>
                    <a:pt x="3492" y="7009"/>
                    <a:pt x="3624" y="7031"/>
                    <a:pt x="3770" y="7079"/>
                  </a:cubicBezTo>
                  <a:cubicBezTo>
                    <a:pt x="4938" y="7446"/>
                    <a:pt x="4904" y="9381"/>
                    <a:pt x="3903" y="10048"/>
                  </a:cubicBezTo>
                  <a:cubicBezTo>
                    <a:pt x="3741" y="10157"/>
                    <a:pt x="3559" y="10216"/>
                    <a:pt x="3378" y="10216"/>
                  </a:cubicBezTo>
                  <a:cubicBezTo>
                    <a:pt x="3226" y="10216"/>
                    <a:pt x="3074" y="10173"/>
                    <a:pt x="2936" y="10082"/>
                  </a:cubicBezTo>
                  <a:lnTo>
                    <a:pt x="2936" y="10082"/>
                  </a:lnTo>
                  <a:cubicBezTo>
                    <a:pt x="2936" y="10082"/>
                    <a:pt x="3236" y="12984"/>
                    <a:pt x="2502" y="13751"/>
                  </a:cubicBezTo>
                  <a:cubicBezTo>
                    <a:pt x="2029" y="14263"/>
                    <a:pt x="1347" y="14368"/>
                    <a:pt x="867" y="14368"/>
                  </a:cubicBezTo>
                  <a:cubicBezTo>
                    <a:pt x="535" y="14368"/>
                    <a:pt x="301" y="14318"/>
                    <a:pt x="301" y="14318"/>
                  </a:cubicBezTo>
                  <a:lnTo>
                    <a:pt x="301" y="14318"/>
                  </a:lnTo>
                  <a:cubicBezTo>
                    <a:pt x="301" y="14318"/>
                    <a:pt x="880" y="17067"/>
                    <a:pt x="4813" y="17067"/>
                  </a:cubicBezTo>
                  <a:cubicBezTo>
                    <a:pt x="5103" y="17067"/>
                    <a:pt x="5411" y="17052"/>
                    <a:pt x="5738" y="17020"/>
                  </a:cubicBezTo>
                  <a:cubicBezTo>
                    <a:pt x="9774" y="16620"/>
                    <a:pt x="9974" y="14118"/>
                    <a:pt x="9974" y="14118"/>
                  </a:cubicBezTo>
                  <a:lnTo>
                    <a:pt x="9974" y="14118"/>
                  </a:lnTo>
                  <a:cubicBezTo>
                    <a:pt x="10108" y="15052"/>
                    <a:pt x="9741" y="16019"/>
                    <a:pt x="9007" y="16620"/>
                  </a:cubicBezTo>
                  <a:cubicBezTo>
                    <a:pt x="9007" y="16620"/>
                    <a:pt x="9136" y="16632"/>
                    <a:pt x="9348" y="16632"/>
                  </a:cubicBezTo>
                  <a:cubicBezTo>
                    <a:pt x="10161" y="16632"/>
                    <a:pt x="12203" y="16444"/>
                    <a:pt x="12943" y="14618"/>
                  </a:cubicBezTo>
                  <a:cubicBezTo>
                    <a:pt x="13610" y="12917"/>
                    <a:pt x="12076" y="11749"/>
                    <a:pt x="11676" y="9581"/>
                  </a:cubicBezTo>
                  <a:cubicBezTo>
                    <a:pt x="11509" y="8714"/>
                    <a:pt x="11909" y="6946"/>
                    <a:pt x="11842" y="5512"/>
                  </a:cubicBezTo>
                  <a:lnTo>
                    <a:pt x="11842" y="5512"/>
                  </a:lnTo>
                  <a:cubicBezTo>
                    <a:pt x="11887" y="5517"/>
                    <a:pt x="11932" y="5520"/>
                    <a:pt x="11978" y="5520"/>
                  </a:cubicBezTo>
                  <a:cubicBezTo>
                    <a:pt x="12209" y="5520"/>
                    <a:pt x="12454" y="5450"/>
                    <a:pt x="12676" y="5311"/>
                  </a:cubicBezTo>
                  <a:cubicBezTo>
                    <a:pt x="14044" y="4611"/>
                    <a:pt x="14578" y="2910"/>
                    <a:pt x="13877" y="1542"/>
                  </a:cubicBezTo>
                  <a:cubicBezTo>
                    <a:pt x="13385" y="557"/>
                    <a:pt x="12397" y="1"/>
                    <a:pt x="113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2730;p65">
              <a:extLst>
                <a:ext uri="{FF2B5EF4-FFF2-40B4-BE49-F238E27FC236}">
                  <a16:creationId xmlns:a16="http://schemas.microsoft.com/office/drawing/2014/main" id="{F67A82DC-C1E3-5DE6-A40A-BE87E2ADD46B}"/>
                </a:ext>
              </a:extLst>
            </p:cNvPr>
            <p:cNvSpPr/>
            <p:nvPr/>
          </p:nvSpPr>
          <p:spPr>
            <a:xfrm flipH="1">
              <a:off x="1231516" y="2340024"/>
              <a:ext cx="21284" cy="27619"/>
            </a:xfrm>
            <a:custGeom>
              <a:avLst/>
              <a:gdLst/>
              <a:ahLst/>
              <a:cxnLst/>
              <a:rect l="l" t="t" r="r" b="b"/>
              <a:pathLst>
                <a:path w="1302" h="1689" extrusionOk="0">
                  <a:moveTo>
                    <a:pt x="995" y="0"/>
                  </a:moveTo>
                  <a:cubicBezTo>
                    <a:pt x="632" y="0"/>
                    <a:pt x="298" y="223"/>
                    <a:pt x="167" y="588"/>
                  </a:cubicBezTo>
                  <a:cubicBezTo>
                    <a:pt x="1" y="1021"/>
                    <a:pt x="234" y="1522"/>
                    <a:pt x="701" y="1689"/>
                  </a:cubicBezTo>
                  <a:lnTo>
                    <a:pt x="1302" y="54"/>
                  </a:lnTo>
                  <a:cubicBezTo>
                    <a:pt x="1200" y="18"/>
                    <a:pt x="1096" y="0"/>
                    <a:pt x="9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2604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546603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1: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93689" y="1618937"/>
            <a:ext cx="2608289" cy="1566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Provide the list of markets in which customer "</a:t>
            </a:r>
            <a:r>
              <a:rPr lang="en-US" sz="1600" dirty="0" err="1">
                <a:latin typeface="+mn-lt"/>
              </a:rPr>
              <a:t>Atliq</a:t>
            </a:r>
            <a:r>
              <a:rPr lang="en-US" sz="1600" dirty="0">
                <a:latin typeface="+mn-lt"/>
              </a:rPr>
              <a:t> Exclusive" operates its business in the APAC region.</a:t>
            </a: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E08B68-2389-6D3E-8357-C397DF268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109" y="1618937"/>
            <a:ext cx="1400513" cy="21404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85D63-D82E-55A3-DF6A-5BFC40DF9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598" y="1728998"/>
            <a:ext cx="5466803" cy="29932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849392" y="1208026"/>
            <a:ext cx="7445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52525"/>
                </a:solidFill>
                <a:effectLst/>
              </a:rPr>
              <a:t>In the APAC region, </a:t>
            </a:r>
            <a:r>
              <a:rPr lang="en-US" sz="1600" dirty="0" err="1">
                <a:solidFill>
                  <a:srgbClr val="252525"/>
                </a:solidFill>
                <a:effectLst/>
              </a:rPr>
              <a:t>Atliq</a:t>
            </a:r>
            <a:r>
              <a:rPr lang="en-US" sz="1600" dirty="0">
                <a:solidFill>
                  <a:srgbClr val="252525"/>
                </a:solidFill>
                <a:effectLst/>
              </a:rPr>
              <a:t> Exclusive operates its business in eight major markets.</a:t>
            </a:r>
          </a:p>
        </p:txBody>
      </p:sp>
    </p:spTree>
    <p:extLst>
      <p:ext uri="{BB962C8B-B14F-4D97-AF65-F5344CB8AC3E}">
        <p14:creationId xmlns:p14="http://schemas.microsoft.com/office/powerpoint/2010/main" val="4083814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546603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2: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93689" y="1618937"/>
            <a:ext cx="2608289" cy="328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What is the percentage of unique product increase in 2021 vs. 2020? The final output contains these fields,  </a:t>
            </a:r>
          </a:p>
          <a:p>
            <a:r>
              <a:rPr lang="en-US" sz="1600" dirty="0">
                <a:latin typeface="+mn-lt"/>
              </a:rPr>
              <a:t>   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unique_products_2020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unique_products_2021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percentage_chg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D5DA5-4451-A96F-2FCA-CAEA509F3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982" y="1820767"/>
            <a:ext cx="4147228" cy="5921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640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936411" y="2402181"/>
            <a:ext cx="3464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effectLst/>
              </a:rPr>
              <a:t>The company had 245 products in FY 2020, which increased to 334 products (</a:t>
            </a:r>
            <a:r>
              <a:rPr lang="en-US" sz="2000" dirty="0">
                <a:solidFill>
                  <a:srgbClr val="FF0000"/>
                </a:solidFill>
                <a:effectLst/>
              </a:rPr>
              <a:t>36% increase</a:t>
            </a:r>
            <a:r>
              <a:rPr lang="en-US" sz="2000" dirty="0">
                <a:solidFill>
                  <a:srgbClr val="252525"/>
                </a:solidFill>
                <a:effectLst/>
              </a:rPr>
              <a:t>) in FY 2021.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63D2C2-021C-8110-8487-AA98C38A9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89" y="1811763"/>
            <a:ext cx="1168596" cy="3205479"/>
          </a:xfrm>
          <a:prstGeom prst="rect">
            <a:avLst/>
          </a:prstGeom>
        </p:spPr>
      </p:pic>
      <p:grpSp>
        <p:nvGrpSpPr>
          <p:cNvPr id="4" name="Google Shape;8320;p83">
            <a:extLst>
              <a:ext uri="{FF2B5EF4-FFF2-40B4-BE49-F238E27FC236}">
                <a16:creationId xmlns:a16="http://schemas.microsoft.com/office/drawing/2014/main" id="{57CC489E-E7EA-9FB0-0364-0EF278646741}"/>
              </a:ext>
            </a:extLst>
          </p:cNvPr>
          <p:cNvGrpSpPr/>
          <p:nvPr/>
        </p:nvGrpSpPr>
        <p:grpSpPr>
          <a:xfrm rot="19207877">
            <a:off x="5271305" y="984395"/>
            <a:ext cx="883277" cy="1571971"/>
            <a:chOff x="7601242" y="3729267"/>
            <a:chExt cx="222566" cy="380803"/>
          </a:xfrm>
        </p:grpSpPr>
        <p:sp>
          <p:nvSpPr>
            <p:cNvPr id="7" name="Google Shape;8321;p83">
              <a:extLst>
                <a:ext uri="{FF2B5EF4-FFF2-40B4-BE49-F238E27FC236}">
                  <a16:creationId xmlns:a16="http://schemas.microsoft.com/office/drawing/2014/main" id="{B283D71D-40D3-A9C3-532E-4E1896408737}"/>
                </a:ext>
              </a:extLst>
            </p:cNvPr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322;p83">
              <a:extLst>
                <a:ext uri="{FF2B5EF4-FFF2-40B4-BE49-F238E27FC236}">
                  <a16:creationId xmlns:a16="http://schemas.microsoft.com/office/drawing/2014/main" id="{26DBAB41-7B02-9A7A-ACA5-121BA84A10E6}"/>
                </a:ext>
              </a:extLst>
            </p:cNvPr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" name="Google Shape;6109;p82">
            <a:extLst>
              <a:ext uri="{FF2B5EF4-FFF2-40B4-BE49-F238E27FC236}">
                <a16:creationId xmlns:a16="http://schemas.microsoft.com/office/drawing/2014/main" id="{FE572910-EFD9-10EF-B803-3CABD5065FBB}"/>
              </a:ext>
            </a:extLst>
          </p:cNvPr>
          <p:cNvSpPr/>
          <p:nvPr/>
        </p:nvSpPr>
        <p:spPr>
          <a:xfrm rot="16200000">
            <a:off x="6080659" y="2220220"/>
            <a:ext cx="312765" cy="351361"/>
          </a:xfrm>
          <a:custGeom>
            <a:avLst/>
            <a:gdLst/>
            <a:ahLst/>
            <a:cxnLst/>
            <a:rect l="l" t="t" r="r" b="b"/>
            <a:pathLst>
              <a:path w="1580" h="1775" extrusionOk="0">
                <a:moveTo>
                  <a:pt x="13" y="0"/>
                </a:moveTo>
                <a:cubicBezTo>
                  <a:pt x="9" y="0"/>
                  <a:pt x="5" y="0"/>
                  <a:pt x="0" y="0"/>
                </a:cubicBezTo>
                <a:lnTo>
                  <a:pt x="0" y="462"/>
                </a:lnTo>
                <a:cubicBezTo>
                  <a:pt x="476" y="462"/>
                  <a:pt x="873" y="844"/>
                  <a:pt x="880" y="1328"/>
                </a:cubicBezTo>
                <a:lnTo>
                  <a:pt x="635" y="1328"/>
                </a:lnTo>
                <a:lnTo>
                  <a:pt x="1089" y="1775"/>
                </a:lnTo>
                <a:lnTo>
                  <a:pt x="1580" y="1328"/>
                </a:lnTo>
                <a:lnTo>
                  <a:pt x="1349" y="1328"/>
                </a:lnTo>
                <a:cubicBezTo>
                  <a:pt x="1335" y="589"/>
                  <a:pt x="743" y="0"/>
                  <a:pt x="13" y="0"/>
                </a:cubicBezTo>
                <a:close/>
              </a:path>
            </a:pathLst>
          </a:custGeom>
          <a:ln>
            <a:solidFill>
              <a:srgbClr val="92D050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9682C-C5D4-E424-A9E4-FDE28A38E865}"/>
              </a:ext>
            </a:extLst>
          </p:cNvPr>
          <p:cNvSpPr txBox="1"/>
          <p:nvPr/>
        </p:nvSpPr>
        <p:spPr>
          <a:xfrm>
            <a:off x="5117914" y="1355344"/>
            <a:ext cx="809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36.32%</a:t>
            </a:r>
          </a:p>
        </p:txBody>
      </p:sp>
    </p:spTree>
    <p:extLst>
      <p:ext uri="{BB962C8B-B14F-4D97-AF65-F5344CB8AC3E}">
        <p14:creationId xmlns:p14="http://schemas.microsoft.com/office/powerpoint/2010/main" val="4276900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546603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3: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93689" y="1618937"/>
            <a:ext cx="2608289" cy="328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Provide a report with all the unique product counts for each segment and sort them in descending order of product counts. The final output contains 2 fields,  </a:t>
            </a:r>
          </a:p>
          <a:p>
            <a:r>
              <a:rPr lang="en-US" sz="1600" dirty="0">
                <a:latin typeface="+mn-lt"/>
              </a:rPr>
              <a:t>   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segment 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product_count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0F883A-8942-5324-B47A-3D163315C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217" y="1577283"/>
            <a:ext cx="2972933" cy="19889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40405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783235" y="924395"/>
            <a:ext cx="7577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252525"/>
                </a:solidFill>
                <a:effectLst/>
              </a:rPr>
              <a:t>There are </a:t>
            </a:r>
            <a:r>
              <a:rPr lang="en-US" sz="1800" dirty="0">
                <a:solidFill>
                  <a:srgbClr val="4422EE"/>
                </a:solidFill>
                <a:effectLst/>
              </a:rPr>
              <a:t>more unique products</a:t>
            </a:r>
            <a:r>
              <a:rPr lang="en-US" sz="1800" dirty="0">
                <a:solidFill>
                  <a:srgbClr val="252525"/>
                </a:solidFill>
                <a:effectLst/>
              </a:rPr>
              <a:t> in the </a:t>
            </a:r>
            <a:r>
              <a:rPr lang="en-US" sz="1800" dirty="0">
                <a:solidFill>
                  <a:srgbClr val="FF0000"/>
                </a:solidFill>
                <a:effectLst/>
              </a:rPr>
              <a:t>Notebook</a:t>
            </a:r>
            <a:r>
              <a:rPr lang="en-US" sz="1800" dirty="0">
                <a:solidFill>
                  <a:srgbClr val="252525"/>
                </a:solidFill>
                <a:effectLst/>
              </a:rPr>
              <a:t>, </a:t>
            </a:r>
            <a:r>
              <a:rPr lang="en-US" sz="1800" dirty="0">
                <a:solidFill>
                  <a:srgbClr val="FF0000"/>
                </a:solidFill>
                <a:effectLst/>
              </a:rPr>
              <a:t>Accessories</a:t>
            </a:r>
            <a:r>
              <a:rPr lang="en-US" sz="1800" dirty="0">
                <a:solidFill>
                  <a:srgbClr val="252525"/>
                </a:solidFill>
                <a:effectLst/>
              </a:rPr>
              <a:t>, and </a:t>
            </a:r>
            <a:r>
              <a:rPr lang="en-US" sz="1800" dirty="0">
                <a:solidFill>
                  <a:srgbClr val="FF0000"/>
                </a:solidFill>
                <a:effectLst/>
              </a:rPr>
              <a:t>Peripherals</a:t>
            </a:r>
            <a:r>
              <a:rPr lang="en-US" sz="1800" dirty="0">
                <a:solidFill>
                  <a:srgbClr val="252525"/>
                </a:solidFill>
                <a:effectLst/>
              </a:rPr>
              <a:t> segments than in the </a:t>
            </a:r>
            <a:r>
              <a:rPr lang="en-US" sz="1800" dirty="0">
                <a:solidFill>
                  <a:srgbClr val="00B050"/>
                </a:solidFill>
                <a:effectLst/>
              </a:rPr>
              <a:t>Desktop</a:t>
            </a:r>
            <a:r>
              <a:rPr lang="en-US" sz="1800" dirty="0">
                <a:solidFill>
                  <a:srgbClr val="252525"/>
                </a:solidFill>
                <a:effectLst/>
              </a:rPr>
              <a:t>, </a:t>
            </a:r>
            <a:r>
              <a:rPr lang="en-US" sz="1800" dirty="0">
                <a:solidFill>
                  <a:srgbClr val="00B050"/>
                </a:solidFill>
                <a:effectLst/>
              </a:rPr>
              <a:t>Storage</a:t>
            </a:r>
            <a:r>
              <a:rPr lang="en-US" sz="1800" dirty="0">
                <a:solidFill>
                  <a:srgbClr val="252525"/>
                </a:solidFill>
                <a:effectLst/>
              </a:rPr>
              <a:t> and </a:t>
            </a:r>
            <a:r>
              <a:rPr lang="en-US" sz="1800" dirty="0">
                <a:solidFill>
                  <a:srgbClr val="00B050"/>
                </a:solidFill>
                <a:effectLst/>
              </a:rPr>
              <a:t>Networking</a:t>
            </a:r>
            <a:r>
              <a:rPr lang="en-US" sz="1800" dirty="0">
                <a:solidFill>
                  <a:srgbClr val="252525"/>
                </a:solidFill>
                <a:effectLst/>
              </a:rPr>
              <a:t> segments.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9B4FD-402E-C0DF-032E-991836408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947" y="1880689"/>
            <a:ext cx="4566105" cy="304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86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546603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4: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93689" y="1618937"/>
            <a:ext cx="2608289" cy="328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Follow-up: Which segment had the most increase in unique products in 2021 vs 2020? The final output contains these fields,  </a:t>
            </a:r>
          </a:p>
          <a:p>
            <a:r>
              <a:rPr lang="en-US" sz="1600" dirty="0">
                <a:latin typeface="+mn-lt"/>
              </a:rPr>
              <a:t>   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segment 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product_count_2020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product_count_2021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difference</a:t>
            </a: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789C4-8575-B008-59E8-931453879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105" y="1859717"/>
            <a:ext cx="4488418" cy="14240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54288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783235" y="924395"/>
            <a:ext cx="7577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252525"/>
                </a:solidFill>
                <a:effectLst/>
              </a:rPr>
              <a:t>The </a:t>
            </a:r>
            <a:r>
              <a:rPr lang="en-US" sz="1800" dirty="0">
                <a:solidFill>
                  <a:srgbClr val="FF0000"/>
                </a:solidFill>
                <a:effectLst/>
              </a:rPr>
              <a:t>Accessories </a:t>
            </a:r>
            <a:r>
              <a:rPr lang="en-US" sz="1800" dirty="0">
                <a:solidFill>
                  <a:schemeClr val="tx1"/>
                </a:solidFill>
                <a:effectLst/>
              </a:rPr>
              <a:t>segment</a:t>
            </a:r>
            <a:r>
              <a:rPr lang="en-US" sz="1800" dirty="0">
                <a:solidFill>
                  <a:srgbClr val="252525"/>
                </a:solidFill>
                <a:effectLst/>
              </a:rPr>
              <a:t> introduced </a:t>
            </a:r>
            <a:r>
              <a:rPr lang="en-US" sz="1800" dirty="0">
                <a:solidFill>
                  <a:srgbClr val="FF0000"/>
                </a:solidFill>
                <a:effectLst/>
              </a:rPr>
              <a:t>34 new products</a:t>
            </a:r>
            <a:r>
              <a:rPr lang="en-US" sz="1800" dirty="0">
                <a:solidFill>
                  <a:srgbClr val="252525"/>
                </a:solidFill>
                <a:effectLst/>
              </a:rPr>
              <a:t>. </a:t>
            </a:r>
            <a:r>
              <a:rPr lang="en-US" sz="1800" dirty="0">
                <a:solidFill>
                  <a:srgbClr val="33CC33"/>
                </a:solidFill>
                <a:effectLst/>
              </a:rPr>
              <a:t>Notebook</a:t>
            </a:r>
            <a:r>
              <a:rPr lang="en-US" sz="1800" dirty="0">
                <a:solidFill>
                  <a:srgbClr val="252525"/>
                </a:solidFill>
                <a:effectLst/>
              </a:rPr>
              <a:t>, </a:t>
            </a:r>
            <a:r>
              <a:rPr lang="en-US" sz="1800" dirty="0">
                <a:solidFill>
                  <a:srgbClr val="33CC33"/>
                </a:solidFill>
                <a:effectLst/>
              </a:rPr>
              <a:t>peripherals</a:t>
            </a:r>
            <a:r>
              <a:rPr lang="en-US" sz="1800" dirty="0">
                <a:solidFill>
                  <a:srgbClr val="252525"/>
                </a:solidFill>
                <a:effectLst/>
              </a:rPr>
              <a:t>, and </a:t>
            </a:r>
            <a:r>
              <a:rPr lang="en-US" sz="1800" dirty="0">
                <a:solidFill>
                  <a:srgbClr val="33CC33"/>
                </a:solidFill>
                <a:effectLst/>
              </a:rPr>
              <a:t>desktop</a:t>
            </a:r>
            <a:r>
              <a:rPr lang="en-US" sz="1800" dirty="0">
                <a:solidFill>
                  <a:srgbClr val="252525"/>
                </a:solidFill>
                <a:effectLst/>
              </a:rPr>
              <a:t> segments introduced an average of </a:t>
            </a:r>
            <a:r>
              <a:rPr lang="en-US" sz="1800" dirty="0">
                <a:solidFill>
                  <a:srgbClr val="33CC33"/>
                </a:solidFill>
                <a:effectLst/>
              </a:rPr>
              <a:t>16 new products</a:t>
            </a:r>
            <a:r>
              <a:rPr lang="en-US" sz="1800" dirty="0">
                <a:solidFill>
                  <a:srgbClr val="252525"/>
                </a:solidFill>
                <a:effectLst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82013B-EF15-2B69-8F96-2014C994D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016" y="1847725"/>
            <a:ext cx="5572875" cy="31401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3D6A87-6A57-D5E7-9489-F9B2F7CCA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859" y="2330635"/>
            <a:ext cx="1248948" cy="2325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A986D2-1231-DEDC-2294-FF6B6D35C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559" y="2099977"/>
            <a:ext cx="1231718" cy="2067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1546EF-4A6A-2F14-18F2-49C7EB538E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9559" y="2581560"/>
            <a:ext cx="697686" cy="18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67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546603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5: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93689" y="1618937"/>
            <a:ext cx="2608289" cy="328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Get the products that have the highest and lowest manufacturing costs. The final output should contain these fields,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product_code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product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manufacturing_cost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9C93E0-D7F4-1A77-3B23-018EC4598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205" y="1791296"/>
            <a:ext cx="4630696" cy="7804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89048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866150" y="946304"/>
            <a:ext cx="32795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effectLst/>
              </a:rPr>
              <a:t>The product with the highest manufacturing cost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BA54E9-6319-ADEC-0A8D-1D3A7EBCD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451" y="1892839"/>
            <a:ext cx="1499952" cy="1499952"/>
          </a:xfrm>
          <a:prstGeom prst="rect">
            <a:avLst/>
          </a:prstGeom>
        </p:spPr>
      </p:pic>
      <p:grpSp>
        <p:nvGrpSpPr>
          <p:cNvPr id="4" name="Google Shape;10611;p88">
            <a:extLst>
              <a:ext uri="{FF2B5EF4-FFF2-40B4-BE49-F238E27FC236}">
                <a16:creationId xmlns:a16="http://schemas.microsoft.com/office/drawing/2014/main" id="{325AC3B0-4317-2359-36BA-2A34C993CB07}"/>
              </a:ext>
            </a:extLst>
          </p:cNvPr>
          <p:cNvGrpSpPr/>
          <p:nvPr/>
        </p:nvGrpSpPr>
        <p:grpSpPr>
          <a:xfrm>
            <a:off x="1672504" y="2004737"/>
            <a:ext cx="1371600" cy="1276155"/>
            <a:chOff x="1989911" y="2306065"/>
            <a:chExt cx="387099" cy="353207"/>
          </a:xfrm>
          <a:solidFill>
            <a:srgbClr val="7030A0"/>
          </a:solidFill>
        </p:grpSpPr>
        <p:sp>
          <p:nvSpPr>
            <p:cNvPr id="5" name="Google Shape;10612;p88">
              <a:extLst>
                <a:ext uri="{FF2B5EF4-FFF2-40B4-BE49-F238E27FC236}">
                  <a16:creationId xmlns:a16="http://schemas.microsoft.com/office/drawing/2014/main" id="{8532B8EA-2A36-5D3C-7CE5-42F447A664B8}"/>
                </a:ext>
              </a:extLst>
            </p:cNvPr>
            <p:cNvSpPr/>
            <p:nvPr/>
          </p:nvSpPr>
          <p:spPr>
            <a:xfrm>
              <a:off x="2110003" y="2555181"/>
              <a:ext cx="146916" cy="88775"/>
            </a:xfrm>
            <a:custGeom>
              <a:avLst/>
              <a:gdLst/>
              <a:ahLst/>
              <a:cxnLst/>
              <a:rect l="l" t="t" r="r" b="b"/>
              <a:pathLst>
                <a:path w="5592" h="3379" extrusionOk="0">
                  <a:moveTo>
                    <a:pt x="2796" y="1"/>
                  </a:moveTo>
                  <a:lnTo>
                    <a:pt x="576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2865" y="3379"/>
                  </a:lnTo>
                  <a:lnTo>
                    <a:pt x="5591" y="2879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13;p88">
              <a:extLst>
                <a:ext uri="{FF2B5EF4-FFF2-40B4-BE49-F238E27FC236}">
                  <a16:creationId xmlns:a16="http://schemas.microsoft.com/office/drawing/2014/main" id="{4F546B81-12E9-F368-728E-0A05C32A0A53}"/>
                </a:ext>
              </a:extLst>
            </p:cNvPr>
            <p:cNvSpPr/>
            <p:nvPr/>
          </p:nvSpPr>
          <p:spPr>
            <a:xfrm>
              <a:off x="2110003" y="2555181"/>
              <a:ext cx="137615" cy="81681"/>
            </a:xfrm>
            <a:custGeom>
              <a:avLst/>
              <a:gdLst/>
              <a:ahLst/>
              <a:cxnLst/>
              <a:rect l="l" t="t" r="r" b="b"/>
              <a:pathLst>
                <a:path w="5238" h="3109" extrusionOk="0">
                  <a:moveTo>
                    <a:pt x="2796" y="1"/>
                  </a:moveTo>
                  <a:lnTo>
                    <a:pt x="583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1561" y="1714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614;p88">
              <a:extLst>
                <a:ext uri="{FF2B5EF4-FFF2-40B4-BE49-F238E27FC236}">
                  <a16:creationId xmlns:a16="http://schemas.microsoft.com/office/drawing/2014/main" id="{E6F783BA-5ED6-5CAD-4E16-6F37EE63890A}"/>
                </a:ext>
              </a:extLst>
            </p:cNvPr>
            <p:cNvSpPr/>
            <p:nvPr/>
          </p:nvSpPr>
          <p:spPr>
            <a:xfrm>
              <a:off x="1989911" y="2306065"/>
              <a:ext cx="387099" cy="275021"/>
            </a:xfrm>
            <a:custGeom>
              <a:avLst/>
              <a:gdLst/>
              <a:ahLst/>
              <a:cxnLst/>
              <a:rect l="l" t="t" r="r" b="b"/>
              <a:pathLst>
                <a:path w="14734" h="10468" extrusionOk="0">
                  <a:moveTo>
                    <a:pt x="1215" y="1"/>
                  </a:moveTo>
                  <a:cubicBezTo>
                    <a:pt x="542" y="1"/>
                    <a:pt x="1" y="549"/>
                    <a:pt x="1" y="1222"/>
                  </a:cubicBezTo>
                  <a:lnTo>
                    <a:pt x="1" y="9247"/>
                  </a:lnTo>
                  <a:cubicBezTo>
                    <a:pt x="1" y="9920"/>
                    <a:pt x="542" y="10468"/>
                    <a:pt x="1215" y="10468"/>
                  </a:cubicBezTo>
                  <a:lnTo>
                    <a:pt x="13513" y="10468"/>
                  </a:lnTo>
                  <a:cubicBezTo>
                    <a:pt x="14185" y="10468"/>
                    <a:pt x="14733" y="9920"/>
                    <a:pt x="14733" y="9247"/>
                  </a:cubicBezTo>
                  <a:lnTo>
                    <a:pt x="14733" y="1222"/>
                  </a:lnTo>
                  <a:cubicBezTo>
                    <a:pt x="14733" y="549"/>
                    <a:pt x="14185" y="1"/>
                    <a:pt x="13513" y="1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615;p88">
              <a:extLst>
                <a:ext uri="{FF2B5EF4-FFF2-40B4-BE49-F238E27FC236}">
                  <a16:creationId xmlns:a16="http://schemas.microsoft.com/office/drawing/2014/main" id="{2E0B0F92-45C4-6EA4-3FAB-76B10E5FEC21}"/>
                </a:ext>
              </a:extLst>
            </p:cNvPr>
            <p:cNvSpPr/>
            <p:nvPr/>
          </p:nvSpPr>
          <p:spPr>
            <a:xfrm>
              <a:off x="2021438" y="2337723"/>
              <a:ext cx="324045" cy="193628"/>
            </a:xfrm>
            <a:custGeom>
              <a:avLst/>
              <a:gdLst/>
              <a:ahLst/>
              <a:cxnLst/>
              <a:rect l="l" t="t" r="r" b="b"/>
              <a:pathLst>
                <a:path w="12334" h="7370" extrusionOk="0">
                  <a:moveTo>
                    <a:pt x="12320" y="1"/>
                  </a:moveTo>
                  <a:cubicBezTo>
                    <a:pt x="12318" y="1"/>
                    <a:pt x="12315" y="2"/>
                    <a:pt x="12313" y="3"/>
                  </a:cubicBezTo>
                  <a:lnTo>
                    <a:pt x="15" y="3"/>
                  </a:lnTo>
                  <a:cubicBezTo>
                    <a:pt x="8" y="3"/>
                    <a:pt x="1" y="10"/>
                    <a:pt x="1" y="17"/>
                  </a:cubicBezTo>
                  <a:lnTo>
                    <a:pt x="1" y="7369"/>
                  </a:lnTo>
                  <a:lnTo>
                    <a:pt x="12333" y="7369"/>
                  </a:lnTo>
                  <a:lnTo>
                    <a:pt x="12333" y="17"/>
                  </a:lnTo>
                  <a:cubicBezTo>
                    <a:pt x="12333" y="11"/>
                    <a:pt x="12329" y="1"/>
                    <a:pt x="12320" y="1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616;p88">
              <a:extLst>
                <a:ext uri="{FF2B5EF4-FFF2-40B4-BE49-F238E27FC236}">
                  <a16:creationId xmlns:a16="http://schemas.microsoft.com/office/drawing/2014/main" id="{AA5C9EB0-759C-6ACE-CF32-4D459ED89945}"/>
                </a:ext>
              </a:extLst>
            </p:cNvPr>
            <p:cNvSpPr/>
            <p:nvPr/>
          </p:nvSpPr>
          <p:spPr>
            <a:xfrm>
              <a:off x="2327224" y="2337776"/>
              <a:ext cx="18259" cy="193576"/>
            </a:xfrm>
            <a:custGeom>
              <a:avLst/>
              <a:gdLst/>
              <a:ahLst/>
              <a:cxnLst/>
              <a:rect l="l" t="t" r="r" b="b"/>
              <a:pathLst>
                <a:path w="695" h="7368" extrusionOk="0">
                  <a:moveTo>
                    <a:pt x="1" y="1"/>
                  </a:moveTo>
                  <a:cubicBezTo>
                    <a:pt x="1" y="8"/>
                    <a:pt x="1" y="8"/>
                    <a:pt x="1" y="15"/>
                  </a:cubicBezTo>
                  <a:lnTo>
                    <a:pt x="1" y="7367"/>
                  </a:lnTo>
                  <a:lnTo>
                    <a:pt x="694" y="7367"/>
                  </a:lnTo>
                  <a:lnTo>
                    <a:pt x="694" y="15"/>
                  </a:lnTo>
                  <a:cubicBezTo>
                    <a:pt x="694" y="8"/>
                    <a:pt x="694" y="8"/>
                    <a:pt x="694" y="1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617;p88">
              <a:extLst>
                <a:ext uri="{FF2B5EF4-FFF2-40B4-BE49-F238E27FC236}">
                  <a16:creationId xmlns:a16="http://schemas.microsoft.com/office/drawing/2014/main" id="{4FFA28A9-9E55-75DF-C14E-60A16AC9EE2C}"/>
                </a:ext>
              </a:extLst>
            </p:cNvPr>
            <p:cNvSpPr/>
            <p:nvPr/>
          </p:nvSpPr>
          <p:spPr>
            <a:xfrm>
              <a:off x="2069543" y="2630819"/>
              <a:ext cx="227651" cy="28453"/>
            </a:xfrm>
            <a:custGeom>
              <a:avLst/>
              <a:gdLst/>
              <a:ahLst/>
              <a:cxnLst/>
              <a:rect l="l" t="t" r="r" b="b"/>
              <a:pathLst>
                <a:path w="8665" h="1083" extrusionOk="0">
                  <a:moveTo>
                    <a:pt x="542" y="0"/>
                  </a:moveTo>
                  <a:cubicBezTo>
                    <a:pt x="244" y="0"/>
                    <a:pt x="1" y="243"/>
                    <a:pt x="1" y="541"/>
                  </a:cubicBezTo>
                  <a:cubicBezTo>
                    <a:pt x="1" y="839"/>
                    <a:pt x="244" y="1082"/>
                    <a:pt x="542" y="1082"/>
                  </a:cubicBezTo>
                  <a:lnTo>
                    <a:pt x="8123" y="1082"/>
                  </a:lnTo>
                  <a:cubicBezTo>
                    <a:pt x="8421" y="1082"/>
                    <a:pt x="8664" y="839"/>
                    <a:pt x="8664" y="541"/>
                  </a:cubicBezTo>
                  <a:cubicBezTo>
                    <a:pt x="8664" y="243"/>
                    <a:pt x="8421" y="0"/>
                    <a:pt x="8123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618;p88">
              <a:extLst>
                <a:ext uri="{FF2B5EF4-FFF2-40B4-BE49-F238E27FC236}">
                  <a16:creationId xmlns:a16="http://schemas.microsoft.com/office/drawing/2014/main" id="{6D47B5EE-AE5D-01BD-7632-1F3991D56156}"/>
                </a:ext>
              </a:extLst>
            </p:cNvPr>
            <p:cNvSpPr/>
            <p:nvPr/>
          </p:nvSpPr>
          <p:spPr>
            <a:xfrm>
              <a:off x="2175237" y="2549191"/>
              <a:ext cx="14975" cy="11849"/>
            </a:xfrm>
            <a:custGeom>
              <a:avLst/>
              <a:gdLst/>
              <a:ahLst/>
              <a:cxnLst/>
              <a:rect l="l" t="t" r="r" b="b"/>
              <a:pathLst>
                <a:path w="570" h="451" extrusionOk="0">
                  <a:moveTo>
                    <a:pt x="312" y="0"/>
                  </a:moveTo>
                  <a:cubicBezTo>
                    <a:pt x="266" y="0"/>
                    <a:pt x="218" y="15"/>
                    <a:pt x="174" y="48"/>
                  </a:cubicBezTo>
                  <a:cubicBezTo>
                    <a:pt x="1" y="180"/>
                    <a:pt x="91" y="451"/>
                    <a:pt x="313" y="451"/>
                  </a:cubicBezTo>
                  <a:cubicBezTo>
                    <a:pt x="410" y="451"/>
                    <a:pt x="500" y="381"/>
                    <a:pt x="528" y="284"/>
                  </a:cubicBezTo>
                  <a:cubicBezTo>
                    <a:pt x="570" y="129"/>
                    <a:pt x="448" y="0"/>
                    <a:pt x="312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3E4914F-08B5-26A8-BF14-D642873BF3EC}"/>
              </a:ext>
            </a:extLst>
          </p:cNvPr>
          <p:cNvSpPr txBox="1"/>
          <p:nvPr/>
        </p:nvSpPr>
        <p:spPr>
          <a:xfrm>
            <a:off x="5189072" y="3570198"/>
            <a:ext cx="3492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  <a:effectLst/>
              </a:rPr>
              <a:t>AQ Master wired x1 </a:t>
            </a:r>
            <a:r>
              <a:rPr lang="en-US" sz="1600" dirty="0" err="1">
                <a:solidFill>
                  <a:srgbClr val="00B0F0"/>
                </a:solidFill>
                <a:effectLst/>
              </a:rPr>
              <a:t>Ms</a:t>
            </a:r>
            <a:r>
              <a:rPr lang="en-US" sz="1600" dirty="0">
                <a:solidFill>
                  <a:srgbClr val="00B0F0"/>
                </a:solidFill>
                <a:effectLst/>
              </a:rPr>
              <a:t> (Standard 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DEC957-20C1-EF94-41C3-F4E4E0516B1E}"/>
              </a:ext>
            </a:extLst>
          </p:cNvPr>
          <p:cNvSpPr txBox="1"/>
          <p:nvPr/>
        </p:nvSpPr>
        <p:spPr>
          <a:xfrm>
            <a:off x="6481845" y="4207594"/>
            <a:ext cx="90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effectLst/>
              </a:rPr>
              <a:t>Mouse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7E3E98-3207-0D59-527A-FE418BF2E9BF}"/>
              </a:ext>
            </a:extLst>
          </p:cNvPr>
          <p:cNvSpPr txBox="1"/>
          <p:nvPr/>
        </p:nvSpPr>
        <p:spPr>
          <a:xfrm>
            <a:off x="824708" y="3570198"/>
            <a:ext cx="3115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effectLst/>
              </a:rPr>
              <a:t>AQ HOME Allin1 Gen 2 (Plus 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1DD96-DF49-18BF-7EE0-C2050B24FA83}"/>
              </a:ext>
            </a:extLst>
          </p:cNvPr>
          <p:cNvSpPr txBox="1"/>
          <p:nvPr/>
        </p:nvSpPr>
        <p:spPr>
          <a:xfrm>
            <a:off x="1373653" y="4207594"/>
            <a:ext cx="2141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effectLst/>
              </a:rPr>
              <a:t>Personal Desktop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055D0C-0A1D-CA1F-7903-037A02F43B70}"/>
              </a:ext>
            </a:extLst>
          </p:cNvPr>
          <p:cNvSpPr txBox="1"/>
          <p:nvPr/>
        </p:nvSpPr>
        <p:spPr>
          <a:xfrm>
            <a:off x="5482886" y="924395"/>
            <a:ext cx="3152494" cy="729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effectLst/>
              </a:rPr>
              <a:t>The product with the lowest manufacturing cost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CDD8BE3-00D2-9E33-90C9-790754EBD6BF}"/>
              </a:ext>
            </a:extLst>
          </p:cNvPr>
          <p:cNvSpPr/>
          <p:nvPr/>
        </p:nvSpPr>
        <p:spPr>
          <a:xfrm>
            <a:off x="3365292" y="2242033"/>
            <a:ext cx="1174465" cy="519071"/>
          </a:xfrm>
          <a:prstGeom prst="ellipse">
            <a:avLst/>
          </a:prstGeom>
          <a:solidFill>
            <a:srgbClr val="7030A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$240.53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94B247D-5800-9CE4-5859-D317E7C69238}"/>
              </a:ext>
            </a:extLst>
          </p:cNvPr>
          <p:cNvSpPr/>
          <p:nvPr/>
        </p:nvSpPr>
        <p:spPr>
          <a:xfrm>
            <a:off x="7681104" y="2306890"/>
            <a:ext cx="1174465" cy="519071"/>
          </a:xfrm>
          <a:prstGeom prst="ellipse">
            <a:avLst/>
          </a:prstGeom>
          <a:solidFill>
            <a:srgbClr val="00B0F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$0.89</a:t>
            </a:r>
          </a:p>
        </p:txBody>
      </p:sp>
    </p:spTree>
    <p:extLst>
      <p:ext uri="{BB962C8B-B14F-4D97-AF65-F5344CB8AC3E}">
        <p14:creationId xmlns:p14="http://schemas.microsoft.com/office/powerpoint/2010/main" val="2043600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546603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6: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-62240" y="1340484"/>
            <a:ext cx="2920146" cy="36617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Generate a report which contains the top 5 customers who received an average high </a:t>
            </a:r>
            <a:r>
              <a:rPr lang="en-US" sz="1600" dirty="0" err="1">
                <a:latin typeface="+mn-lt"/>
              </a:rPr>
              <a:t>pre_invoice_discount_pct</a:t>
            </a:r>
            <a:r>
              <a:rPr lang="en-US" sz="1600" dirty="0">
                <a:latin typeface="+mn-lt"/>
              </a:rPr>
              <a:t> for the fiscal year 2021 and in the Indian market. The final output contains these fields,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customer_code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customer</a:t>
            </a:r>
          </a:p>
          <a:p>
            <a:r>
              <a:rPr lang="en-US" sz="1600" dirty="0" err="1">
                <a:solidFill>
                  <a:schemeClr val="bg1"/>
                </a:solidFill>
                <a:latin typeface="+mn-lt"/>
              </a:rPr>
              <a:t>average_discount_percentage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DFE86-1C85-2583-D986-120F4DF8F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086" y="1820767"/>
            <a:ext cx="4848220" cy="13721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55863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827831" y="1556087"/>
            <a:ext cx="3309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252525"/>
                </a:solidFill>
                <a:effectLst/>
              </a:rPr>
              <a:t>In </a:t>
            </a:r>
            <a:r>
              <a:rPr lang="en-US" sz="1800" dirty="0">
                <a:solidFill>
                  <a:srgbClr val="7030A0"/>
                </a:solidFill>
                <a:effectLst/>
              </a:rPr>
              <a:t>2021</a:t>
            </a:r>
            <a:r>
              <a:rPr lang="en-US" sz="1800" dirty="0">
                <a:solidFill>
                  <a:srgbClr val="252525"/>
                </a:solidFill>
                <a:effectLst/>
              </a:rPr>
              <a:t>, the company offered </a:t>
            </a:r>
            <a:r>
              <a:rPr lang="en-US" sz="1800" dirty="0">
                <a:solidFill>
                  <a:srgbClr val="00B050"/>
                </a:solidFill>
                <a:effectLst/>
              </a:rPr>
              <a:t>nearly equal pre-invoice discounts to each of its top 5 customers</a:t>
            </a:r>
            <a:r>
              <a:rPr lang="en-US" sz="1800" dirty="0">
                <a:solidFill>
                  <a:srgbClr val="252525"/>
                </a:solidFill>
                <a:effectLst/>
              </a:rPr>
              <a:t>. and </a:t>
            </a:r>
            <a:r>
              <a:rPr lang="en-US" sz="1800" dirty="0">
                <a:solidFill>
                  <a:srgbClr val="FF0000"/>
                </a:solidFill>
                <a:effectLst/>
              </a:rPr>
              <a:t>Taobao is the most discounted customer</a:t>
            </a:r>
            <a:r>
              <a:rPr lang="en-US" sz="1800" dirty="0">
                <a:solidFill>
                  <a:srgbClr val="252525"/>
                </a:solidFill>
                <a:effectLst/>
              </a:rPr>
              <a:t> in the Indian market, which equals </a:t>
            </a:r>
            <a:r>
              <a:rPr lang="en-US" sz="1800" dirty="0">
                <a:solidFill>
                  <a:srgbClr val="FF0000"/>
                </a:solidFill>
                <a:effectLst/>
              </a:rPr>
              <a:t>30.95%</a:t>
            </a:r>
            <a:r>
              <a:rPr lang="en-US" sz="1800" dirty="0">
                <a:solidFill>
                  <a:srgbClr val="252525"/>
                </a:solidFill>
                <a:effectLst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BCC3CF-52F3-165F-1D15-DCB7FEA0A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52" y="1272837"/>
            <a:ext cx="1630179" cy="319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8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306461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7: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-62240" y="1115631"/>
            <a:ext cx="2920146" cy="36617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Get the complete report of the Gross sales amount for the customer “</a:t>
            </a:r>
            <a:r>
              <a:rPr lang="en-US" sz="1600" dirty="0" err="1">
                <a:latin typeface="+mn-lt"/>
              </a:rPr>
              <a:t>Atliq</a:t>
            </a:r>
            <a:r>
              <a:rPr lang="en-US" sz="1600" dirty="0">
                <a:latin typeface="+mn-lt"/>
              </a:rPr>
              <a:t> Exclusive” for each month. This analysis helps to get an idea of low and high-performing months and take strategic decisions.</a:t>
            </a:r>
          </a:p>
          <a:p>
            <a:r>
              <a:rPr lang="en-US" sz="1600" dirty="0">
                <a:latin typeface="+mn-lt"/>
              </a:rPr>
              <a:t>The final report contains these columns: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Month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Year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Gross sales Amount</a:t>
            </a: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2979310" y="306460"/>
            <a:ext cx="1517739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A7D29D-15E8-9D19-5534-81D452502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851" y="324837"/>
            <a:ext cx="2444864" cy="449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2513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1026826" y="779005"/>
            <a:ext cx="762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252525"/>
                </a:solidFill>
                <a:effectLst/>
              </a:rPr>
              <a:t>The </a:t>
            </a:r>
            <a:r>
              <a:rPr lang="en-US" sz="1800" dirty="0" err="1">
                <a:solidFill>
                  <a:srgbClr val="00B050"/>
                </a:solidFill>
                <a:effectLst/>
              </a:rPr>
              <a:t>Atliq</a:t>
            </a:r>
            <a:r>
              <a:rPr lang="en-US" sz="1800" dirty="0">
                <a:solidFill>
                  <a:srgbClr val="00B050"/>
                </a:solidFill>
                <a:effectLst/>
              </a:rPr>
              <a:t> Exclusive</a:t>
            </a:r>
            <a:r>
              <a:rPr lang="en-US" sz="1800" dirty="0">
                <a:solidFill>
                  <a:srgbClr val="252525"/>
                </a:solidFill>
                <a:effectLst/>
              </a:rPr>
              <a:t> made its </a:t>
            </a:r>
            <a:r>
              <a:rPr lang="en-US" sz="1800" dirty="0">
                <a:solidFill>
                  <a:srgbClr val="4422EE"/>
                </a:solidFill>
                <a:effectLst/>
              </a:rPr>
              <a:t>highest gross sales in November 2020</a:t>
            </a:r>
            <a:r>
              <a:rPr lang="en-US" sz="1800" dirty="0">
                <a:solidFill>
                  <a:srgbClr val="252525"/>
                </a:solidFill>
                <a:effectLst/>
              </a:rPr>
              <a:t> and its </a:t>
            </a:r>
            <a:r>
              <a:rPr lang="en-US" sz="1800" dirty="0">
                <a:solidFill>
                  <a:srgbClr val="A02091"/>
                </a:solidFill>
                <a:effectLst/>
              </a:rPr>
              <a:t>lowest gross sales in March 2020</a:t>
            </a:r>
            <a:r>
              <a:rPr lang="en-US" sz="1800" dirty="0">
                <a:solidFill>
                  <a:srgbClr val="252525"/>
                </a:solidFill>
                <a:effectLst/>
              </a:rPr>
              <a:t>. </a:t>
            </a:r>
            <a:r>
              <a:rPr lang="en-US" sz="1800" dirty="0">
                <a:solidFill>
                  <a:srgbClr val="92D050"/>
                </a:solidFill>
                <a:effectLst/>
              </a:rPr>
              <a:t>Sales are balanced in 2021</a:t>
            </a:r>
            <a:r>
              <a:rPr lang="en-US" sz="1800" dirty="0">
                <a:solidFill>
                  <a:srgbClr val="252525"/>
                </a:solidFill>
                <a:effectLst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14129-0408-2A97-32AD-6B1A46D3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6" y="1557619"/>
            <a:ext cx="7992287" cy="3401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227855-42BC-C10F-769D-E21EFCF6E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043" y="1652555"/>
            <a:ext cx="1338875" cy="30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91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546603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8: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63709" y="1567409"/>
            <a:ext cx="2795666" cy="328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In which quarter of 2020, got the maximum </a:t>
            </a:r>
            <a:r>
              <a:rPr lang="en-US" sz="1600" dirty="0" err="1">
                <a:latin typeface="+mn-lt"/>
              </a:rPr>
              <a:t>total_sold_quantity</a:t>
            </a:r>
            <a:r>
              <a:rPr lang="en-US" sz="1600" dirty="0">
                <a:latin typeface="+mn-lt"/>
              </a:rPr>
              <a:t>? The final output contains these fields sorted by the </a:t>
            </a:r>
            <a:r>
              <a:rPr lang="en-US" sz="1600" dirty="0" err="1">
                <a:latin typeface="+mn-lt"/>
              </a:rPr>
              <a:t>total_sold_quantity</a:t>
            </a:r>
            <a:r>
              <a:rPr lang="en-US" sz="1600" dirty="0">
                <a:latin typeface="+mn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  Quarter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 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total_sold_quantity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8F1BA-E1D6-C6B8-AB24-2586BCCA5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528" y="1820767"/>
            <a:ext cx="3108610" cy="14747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29442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771993" y="924395"/>
            <a:ext cx="8372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92D050"/>
                </a:solidFill>
                <a:effectLst/>
              </a:rPr>
              <a:t>The Quarter 4 sold the maximum quantities, which is about 17.4 millions.</a:t>
            </a:r>
            <a:r>
              <a:rPr lang="en-US" sz="1800" dirty="0">
                <a:solidFill>
                  <a:srgbClr val="252525"/>
                </a:solidFill>
                <a:effectLst/>
              </a:rPr>
              <a:t> </a:t>
            </a:r>
            <a:r>
              <a:rPr lang="en-US" sz="1800" dirty="0">
                <a:solidFill>
                  <a:srgbClr val="FFC000"/>
                </a:solidFill>
                <a:effectLst/>
              </a:rPr>
              <a:t>Quarters 1 and 2 both sold the minimum quantities of 3.7 million and 3.4 million, respectively.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A8EA93-E654-1052-BD85-76E79F1CF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527" y="1939314"/>
            <a:ext cx="2844946" cy="30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74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2" y="546603"/>
            <a:ext cx="2218542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9: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63709" y="1567409"/>
            <a:ext cx="2795666" cy="328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Which channel helped to bring more gross sales in the fiscal year 2021 and the percentage of contribution? The final output contains these fields,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  channel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 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gross_sales_mln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  percentage</a:t>
            </a: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9059BB-F21A-7C10-3E26-54B990CA1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248" y="1820767"/>
            <a:ext cx="3523476" cy="9674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83674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584616" y="1051658"/>
            <a:ext cx="8372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effectLst/>
              </a:rPr>
              <a:t>The majority of the sales were made through retailers, which is 73.23% of the total sales.</a:t>
            </a:r>
            <a:r>
              <a:rPr lang="en-US" sz="1800" dirty="0">
                <a:solidFill>
                  <a:srgbClr val="92D050"/>
                </a:solidFill>
                <a:effectLst/>
              </a:rPr>
              <a:t> </a:t>
            </a:r>
            <a:r>
              <a:rPr lang="en-US" sz="1800" dirty="0">
                <a:solidFill>
                  <a:srgbClr val="4422EE"/>
                </a:solidFill>
                <a:effectLst/>
              </a:rPr>
              <a:t>Direct channels accounted for 15.47% of total sales.</a:t>
            </a:r>
            <a:r>
              <a:rPr lang="en-US" sz="1800" dirty="0">
                <a:solidFill>
                  <a:srgbClr val="92D050"/>
                </a:solidFill>
                <a:effectLst/>
              </a:rPr>
              <a:t> </a:t>
            </a:r>
            <a:r>
              <a:rPr lang="en-US" sz="1800" dirty="0">
                <a:solidFill>
                  <a:srgbClr val="CC0434"/>
                </a:solidFill>
                <a:effectLst/>
              </a:rPr>
              <a:t>11.3% of sales were made through distributor channels.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E3F1B3-05A8-9174-2927-35527283D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72" y="2255674"/>
            <a:ext cx="2491655" cy="2431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E91E8-8191-7308-A5B9-4C9E7DEB5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206" y="2553082"/>
            <a:ext cx="928101" cy="88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21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BB246-E61F-B2E6-5D36-A72BA00E0E33}"/>
              </a:ext>
            </a:extLst>
          </p:cNvPr>
          <p:cNvSpPr/>
          <p:nvPr/>
        </p:nvSpPr>
        <p:spPr>
          <a:xfrm rot="5400000">
            <a:off x="-1173918" y="1173918"/>
            <a:ext cx="5143502" cy="27956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2FA4-75BA-52BC-59D7-268D051B0707}"/>
              </a:ext>
            </a:extLst>
          </p:cNvPr>
          <p:cNvSpPr/>
          <p:nvPr/>
        </p:nvSpPr>
        <p:spPr>
          <a:xfrm>
            <a:off x="2795666" y="0"/>
            <a:ext cx="6348334" cy="514350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552;p44">
            <a:extLst>
              <a:ext uri="{FF2B5EF4-FFF2-40B4-BE49-F238E27FC236}">
                <a16:creationId xmlns:a16="http://schemas.microsoft.com/office/drawing/2014/main" id="{E23B45C7-306B-4CDF-C926-D68CB3DF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88561" y="546603"/>
            <a:ext cx="2447143" cy="727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</a:rPr>
              <a:t>Request 10: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7" name="Google Shape;841;p46">
            <a:extLst>
              <a:ext uri="{FF2B5EF4-FFF2-40B4-BE49-F238E27FC236}">
                <a16:creationId xmlns:a16="http://schemas.microsoft.com/office/drawing/2014/main" id="{2E0A72B5-C18B-D827-B016-020A6D64D066}"/>
              </a:ext>
            </a:extLst>
          </p:cNvPr>
          <p:cNvSpPr txBox="1">
            <a:spLocks/>
          </p:cNvSpPr>
          <p:nvPr/>
        </p:nvSpPr>
        <p:spPr>
          <a:xfrm>
            <a:off x="63709" y="1567409"/>
            <a:ext cx="2795666" cy="328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+mn-lt"/>
              </a:rPr>
              <a:t>Get the Top 3 products in each division that have a high </a:t>
            </a:r>
            <a:r>
              <a:rPr lang="en-US" sz="1600" dirty="0" err="1">
                <a:latin typeface="+mn-lt"/>
              </a:rPr>
              <a:t>total_sold_quantity</a:t>
            </a:r>
            <a:r>
              <a:rPr lang="en-US" sz="1600" dirty="0">
                <a:latin typeface="+mn-lt"/>
              </a:rPr>
              <a:t> in the </a:t>
            </a:r>
            <a:r>
              <a:rPr lang="en-US" sz="1600" dirty="0" err="1">
                <a:latin typeface="+mn-lt"/>
              </a:rPr>
              <a:t>fiscal_year</a:t>
            </a:r>
            <a:r>
              <a:rPr lang="en-US" sz="1600" dirty="0">
                <a:latin typeface="+mn-lt"/>
              </a:rPr>
              <a:t> 2021? The final output contains these fields,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  division</a:t>
            </a:r>
          </a:p>
          <a:p>
            <a:r>
              <a:rPr lang="en-US" sz="1600" dirty="0">
                <a:solidFill>
                  <a:schemeClr val="bg1"/>
                </a:solidFill>
                <a:latin typeface="+mn-lt"/>
              </a:rPr>
              <a:t>    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product_code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Google Shape;552;p44">
            <a:extLst>
              <a:ext uri="{FF2B5EF4-FFF2-40B4-BE49-F238E27FC236}">
                <a16:creationId xmlns:a16="http://schemas.microsoft.com/office/drawing/2014/main" id="{6C929C34-ADE3-4C51-00B3-9502F4D6AADF}"/>
              </a:ext>
            </a:extLst>
          </p:cNvPr>
          <p:cNvSpPr txBox="1">
            <a:spLocks/>
          </p:cNvSpPr>
          <p:nvPr/>
        </p:nvSpPr>
        <p:spPr>
          <a:xfrm flipH="1">
            <a:off x="5214704" y="546603"/>
            <a:ext cx="1510258" cy="72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e Vietnam"/>
              <a:buNone/>
              <a:defRPr sz="4100" b="0" i="0" u="none" strike="noStrike" cap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pPr algn="l"/>
            <a:r>
              <a:rPr lang="en-IN" sz="3600" dirty="0">
                <a:solidFill>
                  <a:schemeClr val="dk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D0302-82C7-90AA-45BE-1E3390E70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218" y="1567409"/>
            <a:ext cx="5361672" cy="21576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11882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5"/>
          <p:cNvSpPr/>
          <p:nvPr/>
        </p:nvSpPr>
        <p:spPr>
          <a:xfrm rot="10800000">
            <a:off x="0" y="221006"/>
            <a:ext cx="3514755" cy="703388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269823" y="0"/>
            <a:ext cx="18922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Insights</a:t>
            </a:r>
            <a:endParaRPr dirty="0"/>
          </a:p>
        </p:txBody>
      </p:sp>
      <p:sp>
        <p:nvSpPr>
          <p:cNvPr id="835" name="Google Shape;835;p45"/>
          <p:cNvSpPr/>
          <p:nvPr/>
        </p:nvSpPr>
        <p:spPr>
          <a:xfrm rot="10061010" flipH="1">
            <a:off x="7027653" y="-381484"/>
            <a:ext cx="2507789" cy="1864467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E68EA-3F28-C8B7-5A6D-F5E3021E501C}"/>
              </a:ext>
            </a:extLst>
          </p:cNvPr>
          <p:cNvSpPr txBox="1"/>
          <p:nvPr/>
        </p:nvSpPr>
        <p:spPr>
          <a:xfrm>
            <a:off x="161143" y="1072899"/>
            <a:ext cx="27357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effectLst/>
              </a:rPr>
              <a:t>Pen drives are the top three selling products in N&amp;S, with approximately 7 lakh units sold.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10CE56-D20D-4C22-5398-4790F0079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49" y="1960067"/>
            <a:ext cx="1828894" cy="2906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532C16-5817-62FB-3BF1-D8A61907E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155" y="1960067"/>
            <a:ext cx="1847945" cy="29061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3E4A66-9B1C-3E63-84B2-A396E44BC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23" y="1960067"/>
            <a:ext cx="1841595" cy="30227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AD81FD-5DF7-828D-76C4-7D914DA2106D}"/>
              </a:ext>
            </a:extLst>
          </p:cNvPr>
          <p:cNvSpPr txBox="1"/>
          <p:nvPr/>
        </p:nvSpPr>
        <p:spPr>
          <a:xfrm>
            <a:off x="3016767" y="1072899"/>
            <a:ext cx="27357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5DA0C"/>
                </a:solidFill>
                <a:effectLst/>
              </a:rPr>
              <a:t>Mouse are the top three selling products in P&amp;</a:t>
            </a:r>
            <a:r>
              <a:rPr lang="en-US" dirty="0">
                <a:solidFill>
                  <a:srgbClr val="D5DA0C"/>
                </a:solidFill>
              </a:rPr>
              <a:t>A</a:t>
            </a:r>
            <a:r>
              <a:rPr lang="en-US" dirty="0">
                <a:solidFill>
                  <a:srgbClr val="D5DA0C"/>
                </a:solidFill>
                <a:effectLst/>
              </a:rPr>
              <a:t>, with approximately 4 lakh units sold.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378696-8457-F844-47CD-816B0907F920}"/>
              </a:ext>
            </a:extLst>
          </p:cNvPr>
          <p:cNvSpPr txBox="1"/>
          <p:nvPr/>
        </p:nvSpPr>
        <p:spPr>
          <a:xfrm>
            <a:off x="6120867" y="1072899"/>
            <a:ext cx="28619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48716"/>
                </a:solidFill>
                <a:effectLst/>
              </a:rPr>
              <a:t>Personal laptops are the top three selling products in PC, with approximately 7 lakh units sold.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8064D7-3FBA-5858-ABD6-D04707DCCC8D}"/>
              </a:ext>
            </a:extLst>
          </p:cNvPr>
          <p:cNvSpPr txBox="1"/>
          <p:nvPr/>
        </p:nvSpPr>
        <p:spPr>
          <a:xfrm>
            <a:off x="1255275" y="2956135"/>
            <a:ext cx="555074" cy="307777"/>
          </a:xfrm>
          <a:prstGeom prst="rect">
            <a:avLst/>
          </a:prstGeom>
          <a:noFill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N&amp;S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D50BB9-572D-9033-076B-1B0E752A5F94}"/>
              </a:ext>
            </a:extLst>
          </p:cNvPr>
          <p:cNvSpPr txBox="1"/>
          <p:nvPr/>
        </p:nvSpPr>
        <p:spPr>
          <a:xfrm>
            <a:off x="4221590" y="2956135"/>
            <a:ext cx="555074" cy="307777"/>
          </a:xfrm>
          <a:prstGeom prst="rect">
            <a:avLst/>
          </a:prstGeom>
          <a:noFill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P&amp;A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AF1289-1F38-F652-FF51-1F7EEA7064B8}"/>
              </a:ext>
            </a:extLst>
          </p:cNvPr>
          <p:cNvSpPr txBox="1"/>
          <p:nvPr/>
        </p:nvSpPr>
        <p:spPr>
          <a:xfrm>
            <a:off x="7211183" y="2956135"/>
            <a:ext cx="555074" cy="307777"/>
          </a:xfrm>
          <a:prstGeom prst="rect">
            <a:avLst/>
          </a:prstGeom>
          <a:noFill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3305460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73"/>
          <p:cNvSpPr txBox="1">
            <a:spLocks noGrp="1"/>
          </p:cNvSpPr>
          <p:nvPr>
            <p:ph type="title"/>
          </p:nvPr>
        </p:nvSpPr>
        <p:spPr>
          <a:xfrm>
            <a:off x="628626" y="1734064"/>
            <a:ext cx="40320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Thank You</a:t>
            </a:r>
            <a:endParaRPr dirty="0"/>
          </a:p>
        </p:txBody>
      </p:sp>
      <p:grpSp>
        <p:nvGrpSpPr>
          <p:cNvPr id="3311" name="Google Shape;3311;p73"/>
          <p:cNvGrpSpPr/>
          <p:nvPr/>
        </p:nvGrpSpPr>
        <p:grpSpPr>
          <a:xfrm>
            <a:off x="4828840" y="911562"/>
            <a:ext cx="3658429" cy="3575323"/>
            <a:chOff x="4981419" y="541059"/>
            <a:chExt cx="3959767" cy="3869816"/>
          </a:xfrm>
        </p:grpSpPr>
        <p:sp>
          <p:nvSpPr>
            <p:cNvPr id="3312" name="Google Shape;3312;p73"/>
            <p:cNvSpPr/>
            <p:nvPr/>
          </p:nvSpPr>
          <p:spPr>
            <a:xfrm>
              <a:off x="4981419" y="2256088"/>
              <a:ext cx="3945689" cy="2154787"/>
            </a:xfrm>
            <a:custGeom>
              <a:avLst/>
              <a:gdLst/>
              <a:ahLst/>
              <a:cxnLst/>
              <a:rect l="l" t="t" r="r" b="b"/>
              <a:pathLst>
                <a:path w="196474" h="107578" extrusionOk="0">
                  <a:moveTo>
                    <a:pt x="98237" y="0"/>
                  </a:moveTo>
                  <a:cubicBezTo>
                    <a:pt x="43998" y="0"/>
                    <a:pt x="0" y="24084"/>
                    <a:pt x="0" y="53772"/>
                  </a:cubicBezTo>
                  <a:cubicBezTo>
                    <a:pt x="0" y="83493"/>
                    <a:pt x="43998" y="107577"/>
                    <a:pt x="98237" y="107577"/>
                  </a:cubicBezTo>
                  <a:cubicBezTo>
                    <a:pt x="152476" y="107577"/>
                    <a:pt x="196474" y="83493"/>
                    <a:pt x="196474" y="53772"/>
                  </a:cubicBezTo>
                  <a:cubicBezTo>
                    <a:pt x="196474" y="24084"/>
                    <a:pt x="152476" y="0"/>
                    <a:pt x="9823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73"/>
            <p:cNvSpPr/>
            <p:nvPr/>
          </p:nvSpPr>
          <p:spPr>
            <a:xfrm>
              <a:off x="7573247" y="2743157"/>
              <a:ext cx="1166974" cy="672187"/>
            </a:xfrm>
            <a:custGeom>
              <a:avLst/>
              <a:gdLst/>
              <a:ahLst/>
              <a:cxnLst/>
              <a:rect l="l" t="t" r="r" b="b"/>
              <a:pathLst>
                <a:path w="58109" h="33559" extrusionOk="0">
                  <a:moveTo>
                    <a:pt x="29054" y="1"/>
                  </a:moveTo>
                  <a:cubicBezTo>
                    <a:pt x="13009" y="1"/>
                    <a:pt x="0" y="7539"/>
                    <a:pt x="0" y="16779"/>
                  </a:cubicBezTo>
                  <a:cubicBezTo>
                    <a:pt x="0" y="26053"/>
                    <a:pt x="13009" y="33558"/>
                    <a:pt x="29054" y="33558"/>
                  </a:cubicBezTo>
                  <a:cubicBezTo>
                    <a:pt x="45099" y="33558"/>
                    <a:pt x="58108" y="26053"/>
                    <a:pt x="58108" y="16779"/>
                  </a:cubicBezTo>
                  <a:cubicBezTo>
                    <a:pt x="58108" y="7539"/>
                    <a:pt x="45099" y="1"/>
                    <a:pt x="290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73"/>
            <p:cNvSpPr/>
            <p:nvPr/>
          </p:nvSpPr>
          <p:spPr>
            <a:xfrm>
              <a:off x="5590341" y="2721785"/>
              <a:ext cx="2253558" cy="1298224"/>
            </a:xfrm>
            <a:custGeom>
              <a:avLst/>
              <a:gdLst/>
              <a:ahLst/>
              <a:cxnLst/>
              <a:rect l="l" t="t" r="r" b="b"/>
              <a:pathLst>
                <a:path w="112215" h="64814" extrusionOk="0">
                  <a:moveTo>
                    <a:pt x="74266" y="0"/>
                  </a:moveTo>
                  <a:cubicBezTo>
                    <a:pt x="73970" y="0"/>
                    <a:pt x="73670" y="67"/>
                    <a:pt x="73387" y="200"/>
                  </a:cubicBezTo>
                  <a:lnTo>
                    <a:pt x="501" y="42497"/>
                  </a:lnTo>
                  <a:cubicBezTo>
                    <a:pt x="1" y="42664"/>
                    <a:pt x="1" y="43331"/>
                    <a:pt x="501" y="43498"/>
                  </a:cubicBezTo>
                  <a:lnTo>
                    <a:pt x="37094" y="64613"/>
                  </a:lnTo>
                  <a:cubicBezTo>
                    <a:pt x="37361" y="64747"/>
                    <a:pt x="37661" y="64813"/>
                    <a:pt x="37961" y="64813"/>
                  </a:cubicBezTo>
                  <a:cubicBezTo>
                    <a:pt x="38262" y="64813"/>
                    <a:pt x="38562" y="64747"/>
                    <a:pt x="38829" y="64613"/>
                  </a:cubicBezTo>
                  <a:lnTo>
                    <a:pt x="111747" y="22316"/>
                  </a:lnTo>
                  <a:cubicBezTo>
                    <a:pt x="112214" y="22149"/>
                    <a:pt x="112214" y="21482"/>
                    <a:pt x="111747" y="21316"/>
                  </a:cubicBezTo>
                  <a:lnTo>
                    <a:pt x="75121" y="200"/>
                  </a:lnTo>
                  <a:cubicBezTo>
                    <a:pt x="74854" y="67"/>
                    <a:pt x="74563" y="0"/>
                    <a:pt x="742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73"/>
            <p:cNvSpPr/>
            <p:nvPr/>
          </p:nvSpPr>
          <p:spPr>
            <a:xfrm>
              <a:off x="5522020" y="2701074"/>
              <a:ext cx="1122090" cy="646108"/>
            </a:xfrm>
            <a:custGeom>
              <a:avLst/>
              <a:gdLst/>
              <a:ahLst/>
              <a:cxnLst/>
              <a:rect l="l" t="t" r="r" b="b"/>
              <a:pathLst>
                <a:path w="55874" h="32257" extrusionOk="0">
                  <a:moveTo>
                    <a:pt x="27954" y="0"/>
                  </a:moveTo>
                  <a:cubicBezTo>
                    <a:pt x="12509" y="0"/>
                    <a:pt x="1" y="7239"/>
                    <a:pt x="1" y="16145"/>
                  </a:cubicBezTo>
                  <a:cubicBezTo>
                    <a:pt x="1" y="25051"/>
                    <a:pt x="12509" y="32257"/>
                    <a:pt x="27954" y="32257"/>
                  </a:cubicBezTo>
                  <a:cubicBezTo>
                    <a:pt x="43365" y="32257"/>
                    <a:pt x="55874" y="25051"/>
                    <a:pt x="55874" y="16145"/>
                  </a:cubicBezTo>
                  <a:cubicBezTo>
                    <a:pt x="55874" y="7239"/>
                    <a:pt x="43365" y="0"/>
                    <a:pt x="279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73"/>
            <p:cNvSpPr/>
            <p:nvPr/>
          </p:nvSpPr>
          <p:spPr>
            <a:xfrm>
              <a:off x="5156920" y="3456746"/>
              <a:ext cx="828684" cy="477075"/>
            </a:xfrm>
            <a:custGeom>
              <a:avLst/>
              <a:gdLst/>
              <a:ahLst/>
              <a:cxnLst/>
              <a:rect l="l" t="t" r="r" b="b"/>
              <a:pathLst>
                <a:path w="41264" h="23818" extrusionOk="0">
                  <a:moveTo>
                    <a:pt x="19848" y="0"/>
                  </a:moveTo>
                  <a:lnTo>
                    <a:pt x="1" y="11475"/>
                  </a:lnTo>
                  <a:lnTo>
                    <a:pt x="21383" y="23817"/>
                  </a:lnTo>
                  <a:lnTo>
                    <a:pt x="41264" y="12342"/>
                  </a:lnTo>
                  <a:lnTo>
                    <a:pt x="1984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73"/>
            <p:cNvSpPr/>
            <p:nvPr/>
          </p:nvSpPr>
          <p:spPr>
            <a:xfrm>
              <a:off x="5629200" y="3751387"/>
              <a:ext cx="751648" cy="431647"/>
            </a:xfrm>
            <a:custGeom>
              <a:avLst/>
              <a:gdLst/>
              <a:ahLst/>
              <a:cxnLst/>
              <a:rect l="l" t="t" r="r" b="b"/>
              <a:pathLst>
                <a:path w="37428" h="21550" extrusionOk="0">
                  <a:moveTo>
                    <a:pt x="16045" y="1"/>
                  </a:moveTo>
                  <a:lnTo>
                    <a:pt x="1" y="9207"/>
                  </a:lnTo>
                  <a:lnTo>
                    <a:pt x="21383" y="21549"/>
                  </a:lnTo>
                  <a:lnTo>
                    <a:pt x="37427" y="12343"/>
                  </a:lnTo>
                  <a:lnTo>
                    <a:pt x="1604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73"/>
            <p:cNvSpPr/>
            <p:nvPr/>
          </p:nvSpPr>
          <p:spPr>
            <a:xfrm>
              <a:off x="6424367" y="541059"/>
              <a:ext cx="412013" cy="513289"/>
            </a:xfrm>
            <a:custGeom>
              <a:avLst/>
              <a:gdLst/>
              <a:ahLst/>
              <a:cxnLst/>
              <a:rect l="l" t="t" r="r" b="b"/>
              <a:pathLst>
                <a:path w="20516" h="25626" extrusionOk="0">
                  <a:moveTo>
                    <a:pt x="13250" y="0"/>
                  </a:moveTo>
                  <a:cubicBezTo>
                    <a:pt x="11924" y="0"/>
                    <a:pt x="10438" y="474"/>
                    <a:pt x="8874" y="1496"/>
                  </a:cubicBezTo>
                  <a:cubicBezTo>
                    <a:pt x="3870" y="4732"/>
                    <a:pt x="1" y="12171"/>
                    <a:pt x="301" y="18142"/>
                  </a:cubicBezTo>
                  <a:cubicBezTo>
                    <a:pt x="434" y="21144"/>
                    <a:pt x="1602" y="23179"/>
                    <a:pt x="3303" y="24079"/>
                  </a:cubicBezTo>
                  <a:lnTo>
                    <a:pt x="5071" y="25113"/>
                  </a:lnTo>
                  <a:cubicBezTo>
                    <a:pt x="5722" y="25452"/>
                    <a:pt x="6459" y="25625"/>
                    <a:pt x="7257" y="25625"/>
                  </a:cubicBezTo>
                  <a:cubicBezTo>
                    <a:pt x="8583" y="25625"/>
                    <a:pt x="10080" y="25146"/>
                    <a:pt x="11642" y="24146"/>
                  </a:cubicBezTo>
                  <a:cubicBezTo>
                    <a:pt x="16646" y="20910"/>
                    <a:pt x="20515" y="13438"/>
                    <a:pt x="20215" y="7467"/>
                  </a:cubicBezTo>
                  <a:cubicBezTo>
                    <a:pt x="20082" y="4499"/>
                    <a:pt x="18914" y="2430"/>
                    <a:pt x="17180" y="1530"/>
                  </a:cubicBezTo>
                  <a:lnTo>
                    <a:pt x="15445" y="496"/>
                  </a:lnTo>
                  <a:cubicBezTo>
                    <a:pt x="14782" y="171"/>
                    <a:pt x="14045" y="0"/>
                    <a:pt x="1325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73"/>
            <p:cNvSpPr/>
            <p:nvPr/>
          </p:nvSpPr>
          <p:spPr>
            <a:xfrm>
              <a:off x="6427058" y="736712"/>
              <a:ext cx="96476" cy="305377"/>
            </a:xfrm>
            <a:custGeom>
              <a:avLst/>
              <a:gdLst/>
              <a:ahLst/>
              <a:cxnLst/>
              <a:rect l="l" t="t" r="r" b="b"/>
              <a:pathLst>
                <a:path w="4804" h="15246" extrusionOk="0">
                  <a:moveTo>
                    <a:pt x="1968" y="1"/>
                  </a:moveTo>
                  <a:cubicBezTo>
                    <a:pt x="701" y="2736"/>
                    <a:pt x="0" y="5705"/>
                    <a:pt x="133" y="8374"/>
                  </a:cubicBezTo>
                  <a:cubicBezTo>
                    <a:pt x="300" y="11342"/>
                    <a:pt x="1434" y="13377"/>
                    <a:pt x="3169" y="14278"/>
                  </a:cubicBezTo>
                  <a:lnTo>
                    <a:pt x="4515" y="15074"/>
                  </a:lnTo>
                  <a:lnTo>
                    <a:pt x="4515" y="15074"/>
                  </a:lnTo>
                  <a:cubicBezTo>
                    <a:pt x="3009" y="14102"/>
                    <a:pt x="2027" y="12139"/>
                    <a:pt x="1901" y="9408"/>
                  </a:cubicBezTo>
                  <a:cubicBezTo>
                    <a:pt x="1768" y="6739"/>
                    <a:pt x="2468" y="3804"/>
                    <a:pt x="3703" y="1035"/>
                  </a:cubicBezTo>
                  <a:lnTo>
                    <a:pt x="1968" y="1"/>
                  </a:lnTo>
                  <a:close/>
                  <a:moveTo>
                    <a:pt x="4515" y="15074"/>
                  </a:moveTo>
                  <a:cubicBezTo>
                    <a:pt x="4609" y="15135"/>
                    <a:pt x="4705" y="15192"/>
                    <a:pt x="4803" y="15245"/>
                  </a:cubicBezTo>
                  <a:lnTo>
                    <a:pt x="4515" y="1507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73"/>
            <p:cNvSpPr/>
            <p:nvPr/>
          </p:nvSpPr>
          <p:spPr>
            <a:xfrm>
              <a:off x="6459210" y="561189"/>
              <a:ext cx="377169" cy="492718"/>
            </a:xfrm>
            <a:custGeom>
              <a:avLst/>
              <a:gdLst/>
              <a:ahLst/>
              <a:cxnLst/>
              <a:rect l="l" t="t" r="r" b="b"/>
              <a:pathLst>
                <a:path w="18781" h="24599" extrusionOk="0">
                  <a:moveTo>
                    <a:pt x="13248" y="1"/>
                  </a:moveTo>
                  <a:cubicBezTo>
                    <a:pt x="11916" y="1"/>
                    <a:pt x="10414" y="481"/>
                    <a:pt x="8840" y="1492"/>
                  </a:cubicBezTo>
                  <a:cubicBezTo>
                    <a:pt x="3836" y="4728"/>
                    <a:pt x="0" y="12166"/>
                    <a:pt x="300" y="18171"/>
                  </a:cubicBezTo>
                  <a:cubicBezTo>
                    <a:pt x="484" y="22276"/>
                    <a:pt x="2575" y="24599"/>
                    <a:pt x="5501" y="24599"/>
                  </a:cubicBezTo>
                  <a:cubicBezTo>
                    <a:pt x="6831" y="24599"/>
                    <a:pt x="8333" y="24119"/>
                    <a:pt x="9907" y="23108"/>
                  </a:cubicBezTo>
                  <a:cubicBezTo>
                    <a:pt x="14911" y="19872"/>
                    <a:pt x="18780" y="12433"/>
                    <a:pt x="18480" y="6429"/>
                  </a:cubicBezTo>
                  <a:cubicBezTo>
                    <a:pt x="18274" y="2324"/>
                    <a:pt x="16175" y="1"/>
                    <a:pt x="132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73"/>
            <p:cNvSpPr/>
            <p:nvPr/>
          </p:nvSpPr>
          <p:spPr>
            <a:xfrm>
              <a:off x="6498050" y="599627"/>
              <a:ext cx="299470" cy="416484"/>
            </a:xfrm>
            <a:custGeom>
              <a:avLst/>
              <a:gdLst/>
              <a:ahLst/>
              <a:cxnLst/>
              <a:rect l="l" t="t" r="r" b="b"/>
              <a:pathLst>
                <a:path w="14912" h="20793" extrusionOk="0">
                  <a:moveTo>
                    <a:pt x="11352" y="1"/>
                  </a:moveTo>
                  <a:cubicBezTo>
                    <a:pt x="11283" y="1"/>
                    <a:pt x="11213" y="3"/>
                    <a:pt x="11142" y="7"/>
                  </a:cubicBezTo>
                  <a:cubicBezTo>
                    <a:pt x="9975" y="107"/>
                    <a:pt x="8874" y="507"/>
                    <a:pt x="7940" y="1174"/>
                  </a:cubicBezTo>
                  <a:cubicBezTo>
                    <a:pt x="3503" y="4043"/>
                    <a:pt x="1" y="10881"/>
                    <a:pt x="234" y="16152"/>
                  </a:cubicBezTo>
                  <a:cubicBezTo>
                    <a:pt x="300" y="17558"/>
                    <a:pt x="782" y="20792"/>
                    <a:pt x="3599" y="20792"/>
                  </a:cubicBezTo>
                  <a:cubicBezTo>
                    <a:pt x="3655" y="20792"/>
                    <a:pt x="3712" y="20791"/>
                    <a:pt x="3770" y="20788"/>
                  </a:cubicBezTo>
                  <a:cubicBezTo>
                    <a:pt x="4904" y="20655"/>
                    <a:pt x="6005" y="20255"/>
                    <a:pt x="6939" y="19587"/>
                  </a:cubicBezTo>
                  <a:cubicBezTo>
                    <a:pt x="11376" y="16752"/>
                    <a:pt x="14912" y="9880"/>
                    <a:pt x="14645" y="4610"/>
                  </a:cubicBezTo>
                  <a:cubicBezTo>
                    <a:pt x="14580" y="3210"/>
                    <a:pt x="14102" y="1"/>
                    <a:pt x="1135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73"/>
            <p:cNvSpPr/>
            <p:nvPr/>
          </p:nvSpPr>
          <p:spPr>
            <a:xfrm>
              <a:off x="6648106" y="665766"/>
              <a:ext cx="13435" cy="171857"/>
            </a:xfrm>
            <a:custGeom>
              <a:avLst/>
              <a:gdLst/>
              <a:ahLst/>
              <a:cxnLst/>
              <a:rect l="l" t="t" r="r" b="b"/>
              <a:pathLst>
                <a:path w="669" h="8580" extrusionOk="0">
                  <a:moveTo>
                    <a:pt x="588" y="0"/>
                  </a:moveTo>
                  <a:cubicBezTo>
                    <a:pt x="524" y="0"/>
                    <a:pt x="429" y="60"/>
                    <a:pt x="334" y="174"/>
                  </a:cubicBezTo>
                  <a:cubicBezTo>
                    <a:pt x="168" y="341"/>
                    <a:pt x="34" y="608"/>
                    <a:pt x="1" y="874"/>
                  </a:cubicBezTo>
                  <a:lnTo>
                    <a:pt x="1" y="7512"/>
                  </a:lnTo>
                  <a:lnTo>
                    <a:pt x="68" y="8580"/>
                  </a:lnTo>
                  <a:cubicBezTo>
                    <a:pt x="134" y="8580"/>
                    <a:pt x="234" y="8547"/>
                    <a:pt x="334" y="8413"/>
                  </a:cubicBezTo>
                  <a:cubicBezTo>
                    <a:pt x="368" y="8380"/>
                    <a:pt x="401" y="8346"/>
                    <a:pt x="435" y="8280"/>
                  </a:cubicBezTo>
                  <a:cubicBezTo>
                    <a:pt x="568" y="8113"/>
                    <a:pt x="635" y="7946"/>
                    <a:pt x="668" y="7746"/>
                  </a:cubicBezTo>
                  <a:lnTo>
                    <a:pt x="668" y="107"/>
                  </a:lnTo>
                  <a:cubicBezTo>
                    <a:pt x="668" y="35"/>
                    <a:pt x="637" y="0"/>
                    <a:pt x="5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73"/>
            <p:cNvSpPr/>
            <p:nvPr/>
          </p:nvSpPr>
          <p:spPr>
            <a:xfrm>
              <a:off x="6597880" y="837603"/>
              <a:ext cx="54946" cy="78458"/>
            </a:xfrm>
            <a:custGeom>
              <a:avLst/>
              <a:gdLst/>
              <a:ahLst/>
              <a:cxnLst/>
              <a:rect l="l" t="t" r="r" b="b"/>
              <a:pathLst>
                <a:path w="2736" h="3917" extrusionOk="0">
                  <a:moveTo>
                    <a:pt x="1968" y="1"/>
                  </a:moveTo>
                  <a:lnTo>
                    <a:pt x="134" y="3103"/>
                  </a:lnTo>
                  <a:cubicBezTo>
                    <a:pt x="0" y="3303"/>
                    <a:pt x="33" y="3537"/>
                    <a:pt x="167" y="3770"/>
                  </a:cubicBezTo>
                  <a:cubicBezTo>
                    <a:pt x="246" y="3881"/>
                    <a:pt x="340" y="3917"/>
                    <a:pt x="420" y="3917"/>
                  </a:cubicBezTo>
                  <a:cubicBezTo>
                    <a:pt x="510" y="3917"/>
                    <a:pt x="583" y="3872"/>
                    <a:pt x="601" y="3837"/>
                  </a:cubicBezTo>
                  <a:lnTo>
                    <a:pt x="2735" y="435"/>
                  </a:ln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73"/>
            <p:cNvSpPr/>
            <p:nvPr/>
          </p:nvSpPr>
          <p:spPr>
            <a:xfrm>
              <a:off x="6652805" y="818655"/>
              <a:ext cx="41551" cy="87852"/>
            </a:xfrm>
            <a:custGeom>
              <a:avLst/>
              <a:gdLst/>
              <a:ahLst/>
              <a:cxnLst/>
              <a:rect l="l" t="t" r="r" b="b"/>
              <a:pathLst>
                <a:path w="2069" h="4386" extrusionOk="0">
                  <a:moveTo>
                    <a:pt x="251" y="0"/>
                  </a:moveTo>
                  <a:cubicBezTo>
                    <a:pt x="219" y="0"/>
                    <a:pt x="151" y="38"/>
                    <a:pt x="100" y="113"/>
                  </a:cubicBezTo>
                  <a:cubicBezTo>
                    <a:pt x="34" y="213"/>
                    <a:pt x="0" y="313"/>
                    <a:pt x="0" y="413"/>
                  </a:cubicBezTo>
                  <a:lnTo>
                    <a:pt x="1802" y="4349"/>
                  </a:lnTo>
                  <a:cubicBezTo>
                    <a:pt x="1802" y="4375"/>
                    <a:pt x="1811" y="4386"/>
                    <a:pt x="1827" y="4386"/>
                  </a:cubicBezTo>
                  <a:cubicBezTo>
                    <a:pt x="1853" y="4386"/>
                    <a:pt x="1894" y="4357"/>
                    <a:pt x="1935" y="4316"/>
                  </a:cubicBezTo>
                  <a:cubicBezTo>
                    <a:pt x="1935" y="4283"/>
                    <a:pt x="1968" y="4283"/>
                    <a:pt x="1968" y="4249"/>
                  </a:cubicBezTo>
                  <a:cubicBezTo>
                    <a:pt x="2035" y="4183"/>
                    <a:pt x="2069" y="4082"/>
                    <a:pt x="2069" y="3982"/>
                  </a:cubicBezTo>
                  <a:lnTo>
                    <a:pt x="267" y="13"/>
                  </a:lnTo>
                  <a:cubicBezTo>
                    <a:pt x="267" y="5"/>
                    <a:pt x="261" y="0"/>
                    <a:pt x="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73"/>
            <p:cNvSpPr/>
            <p:nvPr/>
          </p:nvSpPr>
          <p:spPr>
            <a:xfrm>
              <a:off x="6633526" y="792756"/>
              <a:ext cx="44443" cy="58347"/>
            </a:xfrm>
            <a:custGeom>
              <a:avLst/>
              <a:gdLst/>
              <a:ahLst/>
              <a:cxnLst/>
              <a:rect l="l" t="t" r="r" b="b"/>
              <a:pathLst>
                <a:path w="2213" h="2913" extrusionOk="0">
                  <a:moveTo>
                    <a:pt x="1561" y="0"/>
                  </a:moveTo>
                  <a:cubicBezTo>
                    <a:pt x="1438" y="0"/>
                    <a:pt x="1303" y="34"/>
                    <a:pt x="1161" y="105"/>
                  </a:cubicBezTo>
                  <a:cubicBezTo>
                    <a:pt x="493" y="539"/>
                    <a:pt x="93" y="1239"/>
                    <a:pt x="26" y="2006"/>
                  </a:cubicBezTo>
                  <a:cubicBezTo>
                    <a:pt x="1" y="2566"/>
                    <a:pt x="266" y="2912"/>
                    <a:pt x="645" y="2912"/>
                  </a:cubicBezTo>
                  <a:cubicBezTo>
                    <a:pt x="763" y="2912"/>
                    <a:pt x="892" y="2878"/>
                    <a:pt x="1027" y="2807"/>
                  </a:cubicBezTo>
                  <a:cubicBezTo>
                    <a:pt x="1694" y="2407"/>
                    <a:pt x="2128" y="1673"/>
                    <a:pt x="2161" y="906"/>
                  </a:cubicBezTo>
                  <a:cubicBezTo>
                    <a:pt x="2212" y="346"/>
                    <a:pt x="1953" y="0"/>
                    <a:pt x="156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73"/>
            <p:cNvSpPr/>
            <p:nvPr/>
          </p:nvSpPr>
          <p:spPr>
            <a:xfrm>
              <a:off x="6033160" y="2571620"/>
              <a:ext cx="22111" cy="724786"/>
            </a:xfrm>
            <a:custGeom>
              <a:avLst/>
              <a:gdLst/>
              <a:ahLst/>
              <a:cxnLst/>
              <a:rect l="l" t="t" r="r" b="b"/>
              <a:pathLst>
                <a:path w="1101" h="36185" extrusionOk="0">
                  <a:moveTo>
                    <a:pt x="550" y="0"/>
                  </a:moveTo>
                  <a:cubicBezTo>
                    <a:pt x="275" y="0"/>
                    <a:pt x="0" y="175"/>
                    <a:pt x="0" y="526"/>
                  </a:cubicBezTo>
                  <a:lnTo>
                    <a:pt x="0" y="35617"/>
                  </a:lnTo>
                  <a:cubicBezTo>
                    <a:pt x="0" y="35918"/>
                    <a:pt x="234" y="36184"/>
                    <a:pt x="567" y="36184"/>
                  </a:cubicBezTo>
                  <a:cubicBezTo>
                    <a:pt x="867" y="36184"/>
                    <a:pt x="1101" y="35918"/>
                    <a:pt x="1101" y="35617"/>
                  </a:cubicBezTo>
                  <a:lnTo>
                    <a:pt x="1101" y="526"/>
                  </a:lnTo>
                  <a:cubicBezTo>
                    <a:pt x="1101" y="175"/>
                    <a:pt x="826" y="0"/>
                    <a:pt x="55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73"/>
            <p:cNvSpPr/>
            <p:nvPr/>
          </p:nvSpPr>
          <p:spPr>
            <a:xfrm>
              <a:off x="6250352" y="2472752"/>
              <a:ext cx="242376" cy="567750"/>
            </a:xfrm>
            <a:custGeom>
              <a:avLst/>
              <a:gdLst/>
              <a:ahLst/>
              <a:cxnLst/>
              <a:rect l="l" t="t" r="r" b="b"/>
              <a:pathLst>
                <a:path w="12069" h="28345" extrusionOk="0">
                  <a:moveTo>
                    <a:pt x="704" y="0"/>
                  </a:moveTo>
                  <a:cubicBezTo>
                    <a:pt x="355" y="0"/>
                    <a:pt x="1" y="332"/>
                    <a:pt x="193" y="758"/>
                  </a:cubicBezTo>
                  <a:lnTo>
                    <a:pt x="10934" y="28011"/>
                  </a:lnTo>
                  <a:cubicBezTo>
                    <a:pt x="11034" y="28211"/>
                    <a:pt x="11234" y="28345"/>
                    <a:pt x="11434" y="28345"/>
                  </a:cubicBezTo>
                  <a:cubicBezTo>
                    <a:pt x="11501" y="28345"/>
                    <a:pt x="11568" y="28311"/>
                    <a:pt x="11634" y="28278"/>
                  </a:cubicBezTo>
                  <a:cubicBezTo>
                    <a:pt x="11935" y="28178"/>
                    <a:pt x="12068" y="27844"/>
                    <a:pt x="11968" y="27577"/>
                  </a:cubicBezTo>
                  <a:lnTo>
                    <a:pt x="1194" y="358"/>
                  </a:lnTo>
                  <a:cubicBezTo>
                    <a:pt x="1097" y="105"/>
                    <a:pt x="902" y="0"/>
                    <a:pt x="70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73"/>
            <p:cNvSpPr/>
            <p:nvPr/>
          </p:nvSpPr>
          <p:spPr>
            <a:xfrm>
              <a:off x="5619822" y="2520003"/>
              <a:ext cx="850112" cy="455022"/>
            </a:xfrm>
            <a:custGeom>
              <a:avLst/>
              <a:gdLst/>
              <a:ahLst/>
              <a:cxnLst/>
              <a:rect l="l" t="t" r="r" b="b"/>
              <a:pathLst>
                <a:path w="42331" h="22717" extrusionOk="0">
                  <a:moveTo>
                    <a:pt x="21149" y="0"/>
                  </a:moveTo>
                  <a:cubicBezTo>
                    <a:pt x="20982" y="0"/>
                    <a:pt x="20849" y="67"/>
                    <a:pt x="20749" y="167"/>
                  </a:cubicBezTo>
                  <a:lnTo>
                    <a:pt x="334" y="21716"/>
                  </a:lnTo>
                  <a:cubicBezTo>
                    <a:pt x="1" y="22101"/>
                    <a:pt x="357" y="22603"/>
                    <a:pt x="767" y="22603"/>
                  </a:cubicBezTo>
                  <a:cubicBezTo>
                    <a:pt x="891" y="22603"/>
                    <a:pt x="1019" y="22558"/>
                    <a:pt x="1135" y="22450"/>
                  </a:cubicBezTo>
                  <a:lnTo>
                    <a:pt x="21149" y="1335"/>
                  </a:lnTo>
                  <a:lnTo>
                    <a:pt x="41163" y="22550"/>
                  </a:lnTo>
                  <a:cubicBezTo>
                    <a:pt x="41263" y="22650"/>
                    <a:pt x="41397" y="22717"/>
                    <a:pt x="41564" y="22717"/>
                  </a:cubicBezTo>
                  <a:cubicBezTo>
                    <a:pt x="42064" y="22717"/>
                    <a:pt x="42331" y="22150"/>
                    <a:pt x="41997" y="21783"/>
                  </a:cubicBezTo>
                  <a:lnTo>
                    <a:pt x="21549" y="167"/>
                  </a:lnTo>
                  <a:cubicBezTo>
                    <a:pt x="21449" y="67"/>
                    <a:pt x="21283" y="0"/>
                    <a:pt x="211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73"/>
            <p:cNvSpPr/>
            <p:nvPr/>
          </p:nvSpPr>
          <p:spPr>
            <a:xfrm>
              <a:off x="5595703" y="2473073"/>
              <a:ext cx="242376" cy="567430"/>
            </a:xfrm>
            <a:custGeom>
              <a:avLst/>
              <a:gdLst/>
              <a:ahLst/>
              <a:cxnLst/>
              <a:rect l="l" t="t" r="r" b="b"/>
              <a:pathLst>
                <a:path w="12069" h="28329" extrusionOk="0">
                  <a:moveTo>
                    <a:pt x="11362" y="1"/>
                  </a:moveTo>
                  <a:cubicBezTo>
                    <a:pt x="11165" y="1"/>
                    <a:pt x="10971" y="103"/>
                    <a:pt x="10875" y="342"/>
                  </a:cubicBezTo>
                  <a:lnTo>
                    <a:pt x="101" y="27595"/>
                  </a:lnTo>
                  <a:cubicBezTo>
                    <a:pt x="1" y="27862"/>
                    <a:pt x="134" y="28162"/>
                    <a:pt x="434" y="28295"/>
                  </a:cubicBezTo>
                  <a:cubicBezTo>
                    <a:pt x="501" y="28295"/>
                    <a:pt x="568" y="28329"/>
                    <a:pt x="635" y="28329"/>
                  </a:cubicBezTo>
                  <a:cubicBezTo>
                    <a:pt x="835" y="28329"/>
                    <a:pt x="1035" y="28195"/>
                    <a:pt x="1135" y="27995"/>
                  </a:cubicBezTo>
                  <a:lnTo>
                    <a:pt x="11876" y="776"/>
                  </a:lnTo>
                  <a:cubicBezTo>
                    <a:pt x="12068" y="326"/>
                    <a:pt x="11712" y="1"/>
                    <a:pt x="113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73"/>
            <p:cNvSpPr/>
            <p:nvPr/>
          </p:nvSpPr>
          <p:spPr>
            <a:xfrm>
              <a:off x="6442461" y="2958300"/>
              <a:ext cx="51592" cy="84887"/>
            </a:xfrm>
            <a:custGeom>
              <a:avLst/>
              <a:gdLst/>
              <a:ahLst/>
              <a:cxnLst/>
              <a:rect l="l" t="t" r="r" b="b"/>
              <a:pathLst>
                <a:path w="2569" h="4238" extrusionOk="0">
                  <a:moveTo>
                    <a:pt x="1134" y="1"/>
                  </a:moveTo>
                  <a:lnTo>
                    <a:pt x="0" y="401"/>
                  </a:lnTo>
                  <a:lnTo>
                    <a:pt x="1301" y="3904"/>
                  </a:lnTo>
                  <a:lnTo>
                    <a:pt x="1301" y="3970"/>
                  </a:lnTo>
                  <a:cubicBezTo>
                    <a:pt x="1335" y="4037"/>
                    <a:pt x="1401" y="4104"/>
                    <a:pt x="1468" y="4137"/>
                  </a:cubicBezTo>
                  <a:cubicBezTo>
                    <a:pt x="1618" y="4204"/>
                    <a:pt x="1768" y="4237"/>
                    <a:pt x="1914" y="4237"/>
                  </a:cubicBezTo>
                  <a:cubicBezTo>
                    <a:pt x="2060" y="4237"/>
                    <a:pt x="2202" y="4204"/>
                    <a:pt x="2335" y="4137"/>
                  </a:cubicBezTo>
                  <a:cubicBezTo>
                    <a:pt x="2435" y="4104"/>
                    <a:pt x="2535" y="4004"/>
                    <a:pt x="2569" y="3904"/>
                  </a:cubicBezTo>
                  <a:cubicBezTo>
                    <a:pt x="2569" y="3870"/>
                    <a:pt x="2569" y="3870"/>
                    <a:pt x="2569" y="3837"/>
                  </a:cubicBezTo>
                  <a:cubicBezTo>
                    <a:pt x="2569" y="3803"/>
                    <a:pt x="2569" y="3770"/>
                    <a:pt x="2569" y="3737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73"/>
            <p:cNvSpPr/>
            <p:nvPr/>
          </p:nvSpPr>
          <p:spPr>
            <a:xfrm>
              <a:off x="5594377" y="2958300"/>
              <a:ext cx="51592" cy="84887"/>
            </a:xfrm>
            <a:custGeom>
              <a:avLst/>
              <a:gdLst/>
              <a:ahLst/>
              <a:cxnLst/>
              <a:rect l="l" t="t" r="r" b="b"/>
              <a:pathLst>
                <a:path w="2569" h="4238" extrusionOk="0">
                  <a:moveTo>
                    <a:pt x="1434" y="1"/>
                  </a:moveTo>
                  <a:lnTo>
                    <a:pt x="0" y="3737"/>
                  </a:lnTo>
                  <a:cubicBezTo>
                    <a:pt x="0" y="3770"/>
                    <a:pt x="0" y="3803"/>
                    <a:pt x="0" y="3837"/>
                  </a:cubicBezTo>
                  <a:lnTo>
                    <a:pt x="0" y="3904"/>
                  </a:lnTo>
                  <a:cubicBezTo>
                    <a:pt x="33" y="4004"/>
                    <a:pt x="100" y="4104"/>
                    <a:pt x="200" y="4137"/>
                  </a:cubicBezTo>
                  <a:cubicBezTo>
                    <a:pt x="334" y="4204"/>
                    <a:pt x="484" y="4237"/>
                    <a:pt x="634" y="4237"/>
                  </a:cubicBezTo>
                  <a:cubicBezTo>
                    <a:pt x="784" y="4237"/>
                    <a:pt x="934" y="4204"/>
                    <a:pt x="1068" y="4137"/>
                  </a:cubicBezTo>
                  <a:cubicBezTo>
                    <a:pt x="1134" y="4104"/>
                    <a:pt x="1201" y="4037"/>
                    <a:pt x="1234" y="3970"/>
                  </a:cubicBezTo>
                  <a:lnTo>
                    <a:pt x="1234" y="3904"/>
                  </a:lnTo>
                  <a:lnTo>
                    <a:pt x="2569" y="401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73"/>
            <p:cNvSpPr/>
            <p:nvPr/>
          </p:nvSpPr>
          <p:spPr>
            <a:xfrm>
              <a:off x="6031814" y="3227903"/>
              <a:ext cx="24802" cy="72509"/>
            </a:xfrm>
            <a:custGeom>
              <a:avLst/>
              <a:gdLst/>
              <a:ahLst/>
              <a:cxnLst/>
              <a:rect l="l" t="t" r="r" b="b"/>
              <a:pathLst>
                <a:path w="1235" h="3620" extrusionOk="0">
                  <a:moveTo>
                    <a:pt x="617" y="0"/>
                  </a:moveTo>
                  <a:cubicBezTo>
                    <a:pt x="401" y="0"/>
                    <a:pt x="184" y="50"/>
                    <a:pt x="0" y="150"/>
                  </a:cubicBezTo>
                  <a:lnTo>
                    <a:pt x="0" y="3253"/>
                  </a:lnTo>
                  <a:cubicBezTo>
                    <a:pt x="0" y="3353"/>
                    <a:pt x="67" y="3453"/>
                    <a:pt x="167" y="3520"/>
                  </a:cubicBezTo>
                  <a:cubicBezTo>
                    <a:pt x="317" y="3586"/>
                    <a:pt x="467" y="3620"/>
                    <a:pt x="617" y="3620"/>
                  </a:cubicBezTo>
                  <a:cubicBezTo>
                    <a:pt x="768" y="3620"/>
                    <a:pt x="918" y="3586"/>
                    <a:pt x="1068" y="3520"/>
                  </a:cubicBezTo>
                  <a:cubicBezTo>
                    <a:pt x="1168" y="3453"/>
                    <a:pt x="1235" y="3353"/>
                    <a:pt x="1235" y="3253"/>
                  </a:cubicBezTo>
                  <a:lnTo>
                    <a:pt x="1235" y="150"/>
                  </a:lnTo>
                  <a:cubicBezTo>
                    <a:pt x="1051" y="50"/>
                    <a:pt x="834" y="0"/>
                    <a:pt x="61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73"/>
            <p:cNvSpPr/>
            <p:nvPr/>
          </p:nvSpPr>
          <p:spPr>
            <a:xfrm>
              <a:off x="5539432" y="1694647"/>
              <a:ext cx="995490" cy="1075451"/>
            </a:xfrm>
            <a:custGeom>
              <a:avLst/>
              <a:gdLst/>
              <a:ahLst/>
              <a:cxnLst/>
              <a:rect l="l" t="t" r="r" b="b"/>
              <a:pathLst>
                <a:path w="49570" h="53692" extrusionOk="0">
                  <a:moveTo>
                    <a:pt x="15096" y="1"/>
                  </a:moveTo>
                  <a:cubicBezTo>
                    <a:pt x="12979" y="1"/>
                    <a:pt x="10447" y="1385"/>
                    <a:pt x="7473" y="3046"/>
                  </a:cubicBezTo>
                  <a:cubicBezTo>
                    <a:pt x="3804" y="5047"/>
                    <a:pt x="901" y="7616"/>
                    <a:pt x="334" y="14487"/>
                  </a:cubicBezTo>
                  <a:cubicBezTo>
                    <a:pt x="1" y="18657"/>
                    <a:pt x="334" y="26629"/>
                    <a:pt x="1168" y="32667"/>
                  </a:cubicBezTo>
                  <a:cubicBezTo>
                    <a:pt x="2403" y="42741"/>
                    <a:pt x="3904" y="42774"/>
                    <a:pt x="6072" y="44442"/>
                  </a:cubicBezTo>
                  <a:cubicBezTo>
                    <a:pt x="9841" y="47377"/>
                    <a:pt x="18314" y="51447"/>
                    <a:pt x="21883" y="52848"/>
                  </a:cubicBezTo>
                  <a:cubicBezTo>
                    <a:pt x="23389" y="53446"/>
                    <a:pt x="24832" y="53691"/>
                    <a:pt x="26209" y="53691"/>
                  </a:cubicBezTo>
                  <a:cubicBezTo>
                    <a:pt x="30749" y="53691"/>
                    <a:pt x="34574" y="51022"/>
                    <a:pt x="37594" y="49512"/>
                  </a:cubicBezTo>
                  <a:cubicBezTo>
                    <a:pt x="41230" y="47678"/>
                    <a:pt x="44699" y="45610"/>
                    <a:pt x="48068" y="43308"/>
                  </a:cubicBezTo>
                  <a:cubicBezTo>
                    <a:pt x="49036" y="42607"/>
                    <a:pt x="49570" y="41874"/>
                    <a:pt x="49536" y="41106"/>
                  </a:cubicBezTo>
                  <a:cubicBezTo>
                    <a:pt x="49536" y="40806"/>
                    <a:pt x="49536" y="39539"/>
                    <a:pt x="49536" y="39238"/>
                  </a:cubicBezTo>
                  <a:cubicBezTo>
                    <a:pt x="49536" y="38271"/>
                    <a:pt x="48669" y="37204"/>
                    <a:pt x="46868" y="36036"/>
                  </a:cubicBezTo>
                  <a:cubicBezTo>
                    <a:pt x="43532" y="33868"/>
                    <a:pt x="33792" y="28431"/>
                    <a:pt x="29088" y="25829"/>
                  </a:cubicBezTo>
                  <a:cubicBezTo>
                    <a:pt x="29088" y="25829"/>
                    <a:pt x="29088" y="25795"/>
                    <a:pt x="29055" y="25795"/>
                  </a:cubicBezTo>
                  <a:cubicBezTo>
                    <a:pt x="25452" y="23627"/>
                    <a:pt x="24352" y="14287"/>
                    <a:pt x="21883" y="6381"/>
                  </a:cubicBezTo>
                  <a:cubicBezTo>
                    <a:pt x="21049" y="3680"/>
                    <a:pt x="19982" y="2145"/>
                    <a:pt x="18748" y="1445"/>
                  </a:cubicBezTo>
                  <a:cubicBezTo>
                    <a:pt x="18447" y="1278"/>
                    <a:pt x="17380" y="677"/>
                    <a:pt x="17146" y="544"/>
                  </a:cubicBezTo>
                  <a:cubicBezTo>
                    <a:pt x="16512" y="167"/>
                    <a:pt x="15829" y="1"/>
                    <a:pt x="150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73"/>
            <p:cNvSpPr/>
            <p:nvPr/>
          </p:nvSpPr>
          <p:spPr>
            <a:xfrm>
              <a:off x="5609781" y="2183920"/>
              <a:ext cx="939881" cy="547820"/>
            </a:xfrm>
            <a:custGeom>
              <a:avLst/>
              <a:gdLst/>
              <a:ahLst/>
              <a:cxnLst/>
              <a:rect l="l" t="t" r="r" b="b"/>
              <a:pathLst>
                <a:path w="46801" h="27350" extrusionOk="0">
                  <a:moveTo>
                    <a:pt x="23050" y="1"/>
                  </a:moveTo>
                  <a:cubicBezTo>
                    <a:pt x="23050" y="1"/>
                    <a:pt x="0" y="13577"/>
                    <a:pt x="1001" y="16079"/>
                  </a:cubicBezTo>
                  <a:cubicBezTo>
                    <a:pt x="2002" y="18614"/>
                    <a:pt x="13910" y="24752"/>
                    <a:pt x="18380" y="26520"/>
                  </a:cubicBezTo>
                  <a:cubicBezTo>
                    <a:pt x="19880" y="27107"/>
                    <a:pt x="21318" y="27349"/>
                    <a:pt x="22690" y="27349"/>
                  </a:cubicBezTo>
                  <a:cubicBezTo>
                    <a:pt x="27237" y="27349"/>
                    <a:pt x="31068" y="24696"/>
                    <a:pt x="34091" y="23184"/>
                  </a:cubicBezTo>
                  <a:cubicBezTo>
                    <a:pt x="37727" y="21349"/>
                    <a:pt x="41196" y="19281"/>
                    <a:pt x="44532" y="16980"/>
                  </a:cubicBezTo>
                  <a:cubicBezTo>
                    <a:pt x="46800" y="15378"/>
                    <a:pt x="46600" y="13711"/>
                    <a:pt x="43365" y="11609"/>
                  </a:cubicBezTo>
                  <a:cubicBezTo>
                    <a:pt x="38895" y="8707"/>
                    <a:pt x="23050" y="1"/>
                    <a:pt x="2305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73"/>
            <p:cNvSpPr/>
            <p:nvPr/>
          </p:nvSpPr>
          <p:spPr>
            <a:xfrm>
              <a:off x="5570921" y="1694367"/>
              <a:ext cx="342346" cy="200280"/>
            </a:xfrm>
            <a:custGeom>
              <a:avLst/>
              <a:gdLst/>
              <a:ahLst/>
              <a:cxnLst/>
              <a:rect l="l" t="t" r="r" b="b"/>
              <a:pathLst>
                <a:path w="17047" h="9999" extrusionOk="0">
                  <a:moveTo>
                    <a:pt x="13542" y="1"/>
                  </a:moveTo>
                  <a:cubicBezTo>
                    <a:pt x="11433" y="1"/>
                    <a:pt x="8892" y="1383"/>
                    <a:pt x="5905" y="3026"/>
                  </a:cubicBezTo>
                  <a:cubicBezTo>
                    <a:pt x="3403" y="4394"/>
                    <a:pt x="1268" y="5995"/>
                    <a:pt x="1" y="9031"/>
                  </a:cubicBezTo>
                  <a:lnTo>
                    <a:pt x="1668" y="9998"/>
                  </a:lnTo>
                  <a:cubicBezTo>
                    <a:pt x="2936" y="6963"/>
                    <a:pt x="5071" y="5328"/>
                    <a:pt x="7573" y="3960"/>
                  </a:cubicBezTo>
                  <a:cubicBezTo>
                    <a:pt x="10558" y="2327"/>
                    <a:pt x="13095" y="928"/>
                    <a:pt x="15212" y="928"/>
                  </a:cubicBezTo>
                  <a:cubicBezTo>
                    <a:pt x="15863" y="928"/>
                    <a:pt x="16474" y="1061"/>
                    <a:pt x="17046" y="1359"/>
                  </a:cubicBezTo>
                  <a:cubicBezTo>
                    <a:pt x="16646" y="1125"/>
                    <a:pt x="15779" y="658"/>
                    <a:pt x="15545" y="525"/>
                  </a:cubicBezTo>
                  <a:cubicBezTo>
                    <a:pt x="14927" y="161"/>
                    <a:pt x="14260" y="1"/>
                    <a:pt x="1354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73"/>
            <p:cNvSpPr/>
            <p:nvPr/>
          </p:nvSpPr>
          <p:spPr>
            <a:xfrm>
              <a:off x="5567567" y="1713135"/>
              <a:ext cx="601591" cy="830945"/>
            </a:xfrm>
            <a:custGeom>
              <a:avLst/>
              <a:gdLst/>
              <a:ahLst/>
              <a:cxnLst/>
              <a:rect l="l" t="t" r="r" b="b"/>
              <a:pathLst>
                <a:path w="29956" h="41485" extrusionOk="0">
                  <a:moveTo>
                    <a:pt x="15400" y="0"/>
                  </a:moveTo>
                  <a:cubicBezTo>
                    <a:pt x="13288" y="0"/>
                    <a:pt x="10745" y="1396"/>
                    <a:pt x="7773" y="3023"/>
                  </a:cubicBezTo>
                  <a:cubicBezTo>
                    <a:pt x="4070" y="5058"/>
                    <a:pt x="1135" y="7627"/>
                    <a:pt x="568" y="14465"/>
                  </a:cubicBezTo>
                  <a:cubicBezTo>
                    <a:pt x="1" y="21303"/>
                    <a:pt x="1268" y="38415"/>
                    <a:pt x="3637" y="40383"/>
                  </a:cubicBezTo>
                  <a:cubicBezTo>
                    <a:pt x="3703" y="40450"/>
                    <a:pt x="4271" y="40984"/>
                    <a:pt x="4871" y="41484"/>
                  </a:cubicBezTo>
                  <a:cubicBezTo>
                    <a:pt x="7703" y="35820"/>
                    <a:pt x="23813" y="26122"/>
                    <a:pt x="29549" y="26122"/>
                  </a:cubicBezTo>
                  <a:cubicBezTo>
                    <a:pt x="29691" y="26122"/>
                    <a:pt x="29827" y="26128"/>
                    <a:pt x="29956" y="26140"/>
                  </a:cubicBezTo>
                  <a:cubicBezTo>
                    <a:pt x="26320" y="23972"/>
                    <a:pt x="22984" y="13364"/>
                    <a:pt x="20482" y="5458"/>
                  </a:cubicBezTo>
                  <a:cubicBezTo>
                    <a:pt x="19226" y="1421"/>
                    <a:pt x="17532" y="0"/>
                    <a:pt x="154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73"/>
            <p:cNvSpPr/>
            <p:nvPr/>
          </p:nvSpPr>
          <p:spPr>
            <a:xfrm>
              <a:off x="5567567" y="1713135"/>
              <a:ext cx="601591" cy="830945"/>
            </a:xfrm>
            <a:custGeom>
              <a:avLst/>
              <a:gdLst/>
              <a:ahLst/>
              <a:cxnLst/>
              <a:rect l="l" t="t" r="r" b="b"/>
              <a:pathLst>
                <a:path w="29956" h="41485" extrusionOk="0">
                  <a:moveTo>
                    <a:pt x="15400" y="0"/>
                  </a:moveTo>
                  <a:cubicBezTo>
                    <a:pt x="13288" y="0"/>
                    <a:pt x="10745" y="1396"/>
                    <a:pt x="7773" y="3023"/>
                  </a:cubicBezTo>
                  <a:cubicBezTo>
                    <a:pt x="4070" y="5058"/>
                    <a:pt x="1135" y="7627"/>
                    <a:pt x="568" y="14465"/>
                  </a:cubicBezTo>
                  <a:cubicBezTo>
                    <a:pt x="1" y="21303"/>
                    <a:pt x="1268" y="38415"/>
                    <a:pt x="3637" y="40383"/>
                  </a:cubicBezTo>
                  <a:cubicBezTo>
                    <a:pt x="3703" y="40450"/>
                    <a:pt x="4271" y="40984"/>
                    <a:pt x="4871" y="41484"/>
                  </a:cubicBezTo>
                  <a:cubicBezTo>
                    <a:pt x="7703" y="35820"/>
                    <a:pt x="23813" y="26122"/>
                    <a:pt x="29549" y="26122"/>
                  </a:cubicBezTo>
                  <a:cubicBezTo>
                    <a:pt x="29691" y="26122"/>
                    <a:pt x="29827" y="26128"/>
                    <a:pt x="29956" y="26140"/>
                  </a:cubicBezTo>
                  <a:cubicBezTo>
                    <a:pt x="26320" y="23972"/>
                    <a:pt x="22984" y="13364"/>
                    <a:pt x="20482" y="5458"/>
                  </a:cubicBezTo>
                  <a:cubicBezTo>
                    <a:pt x="19226" y="1421"/>
                    <a:pt x="17532" y="0"/>
                    <a:pt x="15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73"/>
            <p:cNvSpPr/>
            <p:nvPr/>
          </p:nvSpPr>
          <p:spPr>
            <a:xfrm>
              <a:off x="8268583" y="3106642"/>
              <a:ext cx="308186" cy="149103"/>
            </a:xfrm>
            <a:custGeom>
              <a:avLst/>
              <a:gdLst/>
              <a:ahLst/>
              <a:cxnLst/>
              <a:rect l="l" t="t" r="r" b="b"/>
              <a:pathLst>
                <a:path w="15346" h="7444" extrusionOk="0">
                  <a:moveTo>
                    <a:pt x="34" y="0"/>
                  </a:moveTo>
                  <a:cubicBezTo>
                    <a:pt x="1" y="367"/>
                    <a:pt x="34" y="734"/>
                    <a:pt x="134" y="1067"/>
                  </a:cubicBezTo>
                  <a:cubicBezTo>
                    <a:pt x="301" y="1368"/>
                    <a:pt x="1202" y="2001"/>
                    <a:pt x="2202" y="2502"/>
                  </a:cubicBezTo>
                  <a:cubicBezTo>
                    <a:pt x="3003" y="2869"/>
                    <a:pt x="3303" y="3402"/>
                    <a:pt x="4304" y="4537"/>
                  </a:cubicBezTo>
                  <a:cubicBezTo>
                    <a:pt x="5171" y="5504"/>
                    <a:pt x="6272" y="6271"/>
                    <a:pt x="7506" y="6772"/>
                  </a:cubicBezTo>
                  <a:cubicBezTo>
                    <a:pt x="8463" y="7173"/>
                    <a:pt x="9584" y="7443"/>
                    <a:pt x="10725" y="7443"/>
                  </a:cubicBezTo>
                  <a:cubicBezTo>
                    <a:pt x="11573" y="7443"/>
                    <a:pt x="12433" y="7294"/>
                    <a:pt x="13244" y="6938"/>
                  </a:cubicBezTo>
                  <a:cubicBezTo>
                    <a:pt x="14011" y="6605"/>
                    <a:pt x="14711" y="6104"/>
                    <a:pt x="15278" y="5504"/>
                  </a:cubicBezTo>
                  <a:cubicBezTo>
                    <a:pt x="15312" y="5304"/>
                    <a:pt x="15345" y="5104"/>
                    <a:pt x="15312" y="4904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73"/>
            <p:cNvSpPr/>
            <p:nvPr/>
          </p:nvSpPr>
          <p:spPr>
            <a:xfrm>
              <a:off x="8263221" y="3001384"/>
              <a:ext cx="328951" cy="235292"/>
            </a:xfrm>
            <a:custGeom>
              <a:avLst/>
              <a:gdLst/>
              <a:ahLst/>
              <a:cxnLst/>
              <a:rect l="l" t="t" r="r" b="b"/>
              <a:pathLst>
                <a:path w="16380" h="11747" extrusionOk="0">
                  <a:moveTo>
                    <a:pt x="5470" y="0"/>
                  </a:moveTo>
                  <a:cubicBezTo>
                    <a:pt x="4734" y="0"/>
                    <a:pt x="3742" y="174"/>
                    <a:pt x="3270" y="1019"/>
                  </a:cubicBezTo>
                  <a:cubicBezTo>
                    <a:pt x="3036" y="1452"/>
                    <a:pt x="3403" y="1753"/>
                    <a:pt x="3170" y="1886"/>
                  </a:cubicBezTo>
                  <a:cubicBezTo>
                    <a:pt x="3141" y="1903"/>
                    <a:pt x="3108" y="1910"/>
                    <a:pt x="3073" y="1910"/>
                  </a:cubicBezTo>
                  <a:cubicBezTo>
                    <a:pt x="2840" y="1910"/>
                    <a:pt x="2502" y="1584"/>
                    <a:pt x="2294" y="1584"/>
                  </a:cubicBezTo>
                  <a:cubicBezTo>
                    <a:pt x="2286" y="1584"/>
                    <a:pt x="2277" y="1585"/>
                    <a:pt x="2269" y="1586"/>
                  </a:cubicBezTo>
                  <a:cubicBezTo>
                    <a:pt x="1702" y="1686"/>
                    <a:pt x="1135" y="1753"/>
                    <a:pt x="568" y="1753"/>
                  </a:cubicBezTo>
                  <a:lnTo>
                    <a:pt x="435" y="1219"/>
                  </a:lnTo>
                  <a:cubicBezTo>
                    <a:pt x="1" y="1386"/>
                    <a:pt x="168" y="2220"/>
                    <a:pt x="168" y="3120"/>
                  </a:cubicBezTo>
                  <a:cubicBezTo>
                    <a:pt x="134" y="4088"/>
                    <a:pt x="201" y="5255"/>
                    <a:pt x="501" y="5722"/>
                  </a:cubicBezTo>
                  <a:cubicBezTo>
                    <a:pt x="1035" y="6556"/>
                    <a:pt x="2603" y="7090"/>
                    <a:pt x="3370" y="7723"/>
                  </a:cubicBezTo>
                  <a:cubicBezTo>
                    <a:pt x="4171" y="8391"/>
                    <a:pt x="4971" y="9425"/>
                    <a:pt x="6039" y="10225"/>
                  </a:cubicBezTo>
                  <a:cubicBezTo>
                    <a:pt x="6539" y="10659"/>
                    <a:pt x="7139" y="10992"/>
                    <a:pt x="7740" y="11293"/>
                  </a:cubicBezTo>
                  <a:cubicBezTo>
                    <a:pt x="8452" y="11649"/>
                    <a:pt x="9281" y="11747"/>
                    <a:pt x="10074" y="11747"/>
                  </a:cubicBezTo>
                  <a:cubicBezTo>
                    <a:pt x="10619" y="11747"/>
                    <a:pt x="11147" y="11700"/>
                    <a:pt x="11609" y="11660"/>
                  </a:cubicBezTo>
                  <a:cubicBezTo>
                    <a:pt x="13077" y="11560"/>
                    <a:pt x="16379" y="10192"/>
                    <a:pt x="15445" y="8724"/>
                  </a:cubicBezTo>
                  <a:cubicBezTo>
                    <a:pt x="14812" y="7723"/>
                    <a:pt x="13978" y="6856"/>
                    <a:pt x="12977" y="6222"/>
                  </a:cubicBezTo>
                  <a:cubicBezTo>
                    <a:pt x="12410" y="5889"/>
                    <a:pt x="11009" y="5155"/>
                    <a:pt x="10175" y="4688"/>
                  </a:cubicBezTo>
                  <a:cubicBezTo>
                    <a:pt x="7873" y="3287"/>
                    <a:pt x="6639" y="1286"/>
                    <a:pt x="6372" y="85"/>
                  </a:cubicBezTo>
                  <a:cubicBezTo>
                    <a:pt x="6372" y="85"/>
                    <a:pt x="5983" y="0"/>
                    <a:pt x="547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73"/>
            <p:cNvSpPr/>
            <p:nvPr/>
          </p:nvSpPr>
          <p:spPr>
            <a:xfrm>
              <a:off x="8418640" y="3125149"/>
              <a:ext cx="168171" cy="117095"/>
            </a:xfrm>
            <a:custGeom>
              <a:avLst/>
              <a:gdLst/>
              <a:ahLst/>
              <a:cxnLst/>
              <a:rect l="l" t="t" r="r" b="b"/>
              <a:pathLst>
                <a:path w="8374" h="5846" extrusionOk="0">
                  <a:moveTo>
                    <a:pt x="4771" y="1"/>
                  </a:moveTo>
                  <a:cubicBezTo>
                    <a:pt x="4204" y="1"/>
                    <a:pt x="3466" y="182"/>
                    <a:pt x="2503" y="744"/>
                  </a:cubicBezTo>
                  <a:cubicBezTo>
                    <a:pt x="134" y="2178"/>
                    <a:pt x="1" y="5114"/>
                    <a:pt x="1" y="5114"/>
                  </a:cubicBezTo>
                  <a:cubicBezTo>
                    <a:pt x="986" y="5606"/>
                    <a:pt x="2048" y="5846"/>
                    <a:pt x="3104" y="5846"/>
                  </a:cubicBezTo>
                  <a:cubicBezTo>
                    <a:pt x="4834" y="5846"/>
                    <a:pt x="6547" y="5202"/>
                    <a:pt x="7873" y="3980"/>
                  </a:cubicBezTo>
                  <a:cubicBezTo>
                    <a:pt x="8373" y="1945"/>
                    <a:pt x="6739" y="777"/>
                    <a:pt x="6339" y="544"/>
                  </a:cubicBezTo>
                  <a:cubicBezTo>
                    <a:pt x="6079" y="404"/>
                    <a:pt x="5616" y="1"/>
                    <a:pt x="477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73"/>
            <p:cNvSpPr/>
            <p:nvPr/>
          </p:nvSpPr>
          <p:spPr>
            <a:xfrm>
              <a:off x="7689806" y="2793272"/>
              <a:ext cx="232475" cy="271847"/>
            </a:xfrm>
            <a:custGeom>
              <a:avLst/>
              <a:gdLst/>
              <a:ahLst/>
              <a:cxnLst/>
              <a:rect l="l" t="t" r="r" b="b"/>
              <a:pathLst>
                <a:path w="11576" h="13572" extrusionOk="0">
                  <a:moveTo>
                    <a:pt x="767" y="0"/>
                  </a:moveTo>
                  <a:cubicBezTo>
                    <a:pt x="434" y="167"/>
                    <a:pt x="200" y="467"/>
                    <a:pt x="67" y="834"/>
                  </a:cubicBezTo>
                  <a:cubicBezTo>
                    <a:pt x="0" y="1201"/>
                    <a:pt x="300" y="2202"/>
                    <a:pt x="634" y="2969"/>
                  </a:cubicBezTo>
                  <a:cubicBezTo>
                    <a:pt x="1001" y="3903"/>
                    <a:pt x="1201" y="4904"/>
                    <a:pt x="1201" y="5905"/>
                  </a:cubicBezTo>
                  <a:cubicBezTo>
                    <a:pt x="1301" y="7372"/>
                    <a:pt x="1701" y="8773"/>
                    <a:pt x="2335" y="10074"/>
                  </a:cubicBezTo>
                  <a:cubicBezTo>
                    <a:pt x="3054" y="11574"/>
                    <a:pt x="5587" y="13572"/>
                    <a:pt x="8373" y="13572"/>
                  </a:cubicBezTo>
                  <a:cubicBezTo>
                    <a:pt x="8561" y="13572"/>
                    <a:pt x="8750" y="13563"/>
                    <a:pt x="8940" y="13544"/>
                  </a:cubicBezTo>
                  <a:cubicBezTo>
                    <a:pt x="11342" y="13310"/>
                    <a:pt x="11575" y="12143"/>
                    <a:pt x="11475" y="11575"/>
                  </a:cubicBezTo>
                  <a:lnTo>
                    <a:pt x="7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73"/>
            <p:cNvSpPr/>
            <p:nvPr/>
          </p:nvSpPr>
          <p:spPr>
            <a:xfrm>
              <a:off x="7699847" y="2737429"/>
              <a:ext cx="217072" cy="299789"/>
            </a:xfrm>
            <a:custGeom>
              <a:avLst/>
              <a:gdLst/>
              <a:ahLst/>
              <a:cxnLst/>
              <a:rect l="l" t="t" r="r" b="b"/>
              <a:pathLst>
                <a:path w="10809" h="14967" extrusionOk="0">
                  <a:moveTo>
                    <a:pt x="2858" y="0"/>
                  </a:moveTo>
                  <a:cubicBezTo>
                    <a:pt x="2514" y="0"/>
                    <a:pt x="2106" y="523"/>
                    <a:pt x="1535" y="1154"/>
                  </a:cubicBezTo>
                  <a:cubicBezTo>
                    <a:pt x="901" y="1888"/>
                    <a:pt x="201" y="2722"/>
                    <a:pt x="134" y="3255"/>
                  </a:cubicBezTo>
                  <a:cubicBezTo>
                    <a:pt x="1" y="4189"/>
                    <a:pt x="734" y="5390"/>
                    <a:pt x="1068" y="6358"/>
                  </a:cubicBezTo>
                  <a:cubicBezTo>
                    <a:pt x="1335" y="7292"/>
                    <a:pt x="1235" y="8159"/>
                    <a:pt x="1502" y="9393"/>
                  </a:cubicBezTo>
                  <a:cubicBezTo>
                    <a:pt x="1735" y="10828"/>
                    <a:pt x="2336" y="12162"/>
                    <a:pt x="3236" y="13263"/>
                  </a:cubicBezTo>
                  <a:cubicBezTo>
                    <a:pt x="3851" y="14014"/>
                    <a:pt x="6872" y="14967"/>
                    <a:pt x="8815" y="14967"/>
                  </a:cubicBezTo>
                  <a:cubicBezTo>
                    <a:pt x="9719" y="14967"/>
                    <a:pt x="10390" y="14760"/>
                    <a:pt x="10475" y="14230"/>
                  </a:cubicBezTo>
                  <a:cubicBezTo>
                    <a:pt x="10608" y="13163"/>
                    <a:pt x="10808" y="11895"/>
                    <a:pt x="10041" y="10928"/>
                  </a:cubicBezTo>
                  <a:cubicBezTo>
                    <a:pt x="9674" y="10427"/>
                    <a:pt x="9174" y="9793"/>
                    <a:pt x="8740" y="9260"/>
                  </a:cubicBezTo>
                  <a:cubicBezTo>
                    <a:pt x="6939" y="6758"/>
                    <a:pt x="7606" y="3823"/>
                    <a:pt x="7906" y="2655"/>
                  </a:cubicBezTo>
                  <a:cubicBezTo>
                    <a:pt x="7906" y="2655"/>
                    <a:pt x="6908" y="1510"/>
                    <a:pt x="5722" y="1510"/>
                  </a:cubicBezTo>
                  <a:cubicBezTo>
                    <a:pt x="5520" y="1510"/>
                    <a:pt x="5313" y="1543"/>
                    <a:pt x="5104" y="1621"/>
                  </a:cubicBezTo>
                  <a:cubicBezTo>
                    <a:pt x="4658" y="1780"/>
                    <a:pt x="4699" y="2426"/>
                    <a:pt x="4500" y="2426"/>
                  </a:cubicBezTo>
                  <a:cubicBezTo>
                    <a:pt x="4491" y="2426"/>
                    <a:pt x="4481" y="2425"/>
                    <a:pt x="4470" y="2422"/>
                  </a:cubicBezTo>
                  <a:cubicBezTo>
                    <a:pt x="4204" y="2388"/>
                    <a:pt x="4204" y="1521"/>
                    <a:pt x="4003" y="1421"/>
                  </a:cubicBezTo>
                  <a:cubicBezTo>
                    <a:pt x="3503" y="1154"/>
                    <a:pt x="3069" y="820"/>
                    <a:pt x="2736" y="420"/>
                  </a:cubicBezTo>
                  <a:lnTo>
                    <a:pt x="2969" y="20"/>
                  </a:lnTo>
                  <a:cubicBezTo>
                    <a:pt x="2933" y="7"/>
                    <a:pt x="2896" y="0"/>
                    <a:pt x="285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73"/>
            <p:cNvSpPr/>
            <p:nvPr/>
          </p:nvSpPr>
          <p:spPr>
            <a:xfrm>
              <a:off x="7764151" y="2942496"/>
              <a:ext cx="178212" cy="105378"/>
            </a:xfrm>
            <a:custGeom>
              <a:avLst/>
              <a:gdLst/>
              <a:ahLst/>
              <a:cxnLst/>
              <a:rect l="l" t="t" r="r" b="b"/>
              <a:pathLst>
                <a:path w="8874" h="5261" extrusionOk="0">
                  <a:moveTo>
                    <a:pt x="4948" y="1"/>
                  </a:moveTo>
                  <a:cubicBezTo>
                    <a:pt x="4591" y="1"/>
                    <a:pt x="4180" y="37"/>
                    <a:pt x="3704" y="123"/>
                  </a:cubicBezTo>
                  <a:cubicBezTo>
                    <a:pt x="1102" y="590"/>
                    <a:pt x="1" y="3025"/>
                    <a:pt x="1" y="3025"/>
                  </a:cubicBezTo>
                  <a:cubicBezTo>
                    <a:pt x="1540" y="4810"/>
                    <a:pt x="3313" y="5260"/>
                    <a:pt x="4718" y="5260"/>
                  </a:cubicBezTo>
                  <a:cubicBezTo>
                    <a:pt x="6151" y="5260"/>
                    <a:pt x="7203" y="4792"/>
                    <a:pt x="7238" y="4792"/>
                  </a:cubicBezTo>
                  <a:cubicBezTo>
                    <a:pt x="7239" y="4792"/>
                    <a:pt x="7239" y="4792"/>
                    <a:pt x="7239" y="4793"/>
                  </a:cubicBezTo>
                  <a:cubicBezTo>
                    <a:pt x="8874" y="3458"/>
                    <a:pt x="7573" y="1390"/>
                    <a:pt x="7273" y="1023"/>
                  </a:cubicBezTo>
                  <a:cubicBezTo>
                    <a:pt x="7028" y="723"/>
                    <a:pt x="6537" y="1"/>
                    <a:pt x="494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73"/>
            <p:cNvSpPr/>
            <p:nvPr/>
          </p:nvSpPr>
          <p:spPr>
            <a:xfrm>
              <a:off x="7737361" y="1782378"/>
              <a:ext cx="646476" cy="1049672"/>
            </a:xfrm>
            <a:custGeom>
              <a:avLst/>
              <a:gdLst/>
              <a:ahLst/>
              <a:cxnLst/>
              <a:rect l="l" t="t" r="r" b="b"/>
              <a:pathLst>
                <a:path w="32191" h="52405" extrusionOk="0">
                  <a:moveTo>
                    <a:pt x="32190" y="0"/>
                  </a:moveTo>
                  <a:lnTo>
                    <a:pt x="12610" y="2602"/>
                  </a:lnTo>
                  <a:lnTo>
                    <a:pt x="15512" y="24884"/>
                  </a:lnTo>
                  <a:lnTo>
                    <a:pt x="1" y="48034"/>
                  </a:lnTo>
                  <a:cubicBezTo>
                    <a:pt x="1235" y="51537"/>
                    <a:pt x="6038" y="52404"/>
                    <a:pt x="6038" y="52404"/>
                  </a:cubicBezTo>
                  <a:cubicBezTo>
                    <a:pt x="13677" y="43765"/>
                    <a:pt x="25152" y="33090"/>
                    <a:pt x="27820" y="28954"/>
                  </a:cubicBezTo>
                  <a:cubicBezTo>
                    <a:pt x="29588" y="26219"/>
                    <a:pt x="30923" y="19214"/>
                    <a:pt x="31556" y="11909"/>
                  </a:cubicBezTo>
                  <a:cubicBezTo>
                    <a:pt x="32190" y="4603"/>
                    <a:pt x="32190" y="0"/>
                    <a:pt x="3219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73"/>
            <p:cNvSpPr/>
            <p:nvPr/>
          </p:nvSpPr>
          <p:spPr>
            <a:xfrm>
              <a:off x="8044844" y="2286814"/>
              <a:ext cx="98505" cy="304035"/>
            </a:xfrm>
            <a:custGeom>
              <a:avLst/>
              <a:gdLst/>
              <a:ahLst/>
              <a:cxnLst/>
              <a:rect l="l" t="t" r="r" b="b"/>
              <a:pathLst>
                <a:path w="4905" h="15179" extrusionOk="0">
                  <a:moveTo>
                    <a:pt x="1" y="1"/>
                  </a:moveTo>
                  <a:lnTo>
                    <a:pt x="2302" y="8674"/>
                  </a:lnTo>
                  <a:lnTo>
                    <a:pt x="2135" y="15178"/>
                  </a:lnTo>
                  <a:lnTo>
                    <a:pt x="3903" y="13377"/>
                  </a:lnTo>
                  <a:cubicBezTo>
                    <a:pt x="3903" y="13377"/>
                    <a:pt x="4904" y="6038"/>
                    <a:pt x="4537" y="4637"/>
                  </a:cubicBezTo>
                  <a:cubicBezTo>
                    <a:pt x="4204" y="320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73"/>
            <p:cNvSpPr/>
            <p:nvPr/>
          </p:nvSpPr>
          <p:spPr>
            <a:xfrm>
              <a:off x="8235086" y="1921346"/>
              <a:ext cx="122624" cy="352127"/>
            </a:xfrm>
            <a:custGeom>
              <a:avLst/>
              <a:gdLst/>
              <a:ahLst/>
              <a:cxnLst/>
              <a:rect l="l" t="t" r="r" b="b"/>
              <a:pathLst>
                <a:path w="6106" h="17580" extrusionOk="0">
                  <a:moveTo>
                    <a:pt x="6105" y="0"/>
                  </a:moveTo>
                  <a:cubicBezTo>
                    <a:pt x="4704" y="2602"/>
                    <a:pt x="2469" y="3970"/>
                    <a:pt x="1" y="5037"/>
                  </a:cubicBezTo>
                  <a:lnTo>
                    <a:pt x="3403" y="17580"/>
                  </a:lnTo>
                  <a:lnTo>
                    <a:pt x="1736" y="5838"/>
                  </a:lnTo>
                  <a:cubicBezTo>
                    <a:pt x="2636" y="5271"/>
                    <a:pt x="3503" y="4604"/>
                    <a:pt x="4271" y="3803"/>
                  </a:cubicBezTo>
                  <a:cubicBezTo>
                    <a:pt x="6105" y="1935"/>
                    <a:pt x="6105" y="1"/>
                    <a:pt x="610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73"/>
            <p:cNvSpPr/>
            <p:nvPr/>
          </p:nvSpPr>
          <p:spPr>
            <a:xfrm>
              <a:off x="7948388" y="1792393"/>
              <a:ext cx="447498" cy="1254900"/>
            </a:xfrm>
            <a:custGeom>
              <a:avLst/>
              <a:gdLst/>
              <a:ahLst/>
              <a:cxnLst/>
              <a:rect l="l" t="t" r="r" b="b"/>
              <a:pathLst>
                <a:path w="22283" h="62651" extrusionOk="0">
                  <a:moveTo>
                    <a:pt x="467" y="0"/>
                  </a:moveTo>
                  <a:cubicBezTo>
                    <a:pt x="167" y="2802"/>
                    <a:pt x="0" y="5604"/>
                    <a:pt x="0" y="8440"/>
                  </a:cubicBezTo>
                  <a:cubicBezTo>
                    <a:pt x="33" y="10875"/>
                    <a:pt x="734" y="14177"/>
                    <a:pt x="1835" y="17546"/>
                  </a:cubicBezTo>
                  <a:cubicBezTo>
                    <a:pt x="2969" y="20882"/>
                    <a:pt x="8006" y="31656"/>
                    <a:pt x="8439" y="32857"/>
                  </a:cubicBezTo>
                  <a:cubicBezTo>
                    <a:pt x="8573" y="33258"/>
                    <a:pt x="8373" y="38161"/>
                    <a:pt x="9340" y="42131"/>
                  </a:cubicBezTo>
                  <a:cubicBezTo>
                    <a:pt x="11708" y="51737"/>
                    <a:pt x="15378" y="62545"/>
                    <a:pt x="15378" y="62545"/>
                  </a:cubicBezTo>
                  <a:cubicBezTo>
                    <a:pt x="15846" y="62616"/>
                    <a:pt x="16315" y="62650"/>
                    <a:pt x="16782" y="62650"/>
                  </a:cubicBezTo>
                  <a:cubicBezTo>
                    <a:pt x="18744" y="62650"/>
                    <a:pt x="20666" y="62036"/>
                    <a:pt x="22283" y="60877"/>
                  </a:cubicBezTo>
                  <a:cubicBezTo>
                    <a:pt x="22283" y="60877"/>
                    <a:pt x="19080" y="29822"/>
                    <a:pt x="18647" y="27854"/>
                  </a:cubicBezTo>
                  <a:cubicBezTo>
                    <a:pt x="18213" y="25852"/>
                    <a:pt x="14277" y="11475"/>
                    <a:pt x="14277" y="11475"/>
                  </a:cubicBezTo>
                  <a:cubicBezTo>
                    <a:pt x="14277" y="11475"/>
                    <a:pt x="21349" y="6772"/>
                    <a:pt x="21482" y="67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73"/>
            <p:cNvSpPr/>
            <p:nvPr/>
          </p:nvSpPr>
          <p:spPr>
            <a:xfrm>
              <a:off x="7967808" y="795961"/>
              <a:ext cx="111217" cy="302253"/>
            </a:xfrm>
            <a:custGeom>
              <a:avLst/>
              <a:gdLst/>
              <a:ahLst/>
              <a:cxnLst/>
              <a:rect l="l" t="t" r="r" b="b"/>
              <a:pathLst>
                <a:path w="5538" h="15090" extrusionOk="0">
                  <a:moveTo>
                    <a:pt x="1288" y="1"/>
                  </a:moveTo>
                  <a:cubicBezTo>
                    <a:pt x="778" y="1"/>
                    <a:pt x="292" y="313"/>
                    <a:pt x="67" y="812"/>
                  </a:cubicBezTo>
                  <a:lnTo>
                    <a:pt x="1969" y="1680"/>
                  </a:lnTo>
                  <a:cubicBezTo>
                    <a:pt x="1335" y="1913"/>
                    <a:pt x="834" y="2347"/>
                    <a:pt x="534" y="2914"/>
                  </a:cubicBezTo>
                  <a:cubicBezTo>
                    <a:pt x="0" y="3981"/>
                    <a:pt x="701" y="6250"/>
                    <a:pt x="1401" y="9085"/>
                  </a:cubicBezTo>
                  <a:cubicBezTo>
                    <a:pt x="1768" y="10853"/>
                    <a:pt x="2269" y="12554"/>
                    <a:pt x="2903" y="14255"/>
                  </a:cubicBezTo>
                  <a:cubicBezTo>
                    <a:pt x="3236" y="15089"/>
                    <a:pt x="3803" y="15089"/>
                    <a:pt x="3803" y="15089"/>
                  </a:cubicBezTo>
                  <a:lnTo>
                    <a:pt x="3803" y="12321"/>
                  </a:lnTo>
                  <a:lnTo>
                    <a:pt x="3670" y="9986"/>
                  </a:lnTo>
                  <a:cubicBezTo>
                    <a:pt x="3670" y="9986"/>
                    <a:pt x="5171" y="7951"/>
                    <a:pt x="5338" y="6283"/>
                  </a:cubicBezTo>
                  <a:cubicBezTo>
                    <a:pt x="5538" y="4115"/>
                    <a:pt x="5104" y="3247"/>
                    <a:pt x="5104" y="3247"/>
                  </a:cubicBezTo>
                  <a:lnTo>
                    <a:pt x="2769" y="1446"/>
                  </a:lnTo>
                  <a:cubicBezTo>
                    <a:pt x="2669" y="1479"/>
                    <a:pt x="2569" y="1479"/>
                    <a:pt x="2469" y="1513"/>
                  </a:cubicBezTo>
                  <a:cubicBezTo>
                    <a:pt x="2602" y="946"/>
                    <a:pt x="2335" y="345"/>
                    <a:pt x="1802" y="112"/>
                  </a:cubicBezTo>
                  <a:cubicBezTo>
                    <a:pt x="1634" y="36"/>
                    <a:pt x="1459" y="1"/>
                    <a:pt x="128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73"/>
            <p:cNvSpPr/>
            <p:nvPr/>
          </p:nvSpPr>
          <p:spPr>
            <a:xfrm>
              <a:off x="8103786" y="776812"/>
              <a:ext cx="221771" cy="189384"/>
            </a:xfrm>
            <a:custGeom>
              <a:avLst/>
              <a:gdLst/>
              <a:ahLst/>
              <a:cxnLst/>
              <a:rect l="l" t="t" r="r" b="b"/>
              <a:pathLst>
                <a:path w="11043" h="9455" extrusionOk="0">
                  <a:moveTo>
                    <a:pt x="6272" y="0"/>
                  </a:moveTo>
                  <a:cubicBezTo>
                    <a:pt x="2069" y="0"/>
                    <a:pt x="1" y="5104"/>
                    <a:pt x="2970" y="8073"/>
                  </a:cubicBezTo>
                  <a:cubicBezTo>
                    <a:pt x="3935" y="9028"/>
                    <a:pt x="5115" y="9455"/>
                    <a:pt x="6271" y="9455"/>
                  </a:cubicBezTo>
                  <a:cubicBezTo>
                    <a:pt x="8709" y="9455"/>
                    <a:pt x="11042" y="7555"/>
                    <a:pt x="11042" y="4704"/>
                  </a:cubicBezTo>
                  <a:cubicBezTo>
                    <a:pt x="11009" y="2102"/>
                    <a:pt x="8907" y="0"/>
                    <a:pt x="62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73"/>
            <p:cNvSpPr/>
            <p:nvPr/>
          </p:nvSpPr>
          <p:spPr>
            <a:xfrm>
              <a:off x="7943026" y="821499"/>
              <a:ext cx="370462" cy="425698"/>
            </a:xfrm>
            <a:custGeom>
              <a:avLst/>
              <a:gdLst/>
              <a:ahLst/>
              <a:cxnLst/>
              <a:rect l="l" t="t" r="r" b="b"/>
              <a:pathLst>
                <a:path w="18447" h="21253" extrusionOk="0">
                  <a:moveTo>
                    <a:pt x="13792" y="1"/>
                  </a:moveTo>
                  <a:cubicBezTo>
                    <a:pt x="11415" y="1"/>
                    <a:pt x="8490" y="618"/>
                    <a:pt x="6338" y="1972"/>
                  </a:cubicBezTo>
                  <a:cubicBezTo>
                    <a:pt x="6605" y="6576"/>
                    <a:pt x="5571" y="7843"/>
                    <a:pt x="5004" y="8344"/>
                  </a:cubicBezTo>
                  <a:cubicBezTo>
                    <a:pt x="4916" y="8416"/>
                    <a:pt x="4832" y="8447"/>
                    <a:pt x="4750" y="8447"/>
                  </a:cubicBezTo>
                  <a:cubicBezTo>
                    <a:pt x="4301" y="8447"/>
                    <a:pt x="3926" y="7499"/>
                    <a:pt x="3503" y="7076"/>
                  </a:cubicBezTo>
                  <a:cubicBezTo>
                    <a:pt x="3258" y="6832"/>
                    <a:pt x="2721" y="6532"/>
                    <a:pt x="2160" y="6532"/>
                  </a:cubicBezTo>
                  <a:cubicBezTo>
                    <a:pt x="1649" y="6532"/>
                    <a:pt x="1117" y="6780"/>
                    <a:pt x="767" y="7543"/>
                  </a:cubicBezTo>
                  <a:cubicBezTo>
                    <a:pt x="0" y="9144"/>
                    <a:pt x="1468" y="11413"/>
                    <a:pt x="2602" y="11946"/>
                  </a:cubicBezTo>
                  <a:cubicBezTo>
                    <a:pt x="2920" y="12099"/>
                    <a:pt x="3205" y="12160"/>
                    <a:pt x="3458" y="12160"/>
                  </a:cubicBezTo>
                  <a:cubicBezTo>
                    <a:pt x="4534" y="12160"/>
                    <a:pt x="5037" y="11046"/>
                    <a:pt x="5037" y="11046"/>
                  </a:cubicBezTo>
                  <a:lnTo>
                    <a:pt x="5037" y="18051"/>
                  </a:lnTo>
                  <a:cubicBezTo>
                    <a:pt x="6805" y="21253"/>
                    <a:pt x="10208" y="20619"/>
                    <a:pt x="12009" y="21053"/>
                  </a:cubicBezTo>
                  <a:cubicBezTo>
                    <a:pt x="12342" y="19785"/>
                    <a:pt x="12643" y="19151"/>
                    <a:pt x="12442" y="18451"/>
                  </a:cubicBezTo>
                  <a:lnTo>
                    <a:pt x="12442" y="16149"/>
                  </a:lnTo>
                  <a:cubicBezTo>
                    <a:pt x="12967" y="16263"/>
                    <a:pt x="13491" y="16315"/>
                    <a:pt x="14015" y="16315"/>
                  </a:cubicBezTo>
                  <a:cubicBezTo>
                    <a:pt x="14258" y="16315"/>
                    <a:pt x="14501" y="16304"/>
                    <a:pt x="14744" y="16283"/>
                  </a:cubicBezTo>
                  <a:cubicBezTo>
                    <a:pt x="16279" y="16049"/>
                    <a:pt x="17112" y="14782"/>
                    <a:pt x="17579" y="13114"/>
                  </a:cubicBezTo>
                  <a:cubicBezTo>
                    <a:pt x="18313" y="10445"/>
                    <a:pt x="18447" y="5975"/>
                    <a:pt x="17446" y="805"/>
                  </a:cubicBezTo>
                  <a:cubicBezTo>
                    <a:pt x="16748" y="281"/>
                    <a:pt x="15394" y="1"/>
                    <a:pt x="13792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73"/>
            <p:cNvSpPr/>
            <p:nvPr/>
          </p:nvSpPr>
          <p:spPr>
            <a:xfrm>
              <a:off x="8142646" y="951854"/>
              <a:ext cx="28838" cy="28763"/>
            </a:xfrm>
            <a:custGeom>
              <a:avLst/>
              <a:gdLst/>
              <a:ahLst/>
              <a:cxnLst/>
              <a:rect l="l" t="t" r="r" b="b"/>
              <a:pathLst>
                <a:path w="1436" h="1436" extrusionOk="0">
                  <a:moveTo>
                    <a:pt x="735" y="1"/>
                  </a:moveTo>
                  <a:cubicBezTo>
                    <a:pt x="334" y="1"/>
                    <a:pt x="1" y="335"/>
                    <a:pt x="1" y="735"/>
                  </a:cubicBezTo>
                  <a:cubicBezTo>
                    <a:pt x="1" y="1135"/>
                    <a:pt x="334" y="1435"/>
                    <a:pt x="735" y="1435"/>
                  </a:cubicBezTo>
                  <a:cubicBezTo>
                    <a:pt x="1135" y="1435"/>
                    <a:pt x="1435" y="1135"/>
                    <a:pt x="1435" y="735"/>
                  </a:cubicBezTo>
                  <a:cubicBezTo>
                    <a:pt x="1435" y="335"/>
                    <a:pt x="1135" y="1"/>
                    <a:pt x="7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73"/>
            <p:cNvSpPr/>
            <p:nvPr/>
          </p:nvSpPr>
          <p:spPr>
            <a:xfrm>
              <a:off x="8252517" y="946526"/>
              <a:ext cx="28818" cy="28743"/>
            </a:xfrm>
            <a:custGeom>
              <a:avLst/>
              <a:gdLst/>
              <a:ahLst/>
              <a:cxnLst/>
              <a:rect l="l" t="t" r="r" b="b"/>
              <a:pathLst>
                <a:path w="1435" h="1435" extrusionOk="0">
                  <a:moveTo>
                    <a:pt x="701" y="0"/>
                  </a:moveTo>
                  <a:cubicBezTo>
                    <a:pt x="300" y="0"/>
                    <a:pt x="0" y="334"/>
                    <a:pt x="0" y="734"/>
                  </a:cubicBezTo>
                  <a:cubicBezTo>
                    <a:pt x="0" y="1101"/>
                    <a:pt x="300" y="1435"/>
                    <a:pt x="701" y="1435"/>
                  </a:cubicBezTo>
                  <a:cubicBezTo>
                    <a:pt x="1101" y="1435"/>
                    <a:pt x="1435" y="1101"/>
                    <a:pt x="1435" y="734"/>
                  </a:cubicBezTo>
                  <a:cubicBezTo>
                    <a:pt x="1435" y="334"/>
                    <a:pt x="1101" y="0"/>
                    <a:pt x="7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73"/>
            <p:cNvSpPr/>
            <p:nvPr/>
          </p:nvSpPr>
          <p:spPr>
            <a:xfrm>
              <a:off x="8066955" y="1086156"/>
              <a:ext cx="125957" cy="76855"/>
            </a:xfrm>
            <a:custGeom>
              <a:avLst/>
              <a:gdLst/>
              <a:ahLst/>
              <a:cxnLst/>
              <a:rect l="l" t="t" r="r" b="b"/>
              <a:pathLst>
                <a:path w="6272" h="3837" extrusionOk="0">
                  <a:moveTo>
                    <a:pt x="0" y="1"/>
                  </a:moveTo>
                  <a:cubicBezTo>
                    <a:pt x="167" y="701"/>
                    <a:pt x="501" y="1335"/>
                    <a:pt x="934" y="1936"/>
                  </a:cubicBezTo>
                  <a:cubicBezTo>
                    <a:pt x="1802" y="3036"/>
                    <a:pt x="6271" y="3837"/>
                    <a:pt x="6271" y="3837"/>
                  </a:cubicBezTo>
                  <a:lnTo>
                    <a:pt x="6271" y="2936"/>
                  </a:lnTo>
                  <a:cubicBezTo>
                    <a:pt x="6271" y="2936"/>
                    <a:pt x="2869" y="2269"/>
                    <a:pt x="1668" y="1635"/>
                  </a:cubicBezTo>
                  <a:cubicBezTo>
                    <a:pt x="968" y="1268"/>
                    <a:pt x="367" y="701"/>
                    <a:pt x="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73"/>
            <p:cNvSpPr/>
            <p:nvPr/>
          </p:nvSpPr>
          <p:spPr>
            <a:xfrm>
              <a:off x="8008675" y="717103"/>
              <a:ext cx="311520" cy="184877"/>
            </a:xfrm>
            <a:custGeom>
              <a:avLst/>
              <a:gdLst/>
              <a:ahLst/>
              <a:cxnLst/>
              <a:rect l="l" t="t" r="r" b="b"/>
              <a:pathLst>
                <a:path w="15512" h="9230" extrusionOk="0">
                  <a:moveTo>
                    <a:pt x="12648" y="1"/>
                  </a:moveTo>
                  <a:cubicBezTo>
                    <a:pt x="12413" y="1"/>
                    <a:pt x="12185" y="203"/>
                    <a:pt x="12009" y="380"/>
                  </a:cubicBezTo>
                  <a:cubicBezTo>
                    <a:pt x="11015" y="1303"/>
                    <a:pt x="9860" y="1508"/>
                    <a:pt x="8656" y="1508"/>
                  </a:cubicBezTo>
                  <a:cubicBezTo>
                    <a:pt x="7692" y="1508"/>
                    <a:pt x="6695" y="1376"/>
                    <a:pt x="5723" y="1376"/>
                  </a:cubicBezTo>
                  <a:cubicBezTo>
                    <a:pt x="5628" y="1376"/>
                    <a:pt x="5533" y="1377"/>
                    <a:pt x="5437" y="1380"/>
                  </a:cubicBezTo>
                  <a:cubicBezTo>
                    <a:pt x="3569" y="1447"/>
                    <a:pt x="1268" y="2214"/>
                    <a:pt x="434" y="4049"/>
                  </a:cubicBezTo>
                  <a:cubicBezTo>
                    <a:pt x="67" y="4883"/>
                    <a:pt x="0" y="5750"/>
                    <a:pt x="767" y="6350"/>
                  </a:cubicBezTo>
                  <a:cubicBezTo>
                    <a:pt x="1268" y="6717"/>
                    <a:pt x="1735" y="6684"/>
                    <a:pt x="2002" y="7318"/>
                  </a:cubicBezTo>
                  <a:cubicBezTo>
                    <a:pt x="2068" y="7451"/>
                    <a:pt x="2502" y="9219"/>
                    <a:pt x="2269" y="9219"/>
                  </a:cubicBezTo>
                  <a:cubicBezTo>
                    <a:pt x="2334" y="9226"/>
                    <a:pt x="2399" y="9230"/>
                    <a:pt x="2463" y="9230"/>
                  </a:cubicBezTo>
                  <a:cubicBezTo>
                    <a:pt x="3325" y="9230"/>
                    <a:pt x="4119" y="8623"/>
                    <a:pt x="4337" y="7785"/>
                  </a:cubicBezTo>
                  <a:cubicBezTo>
                    <a:pt x="4403" y="7585"/>
                    <a:pt x="4503" y="7218"/>
                    <a:pt x="4537" y="7018"/>
                  </a:cubicBezTo>
                  <a:cubicBezTo>
                    <a:pt x="4565" y="6819"/>
                    <a:pt x="4762" y="6669"/>
                    <a:pt x="4963" y="6669"/>
                  </a:cubicBezTo>
                  <a:cubicBezTo>
                    <a:pt x="4999" y="6669"/>
                    <a:pt x="5035" y="6674"/>
                    <a:pt x="5071" y="6684"/>
                  </a:cubicBezTo>
                  <a:cubicBezTo>
                    <a:pt x="5638" y="6817"/>
                    <a:pt x="6005" y="7051"/>
                    <a:pt x="6572" y="7218"/>
                  </a:cubicBezTo>
                  <a:cubicBezTo>
                    <a:pt x="7539" y="7491"/>
                    <a:pt x="8545" y="7632"/>
                    <a:pt x="9550" y="7632"/>
                  </a:cubicBezTo>
                  <a:cubicBezTo>
                    <a:pt x="10140" y="7632"/>
                    <a:pt x="10728" y="7583"/>
                    <a:pt x="11308" y="7485"/>
                  </a:cubicBezTo>
                  <a:cubicBezTo>
                    <a:pt x="12442" y="7284"/>
                    <a:pt x="13477" y="6717"/>
                    <a:pt x="14277" y="5883"/>
                  </a:cubicBezTo>
                  <a:cubicBezTo>
                    <a:pt x="15111" y="4916"/>
                    <a:pt x="15511" y="3649"/>
                    <a:pt x="15345" y="2381"/>
                  </a:cubicBezTo>
                  <a:cubicBezTo>
                    <a:pt x="15345" y="2314"/>
                    <a:pt x="15345" y="2281"/>
                    <a:pt x="15311" y="2214"/>
                  </a:cubicBezTo>
                  <a:cubicBezTo>
                    <a:pt x="15311" y="2114"/>
                    <a:pt x="15244" y="1981"/>
                    <a:pt x="15211" y="1914"/>
                  </a:cubicBezTo>
                  <a:cubicBezTo>
                    <a:pt x="15174" y="1877"/>
                    <a:pt x="15130" y="1861"/>
                    <a:pt x="15083" y="1861"/>
                  </a:cubicBezTo>
                  <a:cubicBezTo>
                    <a:pt x="14836" y="1861"/>
                    <a:pt x="14484" y="2302"/>
                    <a:pt x="14344" y="2414"/>
                  </a:cubicBezTo>
                  <a:cubicBezTo>
                    <a:pt x="14177" y="2548"/>
                    <a:pt x="14010" y="2681"/>
                    <a:pt x="13843" y="2781"/>
                  </a:cubicBezTo>
                  <a:cubicBezTo>
                    <a:pt x="13677" y="2881"/>
                    <a:pt x="13543" y="2981"/>
                    <a:pt x="13376" y="3081"/>
                  </a:cubicBezTo>
                  <a:cubicBezTo>
                    <a:pt x="13477" y="2514"/>
                    <a:pt x="13477" y="1914"/>
                    <a:pt x="13376" y="1347"/>
                  </a:cubicBezTo>
                  <a:cubicBezTo>
                    <a:pt x="13310" y="980"/>
                    <a:pt x="13210" y="79"/>
                    <a:pt x="12743" y="13"/>
                  </a:cubicBezTo>
                  <a:cubicBezTo>
                    <a:pt x="12711" y="5"/>
                    <a:pt x="12679" y="1"/>
                    <a:pt x="126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73"/>
            <p:cNvSpPr/>
            <p:nvPr/>
          </p:nvSpPr>
          <p:spPr>
            <a:xfrm>
              <a:off x="8118527" y="917683"/>
              <a:ext cx="33518" cy="26179"/>
            </a:xfrm>
            <a:custGeom>
              <a:avLst/>
              <a:gdLst/>
              <a:ahLst/>
              <a:cxnLst/>
              <a:rect l="l" t="t" r="r" b="b"/>
              <a:pathLst>
                <a:path w="1669" h="1307" extrusionOk="0">
                  <a:moveTo>
                    <a:pt x="949" y="0"/>
                  </a:moveTo>
                  <a:cubicBezTo>
                    <a:pt x="797" y="0"/>
                    <a:pt x="643" y="45"/>
                    <a:pt x="501" y="139"/>
                  </a:cubicBezTo>
                  <a:cubicBezTo>
                    <a:pt x="101" y="406"/>
                    <a:pt x="1" y="906"/>
                    <a:pt x="268" y="1307"/>
                  </a:cubicBezTo>
                  <a:lnTo>
                    <a:pt x="1669" y="406"/>
                  </a:lnTo>
                  <a:cubicBezTo>
                    <a:pt x="1496" y="148"/>
                    <a:pt x="1227" y="0"/>
                    <a:pt x="9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73"/>
            <p:cNvSpPr/>
            <p:nvPr/>
          </p:nvSpPr>
          <p:spPr>
            <a:xfrm>
              <a:off x="8169436" y="1055430"/>
              <a:ext cx="49604" cy="30806"/>
            </a:xfrm>
            <a:custGeom>
              <a:avLst/>
              <a:gdLst/>
              <a:ahLst/>
              <a:cxnLst/>
              <a:rect l="l" t="t" r="r" b="b"/>
              <a:pathLst>
                <a:path w="2470" h="1538" extrusionOk="0">
                  <a:moveTo>
                    <a:pt x="168" y="0"/>
                  </a:moveTo>
                  <a:lnTo>
                    <a:pt x="168" y="0"/>
                  </a:lnTo>
                  <a:cubicBezTo>
                    <a:pt x="1" y="634"/>
                    <a:pt x="401" y="1301"/>
                    <a:pt x="1035" y="1501"/>
                  </a:cubicBezTo>
                  <a:cubicBezTo>
                    <a:pt x="1128" y="1526"/>
                    <a:pt x="1221" y="1537"/>
                    <a:pt x="1313" y="1537"/>
                  </a:cubicBezTo>
                  <a:cubicBezTo>
                    <a:pt x="1852" y="1537"/>
                    <a:pt x="2355" y="1142"/>
                    <a:pt x="2469" y="601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73"/>
            <p:cNvSpPr/>
            <p:nvPr/>
          </p:nvSpPr>
          <p:spPr>
            <a:xfrm>
              <a:off x="8172127" y="1064123"/>
              <a:ext cx="26810" cy="22053"/>
            </a:xfrm>
            <a:custGeom>
              <a:avLst/>
              <a:gdLst/>
              <a:ahLst/>
              <a:cxnLst/>
              <a:rect l="l" t="t" r="r" b="b"/>
              <a:pathLst>
                <a:path w="1335" h="1101" extrusionOk="0">
                  <a:moveTo>
                    <a:pt x="0" y="0"/>
                  </a:moveTo>
                  <a:cubicBezTo>
                    <a:pt x="67" y="500"/>
                    <a:pt x="434" y="901"/>
                    <a:pt x="901" y="1067"/>
                  </a:cubicBezTo>
                  <a:cubicBezTo>
                    <a:pt x="1034" y="1101"/>
                    <a:pt x="1201" y="1101"/>
                    <a:pt x="1335" y="1101"/>
                  </a:cubicBezTo>
                  <a:cubicBezTo>
                    <a:pt x="1268" y="467"/>
                    <a:pt x="734" y="0"/>
                    <a:pt x="100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73"/>
            <p:cNvSpPr/>
            <p:nvPr/>
          </p:nvSpPr>
          <p:spPr>
            <a:xfrm>
              <a:off x="8261896" y="910893"/>
              <a:ext cx="34180" cy="24296"/>
            </a:xfrm>
            <a:custGeom>
              <a:avLst/>
              <a:gdLst/>
              <a:ahLst/>
              <a:cxnLst/>
              <a:rect l="l" t="t" r="r" b="b"/>
              <a:pathLst>
                <a:path w="1702" h="1213" extrusionOk="0">
                  <a:moveTo>
                    <a:pt x="770" y="0"/>
                  </a:moveTo>
                  <a:cubicBezTo>
                    <a:pt x="457" y="0"/>
                    <a:pt x="147" y="193"/>
                    <a:pt x="0" y="512"/>
                  </a:cubicBezTo>
                  <a:lnTo>
                    <a:pt x="1535" y="1212"/>
                  </a:lnTo>
                  <a:cubicBezTo>
                    <a:pt x="1701" y="778"/>
                    <a:pt x="1535" y="278"/>
                    <a:pt x="1101" y="78"/>
                  </a:cubicBezTo>
                  <a:cubicBezTo>
                    <a:pt x="995" y="25"/>
                    <a:pt x="882" y="0"/>
                    <a:pt x="7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73"/>
            <p:cNvSpPr/>
            <p:nvPr/>
          </p:nvSpPr>
          <p:spPr>
            <a:xfrm>
              <a:off x="8206287" y="946526"/>
              <a:ext cx="55629" cy="92218"/>
            </a:xfrm>
            <a:custGeom>
              <a:avLst/>
              <a:gdLst/>
              <a:ahLst/>
              <a:cxnLst/>
              <a:rect l="l" t="t" r="r" b="b"/>
              <a:pathLst>
                <a:path w="2770" h="4604" extrusionOk="0">
                  <a:moveTo>
                    <a:pt x="1" y="0"/>
                  </a:moveTo>
                  <a:lnTo>
                    <a:pt x="401" y="4603"/>
                  </a:lnTo>
                  <a:lnTo>
                    <a:pt x="2769" y="37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73"/>
            <p:cNvSpPr/>
            <p:nvPr/>
          </p:nvSpPr>
          <p:spPr>
            <a:xfrm>
              <a:off x="8323529" y="1148128"/>
              <a:ext cx="617657" cy="467440"/>
            </a:xfrm>
            <a:custGeom>
              <a:avLst/>
              <a:gdLst/>
              <a:ahLst/>
              <a:cxnLst/>
              <a:rect l="l" t="t" r="r" b="b"/>
              <a:pathLst>
                <a:path w="30756" h="23337" extrusionOk="0">
                  <a:moveTo>
                    <a:pt x="28752" y="1"/>
                  </a:moveTo>
                  <a:cubicBezTo>
                    <a:pt x="28523" y="1"/>
                    <a:pt x="28287" y="70"/>
                    <a:pt x="28120" y="209"/>
                  </a:cubicBezTo>
                  <a:cubicBezTo>
                    <a:pt x="27753" y="609"/>
                    <a:pt x="27420" y="1010"/>
                    <a:pt x="27120" y="1477"/>
                  </a:cubicBezTo>
                  <a:cubicBezTo>
                    <a:pt x="26386" y="2477"/>
                    <a:pt x="25518" y="3411"/>
                    <a:pt x="24518" y="4145"/>
                  </a:cubicBezTo>
                  <a:cubicBezTo>
                    <a:pt x="24248" y="4385"/>
                    <a:pt x="23924" y="4517"/>
                    <a:pt x="23570" y="4517"/>
                  </a:cubicBezTo>
                  <a:cubicBezTo>
                    <a:pt x="23531" y="4517"/>
                    <a:pt x="23491" y="4516"/>
                    <a:pt x="23450" y="4512"/>
                  </a:cubicBezTo>
                  <a:cubicBezTo>
                    <a:pt x="23450" y="4179"/>
                    <a:pt x="23484" y="3878"/>
                    <a:pt x="23584" y="3578"/>
                  </a:cubicBezTo>
                  <a:cubicBezTo>
                    <a:pt x="23717" y="3278"/>
                    <a:pt x="23784" y="2978"/>
                    <a:pt x="23817" y="2644"/>
                  </a:cubicBezTo>
                  <a:cubicBezTo>
                    <a:pt x="23851" y="2211"/>
                    <a:pt x="23750" y="1777"/>
                    <a:pt x="23550" y="1410"/>
                  </a:cubicBezTo>
                  <a:cubicBezTo>
                    <a:pt x="23459" y="1296"/>
                    <a:pt x="23337" y="1244"/>
                    <a:pt x="23215" y="1244"/>
                  </a:cubicBezTo>
                  <a:cubicBezTo>
                    <a:pt x="23159" y="1244"/>
                    <a:pt x="23103" y="1255"/>
                    <a:pt x="23050" y="1277"/>
                  </a:cubicBezTo>
                  <a:cubicBezTo>
                    <a:pt x="22983" y="1343"/>
                    <a:pt x="22917" y="1377"/>
                    <a:pt x="22883" y="1477"/>
                  </a:cubicBezTo>
                  <a:cubicBezTo>
                    <a:pt x="22616" y="1844"/>
                    <a:pt x="22383" y="2344"/>
                    <a:pt x="22149" y="2711"/>
                  </a:cubicBezTo>
                  <a:cubicBezTo>
                    <a:pt x="21849" y="3145"/>
                    <a:pt x="21616" y="3578"/>
                    <a:pt x="21382" y="4012"/>
                  </a:cubicBezTo>
                  <a:cubicBezTo>
                    <a:pt x="21149" y="4579"/>
                    <a:pt x="20982" y="5146"/>
                    <a:pt x="20815" y="5680"/>
                  </a:cubicBezTo>
                  <a:cubicBezTo>
                    <a:pt x="20415" y="6781"/>
                    <a:pt x="19848" y="7815"/>
                    <a:pt x="19114" y="8749"/>
                  </a:cubicBezTo>
                  <a:cubicBezTo>
                    <a:pt x="18313" y="9849"/>
                    <a:pt x="14043" y="14953"/>
                    <a:pt x="13243" y="15920"/>
                  </a:cubicBezTo>
                  <a:cubicBezTo>
                    <a:pt x="13243" y="15920"/>
                    <a:pt x="7839" y="10950"/>
                    <a:pt x="5804" y="9149"/>
                  </a:cubicBezTo>
                  <a:cubicBezTo>
                    <a:pt x="2102" y="5813"/>
                    <a:pt x="1301" y="4979"/>
                    <a:pt x="0" y="4746"/>
                  </a:cubicBezTo>
                  <a:lnTo>
                    <a:pt x="0" y="4746"/>
                  </a:lnTo>
                  <a:lnTo>
                    <a:pt x="1201" y="15353"/>
                  </a:lnTo>
                  <a:cubicBezTo>
                    <a:pt x="1201" y="15353"/>
                    <a:pt x="9107" y="20857"/>
                    <a:pt x="11041" y="22158"/>
                  </a:cubicBezTo>
                  <a:cubicBezTo>
                    <a:pt x="12191" y="22973"/>
                    <a:pt x="13028" y="23336"/>
                    <a:pt x="13781" y="23336"/>
                  </a:cubicBezTo>
                  <a:cubicBezTo>
                    <a:pt x="14602" y="23336"/>
                    <a:pt x="15324" y="22906"/>
                    <a:pt x="16245" y="22158"/>
                  </a:cubicBezTo>
                  <a:lnTo>
                    <a:pt x="17246" y="21091"/>
                  </a:lnTo>
                  <a:cubicBezTo>
                    <a:pt x="18080" y="20057"/>
                    <a:pt x="23183" y="12151"/>
                    <a:pt x="24318" y="10416"/>
                  </a:cubicBezTo>
                  <a:cubicBezTo>
                    <a:pt x="24818" y="9616"/>
                    <a:pt x="26219" y="8715"/>
                    <a:pt x="26686" y="8315"/>
                  </a:cubicBezTo>
                  <a:cubicBezTo>
                    <a:pt x="30755" y="5113"/>
                    <a:pt x="30722" y="3612"/>
                    <a:pt x="30522" y="2544"/>
                  </a:cubicBezTo>
                  <a:cubicBezTo>
                    <a:pt x="30322" y="1777"/>
                    <a:pt x="30022" y="1043"/>
                    <a:pt x="29555" y="409"/>
                  </a:cubicBezTo>
                  <a:cubicBezTo>
                    <a:pt x="29388" y="209"/>
                    <a:pt x="29154" y="42"/>
                    <a:pt x="28887" y="9"/>
                  </a:cubicBezTo>
                  <a:cubicBezTo>
                    <a:pt x="28843" y="3"/>
                    <a:pt x="28798" y="1"/>
                    <a:pt x="28752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73"/>
            <p:cNvSpPr/>
            <p:nvPr/>
          </p:nvSpPr>
          <p:spPr>
            <a:xfrm>
              <a:off x="8323529" y="1238504"/>
              <a:ext cx="403297" cy="381451"/>
            </a:xfrm>
            <a:custGeom>
              <a:avLst/>
              <a:gdLst/>
              <a:ahLst/>
              <a:cxnLst/>
              <a:rect l="l" t="t" r="r" b="b"/>
              <a:pathLst>
                <a:path w="20082" h="19044" extrusionOk="0">
                  <a:moveTo>
                    <a:pt x="0" y="0"/>
                  </a:moveTo>
                  <a:lnTo>
                    <a:pt x="134" y="10374"/>
                  </a:lnTo>
                  <a:cubicBezTo>
                    <a:pt x="134" y="10374"/>
                    <a:pt x="9340" y="16879"/>
                    <a:pt x="11375" y="18113"/>
                  </a:cubicBezTo>
                  <a:cubicBezTo>
                    <a:pt x="12373" y="18719"/>
                    <a:pt x="13163" y="19043"/>
                    <a:pt x="13894" y="19043"/>
                  </a:cubicBezTo>
                  <a:cubicBezTo>
                    <a:pt x="14652" y="19043"/>
                    <a:pt x="15347" y="18694"/>
                    <a:pt x="16145" y="17946"/>
                  </a:cubicBezTo>
                  <a:cubicBezTo>
                    <a:pt x="17713" y="16445"/>
                    <a:pt x="20081" y="12442"/>
                    <a:pt x="20081" y="12442"/>
                  </a:cubicBezTo>
                  <a:cubicBezTo>
                    <a:pt x="17346" y="11175"/>
                    <a:pt x="16212" y="7839"/>
                    <a:pt x="16212" y="7839"/>
                  </a:cubicBezTo>
                  <a:lnTo>
                    <a:pt x="13310" y="11208"/>
                  </a:lnTo>
                  <a:cubicBezTo>
                    <a:pt x="13310" y="11208"/>
                    <a:pt x="6171" y="4704"/>
                    <a:pt x="4470" y="3102"/>
                  </a:cubicBezTo>
                  <a:cubicBezTo>
                    <a:pt x="2769" y="1501"/>
                    <a:pt x="1535" y="300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73"/>
            <p:cNvSpPr/>
            <p:nvPr/>
          </p:nvSpPr>
          <p:spPr>
            <a:xfrm>
              <a:off x="7857273" y="1182380"/>
              <a:ext cx="528571" cy="698927"/>
            </a:xfrm>
            <a:custGeom>
              <a:avLst/>
              <a:gdLst/>
              <a:ahLst/>
              <a:cxnLst/>
              <a:rect l="l" t="t" r="r" b="b"/>
              <a:pathLst>
                <a:path w="26320" h="34894" extrusionOk="0">
                  <a:moveTo>
                    <a:pt x="6272" y="0"/>
                  </a:moveTo>
                  <a:cubicBezTo>
                    <a:pt x="3570" y="1201"/>
                    <a:pt x="1168" y="2269"/>
                    <a:pt x="1" y="3002"/>
                  </a:cubicBezTo>
                  <a:cubicBezTo>
                    <a:pt x="1" y="3002"/>
                    <a:pt x="1535" y="11875"/>
                    <a:pt x="3069" y="15945"/>
                  </a:cubicBezTo>
                  <a:cubicBezTo>
                    <a:pt x="4437" y="19481"/>
                    <a:pt x="4737" y="33858"/>
                    <a:pt x="4737" y="33858"/>
                  </a:cubicBezTo>
                  <a:cubicBezTo>
                    <a:pt x="7884" y="34545"/>
                    <a:pt x="11090" y="34893"/>
                    <a:pt x="14295" y="34893"/>
                  </a:cubicBezTo>
                  <a:cubicBezTo>
                    <a:pt x="15915" y="34893"/>
                    <a:pt x="17535" y="34804"/>
                    <a:pt x="19148" y="34625"/>
                  </a:cubicBezTo>
                  <a:cubicBezTo>
                    <a:pt x="21616" y="34325"/>
                    <a:pt x="24018" y="33624"/>
                    <a:pt x="26253" y="32557"/>
                  </a:cubicBezTo>
                  <a:cubicBezTo>
                    <a:pt x="26253" y="32557"/>
                    <a:pt x="26319" y="21616"/>
                    <a:pt x="25419" y="14310"/>
                  </a:cubicBezTo>
                  <a:cubicBezTo>
                    <a:pt x="24485" y="7005"/>
                    <a:pt x="24785" y="3870"/>
                    <a:pt x="23117" y="2635"/>
                  </a:cubicBezTo>
                  <a:cubicBezTo>
                    <a:pt x="22016" y="1835"/>
                    <a:pt x="17280" y="767"/>
                    <a:pt x="17280" y="767"/>
                  </a:cubicBezTo>
                  <a:cubicBezTo>
                    <a:pt x="17113" y="1568"/>
                    <a:pt x="16779" y="2302"/>
                    <a:pt x="16346" y="3002"/>
                  </a:cubicBezTo>
                  <a:cubicBezTo>
                    <a:pt x="14711" y="2235"/>
                    <a:pt x="6272" y="0"/>
                    <a:pt x="627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73"/>
            <p:cNvSpPr/>
            <p:nvPr/>
          </p:nvSpPr>
          <p:spPr>
            <a:xfrm>
              <a:off x="8112502" y="1215109"/>
              <a:ext cx="221088" cy="687550"/>
            </a:xfrm>
            <a:custGeom>
              <a:avLst/>
              <a:gdLst/>
              <a:ahLst/>
              <a:cxnLst/>
              <a:rect l="l" t="t" r="r" b="b"/>
              <a:pathLst>
                <a:path w="11009" h="34326" extrusionOk="0">
                  <a:moveTo>
                    <a:pt x="7739" y="1"/>
                  </a:moveTo>
                  <a:cubicBezTo>
                    <a:pt x="8407" y="12810"/>
                    <a:pt x="4270" y="24018"/>
                    <a:pt x="1" y="32958"/>
                  </a:cubicBezTo>
                  <a:lnTo>
                    <a:pt x="2236" y="34325"/>
                  </a:lnTo>
                  <a:cubicBezTo>
                    <a:pt x="2236" y="34325"/>
                    <a:pt x="11008" y="18848"/>
                    <a:pt x="10375" y="1035"/>
                  </a:cubicBezTo>
                  <a:cubicBezTo>
                    <a:pt x="9607" y="434"/>
                    <a:pt x="8707" y="67"/>
                    <a:pt x="77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73"/>
            <p:cNvSpPr/>
            <p:nvPr/>
          </p:nvSpPr>
          <p:spPr>
            <a:xfrm>
              <a:off x="8200925" y="1206436"/>
              <a:ext cx="26830" cy="118277"/>
            </a:xfrm>
            <a:custGeom>
              <a:avLst/>
              <a:gdLst/>
              <a:ahLst/>
              <a:cxnLst/>
              <a:rect l="l" t="t" r="r" b="b"/>
              <a:pathLst>
                <a:path w="1336" h="5905" extrusionOk="0">
                  <a:moveTo>
                    <a:pt x="1" y="0"/>
                  </a:moveTo>
                  <a:lnTo>
                    <a:pt x="468" y="4403"/>
                  </a:lnTo>
                  <a:lnTo>
                    <a:pt x="1268" y="5904"/>
                  </a:lnTo>
                  <a:cubicBezTo>
                    <a:pt x="1268" y="5904"/>
                    <a:pt x="1335" y="1901"/>
                    <a:pt x="1268" y="9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73"/>
            <p:cNvSpPr/>
            <p:nvPr/>
          </p:nvSpPr>
          <p:spPr>
            <a:xfrm>
              <a:off x="8200925" y="1206436"/>
              <a:ext cx="26830" cy="118277"/>
            </a:xfrm>
            <a:custGeom>
              <a:avLst/>
              <a:gdLst/>
              <a:ahLst/>
              <a:cxnLst/>
              <a:rect l="l" t="t" r="r" b="b"/>
              <a:pathLst>
                <a:path w="1336" h="5905" extrusionOk="0">
                  <a:moveTo>
                    <a:pt x="1" y="0"/>
                  </a:moveTo>
                  <a:lnTo>
                    <a:pt x="468" y="4403"/>
                  </a:lnTo>
                  <a:lnTo>
                    <a:pt x="1268" y="5904"/>
                  </a:lnTo>
                  <a:cubicBezTo>
                    <a:pt x="1268" y="5904"/>
                    <a:pt x="1335" y="1901"/>
                    <a:pt x="1268" y="9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73"/>
            <p:cNvSpPr/>
            <p:nvPr/>
          </p:nvSpPr>
          <p:spPr>
            <a:xfrm>
              <a:off x="8055568" y="1209761"/>
              <a:ext cx="133990" cy="128312"/>
            </a:xfrm>
            <a:custGeom>
              <a:avLst/>
              <a:gdLst/>
              <a:ahLst/>
              <a:cxnLst/>
              <a:rect l="l" t="t" r="r" b="b"/>
              <a:pathLst>
                <a:path w="6672" h="6406" extrusionOk="0">
                  <a:moveTo>
                    <a:pt x="1835" y="1"/>
                  </a:moveTo>
                  <a:lnTo>
                    <a:pt x="0" y="1302"/>
                  </a:lnTo>
                  <a:lnTo>
                    <a:pt x="6038" y="6405"/>
                  </a:lnTo>
                  <a:lnTo>
                    <a:pt x="6672" y="4604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73"/>
            <p:cNvSpPr/>
            <p:nvPr/>
          </p:nvSpPr>
          <p:spPr>
            <a:xfrm>
              <a:off x="8055568" y="1209761"/>
              <a:ext cx="133990" cy="128312"/>
            </a:xfrm>
            <a:custGeom>
              <a:avLst/>
              <a:gdLst/>
              <a:ahLst/>
              <a:cxnLst/>
              <a:rect l="l" t="t" r="r" b="b"/>
              <a:pathLst>
                <a:path w="6672" h="6406" extrusionOk="0">
                  <a:moveTo>
                    <a:pt x="1835" y="1"/>
                  </a:moveTo>
                  <a:lnTo>
                    <a:pt x="0" y="1302"/>
                  </a:lnTo>
                  <a:lnTo>
                    <a:pt x="6038" y="6405"/>
                  </a:lnTo>
                  <a:lnTo>
                    <a:pt x="6672" y="4604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73"/>
            <p:cNvSpPr/>
            <p:nvPr/>
          </p:nvSpPr>
          <p:spPr>
            <a:xfrm>
              <a:off x="8184859" y="1159666"/>
              <a:ext cx="54283" cy="91717"/>
            </a:xfrm>
            <a:custGeom>
              <a:avLst/>
              <a:gdLst/>
              <a:ahLst/>
              <a:cxnLst/>
              <a:rect l="l" t="t" r="r" b="b"/>
              <a:pathLst>
                <a:path w="2703" h="4579" extrusionOk="0">
                  <a:moveTo>
                    <a:pt x="400" y="0"/>
                  </a:moveTo>
                  <a:lnTo>
                    <a:pt x="400" y="1568"/>
                  </a:lnTo>
                  <a:cubicBezTo>
                    <a:pt x="334" y="2435"/>
                    <a:pt x="200" y="3302"/>
                    <a:pt x="0" y="4170"/>
                  </a:cubicBezTo>
                  <a:cubicBezTo>
                    <a:pt x="717" y="4246"/>
                    <a:pt x="1649" y="4578"/>
                    <a:pt x="2150" y="4578"/>
                  </a:cubicBezTo>
                  <a:cubicBezTo>
                    <a:pt x="2302" y="4578"/>
                    <a:pt x="2414" y="4548"/>
                    <a:pt x="2469" y="4470"/>
                  </a:cubicBezTo>
                  <a:cubicBezTo>
                    <a:pt x="2702" y="4103"/>
                    <a:pt x="1902" y="967"/>
                    <a:pt x="4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73"/>
            <p:cNvSpPr/>
            <p:nvPr/>
          </p:nvSpPr>
          <p:spPr>
            <a:xfrm>
              <a:off x="7983211" y="1123572"/>
              <a:ext cx="201668" cy="163044"/>
            </a:xfrm>
            <a:custGeom>
              <a:avLst/>
              <a:gdLst/>
              <a:ahLst/>
              <a:cxnLst/>
              <a:rect l="l" t="t" r="r" b="b"/>
              <a:pathLst>
                <a:path w="10042" h="8140" extrusionOk="0">
                  <a:moveTo>
                    <a:pt x="3036" y="1"/>
                  </a:moveTo>
                  <a:cubicBezTo>
                    <a:pt x="2035" y="34"/>
                    <a:pt x="1" y="2936"/>
                    <a:pt x="1" y="2936"/>
                  </a:cubicBezTo>
                  <a:cubicBezTo>
                    <a:pt x="1" y="2936"/>
                    <a:pt x="634" y="3737"/>
                    <a:pt x="1869" y="5038"/>
                  </a:cubicBezTo>
                  <a:cubicBezTo>
                    <a:pt x="3336" y="6572"/>
                    <a:pt x="4137" y="8107"/>
                    <a:pt x="4671" y="8140"/>
                  </a:cubicBezTo>
                  <a:cubicBezTo>
                    <a:pt x="5238" y="8140"/>
                    <a:pt x="7206" y="6639"/>
                    <a:pt x="8373" y="6239"/>
                  </a:cubicBezTo>
                  <a:cubicBezTo>
                    <a:pt x="8798" y="6053"/>
                    <a:pt x="9244" y="5951"/>
                    <a:pt x="9694" y="5951"/>
                  </a:cubicBezTo>
                  <a:cubicBezTo>
                    <a:pt x="9810" y="5951"/>
                    <a:pt x="9925" y="5958"/>
                    <a:pt x="10041" y="5972"/>
                  </a:cubicBezTo>
                  <a:cubicBezTo>
                    <a:pt x="10041" y="5972"/>
                    <a:pt x="9374" y="4637"/>
                    <a:pt x="6772" y="3470"/>
                  </a:cubicBezTo>
                  <a:cubicBezTo>
                    <a:pt x="4170" y="2269"/>
                    <a:pt x="3136" y="1068"/>
                    <a:pt x="3036" y="535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73"/>
            <p:cNvSpPr/>
            <p:nvPr/>
          </p:nvSpPr>
          <p:spPr>
            <a:xfrm>
              <a:off x="8194238" y="1356761"/>
              <a:ext cx="96476" cy="387540"/>
            </a:xfrm>
            <a:custGeom>
              <a:avLst/>
              <a:gdLst/>
              <a:ahLst/>
              <a:cxnLst/>
              <a:rect l="l" t="t" r="r" b="b"/>
              <a:pathLst>
                <a:path w="4804" h="19348" extrusionOk="0">
                  <a:moveTo>
                    <a:pt x="1334" y="0"/>
                  </a:moveTo>
                  <a:lnTo>
                    <a:pt x="0" y="167"/>
                  </a:lnTo>
                  <a:cubicBezTo>
                    <a:pt x="434" y="4971"/>
                    <a:pt x="534" y="9807"/>
                    <a:pt x="367" y="14611"/>
                  </a:cubicBezTo>
                  <a:cubicBezTo>
                    <a:pt x="301" y="16138"/>
                    <a:pt x="2380" y="19348"/>
                    <a:pt x="2960" y="19348"/>
                  </a:cubicBezTo>
                  <a:cubicBezTo>
                    <a:pt x="2963" y="19348"/>
                    <a:pt x="2966" y="19348"/>
                    <a:pt x="2969" y="19348"/>
                  </a:cubicBezTo>
                  <a:cubicBezTo>
                    <a:pt x="3503" y="19281"/>
                    <a:pt x="4570" y="16379"/>
                    <a:pt x="4804" y="14678"/>
                  </a:cubicBezTo>
                  <a:cubicBezTo>
                    <a:pt x="4737" y="10508"/>
                    <a:pt x="2335" y="2235"/>
                    <a:pt x="13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73"/>
            <p:cNvSpPr/>
            <p:nvPr/>
          </p:nvSpPr>
          <p:spPr>
            <a:xfrm>
              <a:off x="8194238" y="1356761"/>
              <a:ext cx="28156" cy="14722"/>
            </a:xfrm>
            <a:custGeom>
              <a:avLst/>
              <a:gdLst/>
              <a:ahLst/>
              <a:cxnLst/>
              <a:rect l="l" t="t" r="r" b="b"/>
              <a:pathLst>
                <a:path w="1402" h="735" extrusionOk="0">
                  <a:moveTo>
                    <a:pt x="1334" y="0"/>
                  </a:moveTo>
                  <a:lnTo>
                    <a:pt x="0" y="167"/>
                  </a:lnTo>
                  <a:lnTo>
                    <a:pt x="67" y="734"/>
                  </a:lnTo>
                  <a:cubicBezTo>
                    <a:pt x="567" y="701"/>
                    <a:pt x="1034" y="501"/>
                    <a:pt x="1401" y="167"/>
                  </a:cubicBezTo>
                  <a:cubicBezTo>
                    <a:pt x="1368" y="101"/>
                    <a:pt x="1368" y="67"/>
                    <a:pt x="13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73"/>
            <p:cNvSpPr/>
            <p:nvPr/>
          </p:nvSpPr>
          <p:spPr>
            <a:xfrm>
              <a:off x="8174135" y="1294628"/>
              <a:ext cx="56291" cy="66860"/>
            </a:xfrm>
            <a:custGeom>
              <a:avLst/>
              <a:gdLst/>
              <a:ahLst/>
              <a:cxnLst/>
              <a:rect l="l" t="t" r="r" b="b"/>
              <a:pathLst>
                <a:path w="2803" h="3338" extrusionOk="0">
                  <a:moveTo>
                    <a:pt x="1802" y="0"/>
                  </a:moveTo>
                  <a:cubicBezTo>
                    <a:pt x="1435" y="0"/>
                    <a:pt x="1035" y="100"/>
                    <a:pt x="701" y="267"/>
                  </a:cubicBezTo>
                  <a:cubicBezTo>
                    <a:pt x="267" y="734"/>
                    <a:pt x="0" y="1368"/>
                    <a:pt x="0" y="2035"/>
                  </a:cubicBezTo>
                  <a:cubicBezTo>
                    <a:pt x="201" y="2535"/>
                    <a:pt x="568" y="2969"/>
                    <a:pt x="1001" y="3269"/>
                  </a:cubicBezTo>
                  <a:cubicBezTo>
                    <a:pt x="1150" y="3315"/>
                    <a:pt x="1307" y="3337"/>
                    <a:pt x="1464" y="3337"/>
                  </a:cubicBezTo>
                  <a:cubicBezTo>
                    <a:pt x="1766" y="3337"/>
                    <a:pt x="2073" y="3256"/>
                    <a:pt x="2335" y="3102"/>
                  </a:cubicBezTo>
                  <a:cubicBezTo>
                    <a:pt x="2702" y="2435"/>
                    <a:pt x="2802" y="1701"/>
                    <a:pt x="2602" y="968"/>
                  </a:cubicBezTo>
                  <a:cubicBezTo>
                    <a:pt x="2436" y="567"/>
                    <a:pt x="2169" y="234"/>
                    <a:pt x="18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73"/>
            <p:cNvSpPr/>
            <p:nvPr/>
          </p:nvSpPr>
          <p:spPr>
            <a:xfrm>
              <a:off x="7744068" y="1688958"/>
              <a:ext cx="409984" cy="583854"/>
            </a:xfrm>
            <a:custGeom>
              <a:avLst/>
              <a:gdLst/>
              <a:ahLst/>
              <a:cxnLst/>
              <a:rect l="l" t="t" r="r" b="b"/>
              <a:pathLst>
                <a:path w="20415" h="29149" extrusionOk="0">
                  <a:moveTo>
                    <a:pt x="2442" y="0"/>
                  </a:moveTo>
                  <a:cubicBezTo>
                    <a:pt x="2346" y="0"/>
                    <a:pt x="2246" y="36"/>
                    <a:pt x="2168" y="94"/>
                  </a:cubicBezTo>
                  <a:lnTo>
                    <a:pt x="1635" y="394"/>
                  </a:lnTo>
                  <a:cubicBezTo>
                    <a:pt x="1268" y="628"/>
                    <a:pt x="1034" y="1028"/>
                    <a:pt x="968" y="1495"/>
                  </a:cubicBezTo>
                  <a:lnTo>
                    <a:pt x="34" y="18507"/>
                  </a:lnTo>
                  <a:cubicBezTo>
                    <a:pt x="0" y="18641"/>
                    <a:pt x="67" y="18807"/>
                    <a:pt x="200" y="18908"/>
                  </a:cubicBezTo>
                  <a:lnTo>
                    <a:pt x="17980" y="29148"/>
                  </a:lnTo>
                  <a:lnTo>
                    <a:pt x="20415" y="10301"/>
                  </a:lnTo>
                  <a:lnTo>
                    <a:pt x="2635" y="61"/>
                  </a:lnTo>
                  <a:cubicBezTo>
                    <a:pt x="2580" y="19"/>
                    <a:pt x="2512" y="0"/>
                    <a:pt x="244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73"/>
            <p:cNvSpPr/>
            <p:nvPr/>
          </p:nvSpPr>
          <p:spPr>
            <a:xfrm>
              <a:off x="7744068" y="1688958"/>
              <a:ext cx="409984" cy="583854"/>
            </a:xfrm>
            <a:custGeom>
              <a:avLst/>
              <a:gdLst/>
              <a:ahLst/>
              <a:cxnLst/>
              <a:rect l="l" t="t" r="r" b="b"/>
              <a:pathLst>
                <a:path w="20415" h="29149" extrusionOk="0">
                  <a:moveTo>
                    <a:pt x="2442" y="0"/>
                  </a:moveTo>
                  <a:cubicBezTo>
                    <a:pt x="2346" y="0"/>
                    <a:pt x="2246" y="36"/>
                    <a:pt x="2168" y="94"/>
                  </a:cubicBezTo>
                  <a:lnTo>
                    <a:pt x="1635" y="394"/>
                  </a:lnTo>
                  <a:cubicBezTo>
                    <a:pt x="1268" y="628"/>
                    <a:pt x="1034" y="1028"/>
                    <a:pt x="968" y="1495"/>
                  </a:cubicBezTo>
                  <a:lnTo>
                    <a:pt x="34" y="18507"/>
                  </a:lnTo>
                  <a:cubicBezTo>
                    <a:pt x="0" y="18641"/>
                    <a:pt x="67" y="18807"/>
                    <a:pt x="200" y="18908"/>
                  </a:cubicBezTo>
                  <a:lnTo>
                    <a:pt x="17980" y="29148"/>
                  </a:lnTo>
                  <a:lnTo>
                    <a:pt x="20415" y="10301"/>
                  </a:lnTo>
                  <a:lnTo>
                    <a:pt x="2635" y="61"/>
                  </a:lnTo>
                  <a:cubicBezTo>
                    <a:pt x="2580" y="19"/>
                    <a:pt x="2512" y="0"/>
                    <a:pt x="24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73"/>
            <p:cNvSpPr/>
            <p:nvPr/>
          </p:nvSpPr>
          <p:spPr>
            <a:xfrm>
              <a:off x="8101316" y="1893805"/>
              <a:ext cx="78201" cy="379368"/>
            </a:xfrm>
            <a:custGeom>
              <a:avLst/>
              <a:gdLst/>
              <a:ahLst/>
              <a:cxnLst/>
              <a:rect l="l" t="t" r="r" b="b"/>
              <a:pathLst>
                <a:path w="3894" h="18940" extrusionOk="0">
                  <a:moveTo>
                    <a:pt x="2367" y="0"/>
                  </a:moveTo>
                  <a:cubicBezTo>
                    <a:pt x="2286" y="0"/>
                    <a:pt x="2202" y="23"/>
                    <a:pt x="2125" y="74"/>
                  </a:cubicBezTo>
                  <a:lnTo>
                    <a:pt x="1592" y="408"/>
                  </a:lnTo>
                  <a:cubicBezTo>
                    <a:pt x="1225" y="641"/>
                    <a:pt x="991" y="1042"/>
                    <a:pt x="925" y="1509"/>
                  </a:cubicBezTo>
                  <a:lnTo>
                    <a:pt x="24" y="18488"/>
                  </a:lnTo>
                  <a:cubicBezTo>
                    <a:pt x="0" y="18773"/>
                    <a:pt x="129" y="18939"/>
                    <a:pt x="325" y="18939"/>
                  </a:cubicBezTo>
                  <a:cubicBezTo>
                    <a:pt x="405" y="18939"/>
                    <a:pt x="495" y="18912"/>
                    <a:pt x="591" y="18854"/>
                  </a:cubicBezTo>
                  <a:lnTo>
                    <a:pt x="3293" y="17320"/>
                  </a:lnTo>
                  <a:cubicBezTo>
                    <a:pt x="3660" y="17087"/>
                    <a:pt x="3860" y="16653"/>
                    <a:pt x="3893" y="16219"/>
                  </a:cubicBezTo>
                  <a:lnTo>
                    <a:pt x="2793" y="441"/>
                  </a:lnTo>
                  <a:cubicBezTo>
                    <a:pt x="2817" y="193"/>
                    <a:pt x="2602" y="0"/>
                    <a:pt x="236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73"/>
            <p:cNvSpPr/>
            <p:nvPr/>
          </p:nvSpPr>
          <p:spPr>
            <a:xfrm>
              <a:off x="8101316" y="1893805"/>
              <a:ext cx="78201" cy="379368"/>
            </a:xfrm>
            <a:custGeom>
              <a:avLst/>
              <a:gdLst/>
              <a:ahLst/>
              <a:cxnLst/>
              <a:rect l="l" t="t" r="r" b="b"/>
              <a:pathLst>
                <a:path w="3894" h="18940" extrusionOk="0">
                  <a:moveTo>
                    <a:pt x="2367" y="0"/>
                  </a:moveTo>
                  <a:cubicBezTo>
                    <a:pt x="2286" y="0"/>
                    <a:pt x="2202" y="23"/>
                    <a:pt x="2125" y="74"/>
                  </a:cubicBezTo>
                  <a:lnTo>
                    <a:pt x="1592" y="408"/>
                  </a:lnTo>
                  <a:cubicBezTo>
                    <a:pt x="1225" y="641"/>
                    <a:pt x="991" y="1042"/>
                    <a:pt x="925" y="1509"/>
                  </a:cubicBezTo>
                  <a:lnTo>
                    <a:pt x="24" y="18488"/>
                  </a:lnTo>
                  <a:cubicBezTo>
                    <a:pt x="0" y="18773"/>
                    <a:pt x="129" y="18939"/>
                    <a:pt x="325" y="18939"/>
                  </a:cubicBezTo>
                  <a:cubicBezTo>
                    <a:pt x="405" y="18939"/>
                    <a:pt x="495" y="18912"/>
                    <a:pt x="591" y="18854"/>
                  </a:cubicBezTo>
                  <a:lnTo>
                    <a:pt x="3293" y="17320"/>
                  </a:lnTo>
                  <a:cubicBezTo>
                    <a:pt x="3660" y="17087"/>
                    <a:pt x="3860" y="16653"/>
                    <a:pt x="3893" y="16219"/>
                  </a:cubicBezTo>
                  <a:lnTo>
                    <a:pt x="2793" y="441"/>
                  </a:lnTo>
                  <a:cubicBezTo>
                    <a:pt x="2817" y="193"/>
                    <a:pt x="2602" y="0"/>
                    <a:pt x="2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73"/>
            <p:cNvSpPr/>
            <p:nvPr/>
          </p:nvSpPr>
          <p:spPr>
            <a:xfrm>
              <a:off x="7974515" y="1999524"/>
              <a:ext cx="19440" cy="169714"/>
            </a:xfrm>
            <a:custGeom>
              <a:avLst/>
              <a:gdLst/>
              <a:ahLst/>
              <a:cxnLst/>
              <a:rect l="l" t="t" r="r" b="b"/>
              <a:pathLst>
                <a:path w="968" h="8473" extrusionOk="0">
                  <a:moveTo>
                    <a:pt x="734" y="0"/>
                  </a:moveTo>
                  <a:cubicBezTo>
                    <a:pt x="600" y="0"/>
                    <a:pt x="467" y="100"/>
                    <a:pt x="467" y="234"/>
                  </a:cubicBezTo>
                  <a:lnTo>
                    <a:pt x="0" y="8206"/>
                  </a:lnTo>
                  <a:cubicBezTo>
                    <a:pt x="0" y="8339"/>
                    <a:pt x="100" y="8439"/>
                    <a:pt x="234" y="8473"/>
                  </a:cubicBezTo>
                  <a:cubicBezTo>
                    <a:pt x="367" y="8473"/>
                    <a:pt x="467" y="8373"/>
                    <a:pt x="500" y="8239"/>
                  </a:cubicBezTo>
                  <a:lnTo>
                    <a:pt x="967" y="267"/>
                  </a:lnTo>
                  <a:cubicBezTo>
                    <a:pt x="967" y="134"/>
                    <a:pt x="867" y="33"/>
                    <a:pt x="7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73"/>
            <p:cNvSpPr/>
            <p:nvPr/>
          </p:nvSpPr>
          <p:spPr>
            <a:xfrm>
              <a:off x="7837854" y="1921346"/>
              <a:ext cx="19440" cy="169734"/>
            </a:xfrm>
            <a:custGeom>
              <a:avLst/>
              <a:gdLst/>
              <a:ahLst/>
              <a:cxnLst/>
              <a:rect l="l" t="t" r="r" b="b"/>
              <a:pathLst>
                <a:path w="968" h="8474" extrusionOk="0">
                  <a:moveTo>
                    <a:pt x="734" y="0"/>
                  </a:moveTo>
                  <a:cubicBezTo>
                    <a:pt x="601" y="0"/>
                    <a:pt x="467" y="100"/>
                    <a:pt x="467" y="234"/>
                  </a:cubicBezTo>
                  <a:lnTo>
                    <a:pt x="0" y="8206"/>
                  </a:lnTo>
                  <a:cubicBezTo>
                    <a:pt x="0" y="8340"/>
                    <a:pt x="100" y="8440"/>
                    <a:pt x="234" y="8473"/>
                  </a:cubicBezTo>
                  <a:cubicBezTo>
                    <a:pt x="367" y="8440"/>
                    <a:pt x="467" y="8340"/>
                    <a:pt x="501" y="8240"/>
                  </a:cubicBezTo>
                  <a:lnTo>
                    <a:pt x="968" y="267"/>
                  </a:lnTo>
                  <a:cubicBezTo>
                    <a:pt x="968" y="134"/>
                    <a:pt x="867" y="0"/>
                    <a:pt x="7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73"/>
            <p:cNvSpPr/>
            <p:nvPr/>
          </p:nvSpPr>
          <p:spPr>
            <a:xfrm>
              <a:off x="7754110" y="1688558"/>
              <a:ext cx="398618" cy="395833"/>
            </a:xfrm>
            <a:custGeom>
              <a:avLst/>
              <a:gdLst/>
              <a:ahLst/>
              <a:cxnLst/>
              <a:rect l="l" t="t" r="r" b="b"/>
              <a:pathLst>
                <a:path w="19849" h="19762" extrusionOk="0">
                  <a:moveTo>
                    <a:pt x="1914" y="1"/>
                  </a:moveTo>
                  <a:cubicBezTo>
                    <a:pt x="1825" y="1"/>
                    <a:pt x="1742" y="26"/>
                    <a:pt x="1668" y="81"/>
                  </a:cubicBezTo>
                  <a:lnTo>
                    <a:pt x="1135" y="381"/>
                  </a:lnTo>
                  <a:cubicBezTo>
                    <a:pt x="734" y="648"/>
                    <a:pt x="501" y="1048"/>
                    <a:pt x="468" y="1482"/>
                  </a:cubicBezTo>
                  <a:lnTo>
                    <a:pt x="101" y="8220"/>
                  </a:lnTo>
                  <a:cubicBezTo>
                    <a:pt x="1" y="9554"/>
                    <a:pt x="701" y="10822"/>
                    <a:pt x="1869" y="11489"/>
                  </a:cubicBezTo>
                  <a:lnTo>
                    <a:pt x="15912" y="19595"/>
                  </a:lnTo>
                  <a:cubicBezTo>
                    <a:pt x="16116" y="19709"/>
                    <a:pt x="16335" y="19762"/>
                    <a:pt x="16549" y="19762"/>
                  </a:cubicBezTo>
                  <a:cubicBezTo>
                    <a:pt x="17207" y="19762"/>
                    <a:pt x="17821" y="19266"/>
                    <a:pt x="17847" y="18561"/>
                  </a:cubicBezTo>
                  <a:lnTo>
                    <a:pt x="18214" y="11722"/>
                  </a:lnTo>
                  <a:cubicBezTo>
                    <a:pt x="18280" y="11289"/>
                    <a:pt x="18514" y="10888"/>
                    <a:pt x="18881" y="10655"/>
                  </a:cubicBezTo>
                  <a:lnTo>
                    <a:pt x="19414" y="10355"/>
                  </a:lnTo>
                  <a:cubicBezTo>
                    <a:pt x="19501" y="10290"/>
                    <a:pt x="19601" y="10253"/>
                    <a:pt x="19697" y="10253"/>
                  </a:cubicBezTo>
                  <a:cubicBezTo>
                    <a:pt x="19749" y="10253"/>
                    <a:pt x="19801" y="10264"/>
                    <a:pt x="19848" y="10288"/>
                  </a:cubicBezTo>
                  <a:lnTo>
                    <a:pt x="2135" y="47"/>
                  </a:lnTo>
                  <a:cubicBezTo>
                    <a:pt x="2060" y="17"/>
                    <a:pt x="1985" y="1"/>
                    <a:pt x="191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73"/>
            <p:cNvSpPr/>
            <p:nvPr/>
          </p:nvSpPr>
          <p:spPr>
            <a:xfrm>
              <a:off x="7754110" y="1688558"/>
              <a:ext cx="398618" cy="395833"/>
            </a:xfrm>
            <a:custGeom>
              <a:avLst/>
              <a:gdLst/>
              <a:ahLst/>
              <a:cxnLst/>
              <a:rect l="l" t="t" r="r" b="b"/>
              <a:pathLst>
                <a:path w="19849" h="19762" extrusionOk="0">
                  <a:moveTo>
                    <a:pt x="1914" y="1"/>
                  </a:moveTo>
                  <a:cubicBezTo>
                    <a:pt x="1825" y="1"/>
                    <a:pt x="1742" y="26"/>
                    <a:pt x="1668" y="81"/>
                  </a:cubicBezTo>
                  <a:lnTo>
                    <a:pt x="1135" y="381"/>
                  </a:lnTo>
                  <a:cubicBezTo>
                    <a:pt x="734" y="648"/>
                    <a:pt x="501" y="1048"/>
                    <a:pt x="468" y="1482"/>
                  </a:cubicBezTo>
                  <a:lnTo>
                    <a:pt x="101" y="8220"/>
                  </a:lnTo>
                  <a:cubicBezTo>
                    <a:pt x="1" y="9554"/>
                    <a:pt x="701" y="10822"/>
                    <a:pt x="1869" y="11489"/>
                  </a:cubicBezTo>
                  <a:lnTo>
                    <a:pt x="15912" y="19595"/>
                  </a:lnTo>
                  <a:cubicBezTo>
                    <a:pt x="16116" y="19709"/>
                    <a:pt x="16335" y="19762"/>
                    <a:pt x="16549" y="19762"/>
                  </a:cubicBezTo>
                  <a:cubicBezTo>
                    <a:pt x="17207" y="19762"/>
                    <a:pt x="17821" y="19266"/>
                    <a:pt x="17847" y="18561"/>
                  </a:cubicBezTo>
                  <a:lnTo>
                    <a:pt x="18214" y="11722"/>
                  </a:lnTo>
                  <a:cubicBezTo>
                    <a:pt x="18280" y="11289"/>
                    <a:pt x="18514" y="10888"/>
                    <a:pt x="18881" y="10655"/>
                  </a:cubicBezTo>
                  <a:lnTo>
                    <a:pt x="19414" y="10355"/>
                  </a:lnTo>
                  <a:cubicBezTo>
                    <a:pt x="19501" y="10290"/>
                    <a:pt x="19601" y="10253"/>
                    <a:pt x="19697" y="10253"/>
                  </a:cubicBezTo>
                  <a:cubicBezTo>
                    <a:pt x="19749" y="10253"/>
                    <a:pt x="19801" y="10264"/>
                    <a:pt x="19848" y="10288"/>
                  </a:cubicBezTo>
                  <a:lnTo>
                    <a:pt x="2135" y="47"/>
                  </a:lnTo>
                  <a:cubicBezTo>
                    <a:pt x="2060" y="17"/>
                    <a:pt x="1985" y="1"/>
                    <a:pt x="19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73"/>
            <p:cNvSpPr/>
            <p:nvPr/>
          </p:nvSpPr>
          <p:spPr>
            <a:xfrm>
              <a:off x="7895450" y="1963430"/>
              <a:ext cx="53620" cy="58828"/>
            </a:xfrm>
            <a:custGeom>
              <a:avLst/>
              <a:gdLst/>
              <a:ahLst/>
              <a:cxnLst/>
              <a:rect l="l" t="t" r="r" b="b"/>
              <a:pathLst>
                <a:path w="2670" h="2937" extrusionOk="0">
                  <a:moveTo>
                    <a:pt x="101" y="1"/>
                  </a:moveTo>
                  <a:lnTo>
                    <a:pt x="1" y="1435"/>
                  </a:lnTo>
                  <a:lnTo>
                    <a:pt x="2569" y="2936"/>
                  </a:lnTo>
                  <a:lnTo>
                    <a:pt x="2669" y="15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73"/>
            <p:cNvSpPr/>
            <p:nvPr/>
          </p:nvSpPr>
          <p:spPr>
            <a:xfrm>
              <a:off x="7697839" y="1251203"/>
              <a:ext cx="375824" cy="855241"/>
            </a:xfrm>
            <a:custGeom>
              <a:avLst/>
              <a:gdLst/>
              <a:ahLst/>
              <a:cxnLst/>
              <a:rect l="l" t="t" r="r" b="b"/>
              <a:pathLst>
                <a:path w="18714" h="42698" extrusionOk="0">
                  <a:moveTo>
                    <a:pt x="7940" y="0"/>
                  </a:moveTo>
                  <a:cubicBezTo>
                    <a:pt x="6539" y="801"/>
                    <a:pt x="5805" y="1268"/>
                    <a:pt x="4837" y="4036"/>
                  </a:cubicBezTo>
                  <a:cubicBezTo>
                    <a:pt x="4003" y="6471"/>
                    <a:pt x="434" y="20048"/>
                    <a:pt x="234" y="22049"/>
                  </a:cubicBezTo>
                  <a:cubicBezTo>
                    <a:pt x="1" y="24017"/>
                    <a:pt x="6972" y="36059"/>
                    <a:pt x="9274" y="38794"/>
                  </a:cubicBezTo>
                  <a:cubicBezTo>
                    <a:pt x="11542" y="41496"/>
                    <a:pt x="13477" y="42697"/>
                    <a:pt x="15111" y="42697"/>
                  </a:cubicBezTo>
                  <a:cubicBezTo>
                    <a:pt x="16746" y="42697"/>
                    <a:pt x="17346" y="42397"/>
                    <a:pt x="18013" y="41596"/>
                  </a:cubicBezTo>
                  <a:cubicBezTo>
                    <a:pt x="18714" y="40796"/>
                    <a:pt x="14578" y="37827"/>
                    <a:pt x="14211" y="37027"/>
                  </a:cubicBezTo>
                  <a:lnTo>
                    <a:pt x="14211" y="37027"/>
                  </a:lnTo>
                  <a:cubicBezTo>
                    <a:pt x="15061" y="37531"/>
                    <a:pt x="16001" y="37797"/>
                    <a:pt x="16974" y="37797"/>
                  </a:cubicBezTo>
                  <a:cubicBezTo>
                    <a:pt x="17031" y="37797"/>
                    <a:pt x="17089" y="37796"/>
                    <a:pt x="17146" y="37794"/>
                  </a:cubicBezTo>
                  <a:cubicBezTo>
                    <a:pt x="17446" y="37760"/>
                    <a:pt x="17813" y="37660"/>
                    <a:pt x="17847" y="37360"/>
                  </a:cubicBezTo>
                  <a:cubicBezTo>
                    <a:pt x="17880" y="37193"/>
                    <a:pt x="17780" y="36993"/>
                    <a:pt x="17613" y="36893"/>
                  </a:cubicBezTo>
                  <a:cubicBezTo>
                    <a:pt x="17480" y="36793"/>
                    <a:pt x="17313" y="36726"/>
                    <a:pt x="17146" y="36660"/>
                  </a:cubicBezTo>
                  <a:cubicBezTo>
                    <a:pt x="15979" y="36193"/>
                    <a:pt x="15178" y="35159"/>
                    <a:pt x="14044" y="34658"/>
                  </a:cubicBezTo>
                  <a:cubicBezTo>
                    <a:pt x="13610" y="34458"/>
                    <a:pt x="13143" y="34325"/>
                    <a:pt x="12710" y="34158"/>
                  </a:cubicBezTo>
                  <a:cubicBezTo>
                    <a:pt x="11742" y="33724"/>
                    <a:pt x="11342" y="32857"/>
                    <a:pt x="10908" y="31956"/>
                  </a:cubicBezTo>
                  <a:cubicBezTo>
                    <a:pt x="9541" y="28887"/>
                    <a:pt x="8373" y="25718"/>
                    <a:pt x="7439" y="22449"/>
                  </a:cubicBezTo>
                  <a:lnTo>
                    <a:pt x="11475" y="9073"/>
                  </a:lnTo>
                  <a:cubicBezTo>
                    <a:pt x="11909" y="6004"/>
                    <a:pt x="10708" y="0"/>
                    <a:pt x="794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73"/>
            <p:cNvSpPr/>
            <p:nvPr/>
          </p:nvSpPr>
          <p:spPr>
            <a:xfrm>
              <a:off x="7691814" y="1243171"/>
              <a:ext cx="249887" cy="557255"/>
            </a:xfrm>
            <a:custGeom>
              <a:avLst/>
              <a:gdLst/>
              <a:ahLst/>
              <a:cxnLst/>
              <a:rect l="l" t="t" r="r" b="b"/>
              <a:pathLst>
                <a:path w="12443" h="27821" extrusionOk="0">
                  <a:moveTo>
                    <a:pt x="8240" y="1"/>
                  </a:moveTo>
                  <a:cubicBezTo>
                    <a:pt x="7272" y="268"/>
                    <a:pt x="6438" y="601"/>
                    <a:pt x="5171" y="3503"/>
                  </a:cubicBezTo>
                  <a:cubicBezTo>
                    <a:pt x="3936" y="6439"/>
                    <a:pt x="1401" y="17413"/>
                    <a:pt x="934" y="19014"/>
                  </a:cubicBezTo>
                  <a:cubicBezTo>
                    <a:pt x="467" y="20649"/>
                    <a:pt x="0" y="22650"/>
                    <a:pt x="501" y="23951"/>
                  </a:cubicBezTo>
                  <a:cubicBezTo>
                    <a:pt x="1134" y="25286"/>
                    <a:pt x="1868" y="26586"/>
                    <a:pt x="2636" y="27821"/>
                  </a:cubicBezTo>
                  <a:cubicBezTo>
                    <a:pt x="3536" y="26920"/>
                    <a:pt x="4604" y="26220"/>
                    <a:pt x="5771" y="25753"/>
                  </a:cubicBezTo>
                  <a:cubicBezTo>
                    <a:pt x="6527" y="25464"/>
                    <a:pt x="7141" y="25379"/>
                    <a:pt x="7602" y="25379"/>
                  </a:cubicBezTo>
                  <a:cubicBezTo>
                    <a:pt x="8260" y="25379"/>
                    <a:pt x="8606" y="25552"/>
                    <a:pt x="8606" y="25552"/>
                  </a:cubicBezTo>
                  <a:lnTo>
                    <a:pt x="8006" y="22717"/>
                  </a:lnTo>
                  <a:lnTo>
                    <a:pt x="12176" y="9674"/>
                  </a:lnTo>
                  <a:cubicBezTo>
                    <a:pt x="12443" y="7139"/>
                    <a:pt x="12443" y="534"/>
                    <a:pt x="824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73"/>
            <p:cNvSpPr/>
            <p:nvPr/>
          </p:nvSpPr>
          <p:spPr>
            <a:xfrm>
              <a:off x="5673422" y="1883930"/>
              <a:ext cx="2093440" cy="1204003"/>
            </a:xfrm>
            <a:custGeom>
              <a:avLst/>
              <a:gdLst/>
              <a:ahLst/>
              <a:cxnLst/>
              <a:rect l="l" t="t" r="r" b="b"/>
              <a:pathLst>
                <a:path w="104242" h="60110" extrusionOk="0">
                  <a:moveTo>
                    <a:pt x="70617" y="0"/>
                  </a:moveTo>
                  <a:lnTo>
                    <a:pt x="0" y="40763"/>
                  </a:lnTo>
                  <a:lnTo>
                    <a:pt x="33658" y="60110"/>
                  </a:lnTo>
                  <a:lnTo>
                    <a:pt x="104241" y="19381"/>
                  </a:lnTo>
                  <a:lnTo>
                    <a:pt x="7061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73"/>
            <p:cNvSpPr/>
            <p:nvPr/>
          </p:nvSpPr>
          <p:spPr>
            <a:xfrm>
              <a:off x="5673422" y="1883930"/>
              <a:ext cx="2093440" cy="1204003"/>
            </a:xfrm>
            <a:custGeom>
              <a:avLst/>
              <a:gdLst/>
              <a:ahLst/>
              <a:cxnLst/>
              <a:rect l="l" t="t" r="r" b="b"/>
              <a:pathLst>
                <a:path w="104242" h="60110" extrusionOk="0">
                  <a:moveTo>
                    <a:pt x="70617" y="0"/>
                  </a:moveTo>
                  <a:lnTo>
                    <a:pt x="0" y="40763"/>
                  </a:lnTo>
                  <a:lnTo>
                    <a:pt x="33658" y="60110"/>
                  </a:lnTo>
                  <a:lnTo>
                    <a:pt x="104241" y="19381"/>
                  </a:lnTo>
                  <a:lnTo>
                    <a:pt x="706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73"/>
            <p:cNvSpPr/>
            <p:nvPr/>
          </p:nvSpPr>
          <p:spPr>
            <a:xfrm>
              <a:off x="5673422" y="2700393"/>
              <a:ext cx="675937" cy="1280858"/>
            </a:xfrm>
            <a:custGeom>
              <a:avLst/>
              <a:gdLst/>
              <a:ahLst/>
              <a:cxnLst/>
              <a:rect l="l" t="t" r="r" b="b"/>
              <a:pathLst>
                <a:path w="33658" h="63947" extrusionOk="0">
                  <a:moveTo>
                    <a:pt x="0" y="1"/>
                  </a:moveTo>
                  <a:lnTo>
                    <a:pt x="0" y="44566"/>
                  </a:lnTo>
                  <a:lnTo>
                    <a:pt x="2035" y="45734"/>
                  </a:lnTo>
                  <a:lnTo>
                    <a:pt x="2035" y="12843"/>
                  </a:lnTo>
                  <a:lnTo>
                    <a:pt x="31623" y="29856"/>
                  </a:lnTo>
                  <a:lnTo>
                    <a:pt x="31623" y="62746"/>
                  </a:lnTo>
                  <a:lnTo>
                    <a:pt x="33658" y="63947"/>
                  </a:lnTo>
                  <a:lnTo>
                    <a:pt x="33658" y="193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73"/>
            <p:cNvSpPr/>
            <p:nvPr/>
          </p:nvSpPr>
          <p:spPr>
            <a:xfrm>
              <a:off x="5673422" y="2700393"/>
              <a:ext cx="675937" cy="1280858"/>
            </a:xfrm>
            <a:custGeom>
              <a:avLst/>
              <a:gdLst/>
              <a:ahLst/>
              <a:cxnLst/>
              <a:rect l="l" t="t" r="r" b="b"/>
              <a:pathLst>
                <a:path w="33658" h="63947" extrusionOk="0">
                  <a:moveTo>
                    <a:pt x="0" y="1"/>
                  </a:moveTo>
                  <a:lnTo>
                    <a:pt x="0" y="44566"/>
                  </a:lnTo>
                  <a:lnTo>
                    <a:pt x="2035" y="45734"/>
                  </a:lnTo>
                  <a:lnTo>
                    <a:pt x="2035" y="12843"/>
                  </a:lnTo>
                  <a:lnTo>
                    <a:pt x="31623" y="29856"/>
                  </a:lnTo>
                  <a:lnTo>
                    <a:pt x="31623" y="62746"/>
                  </a:lnTo>
                  <a:lnTo>
                    <a:pt x="33658" y="63947"/>
                  </a:lnTo>
                  <a:lnTo>
                    <a:pt x="33658" y="193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73"/>
            <p:cNvSpPr/>
            <p:nvPr/>
          </p:nvSpPr>
          <p:spPr>
            <a:xfrm>
              <a:off x="5714290" y="2957639"/>
              <a:ext cx="40868" cy="658807"/>
            </a:xfrm>
            <a:custGeom>
              <a:avLst/>
              <a:gdLst/>
              <a:ahLst/>
              <a:cxnLst/>
              <a:rect l="l" t="t" r="r" b="b"/>
              <a:pathLst>
                <a:path w="2035" h="32891" extrusionOk="0">
                  <a:moveTo>
                    <a:pt x="0" y="0"/>
                  </a:moveTo>
                  <a:lnTo>
                    <a:pt x="0" y="32891"/>
                  </a:lnTo>
                  <a:lnTo>
                    <a:pt x="2035" y="31723"/>
                  </a:lnTo>
                  <a:lnTo>
                    <a:pt x="2035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73"/>
            <p:cNvSpPr/>
            <p:nvPr/>
          </p:nvSpPr>
          <p:spPr>
            <a:xfrm>
              <a:off x="5714290" y="2957639"/>
              <a:ext cx="40868" cy="658807"/>
            </a:xfrm>
            <a:custGeom>
              <a:avLst/>
              <a:gdLst/>
              <a:ahLst/>
              <a:cxnLst/>
              <a:rect l="l" t="t" r="r" b="b"/>
              <a:pathLst>
                <a:path w="2035" h="32891" extrusionOk="0">
                  <a:moveTo>
                    <a:pt x="0" y="0"/>
                  </a:moveTo>
                  <a:lnTo>
                    <a:pt x="0" y="32891"/>
                  </a:lnTo>
                  <a:lnTo>
                    <a:pt x="2035" y="31723"/>
                  </a:lnTo>
                  <a:lnTo>
                    <a:pt x="2035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73"/>
            <p:cNvSpPr/>
            <p:nvPr/>
          </p:nvSpPr>
          <p:spPr>
            <a:xfrm>
              <a:off x="6349339" y="2272112"/>
              <a:ext cx="1417523" cy="1709140"/>
            </a:xfrm>
            <a:custGeom>
              <a:avLst/>
              <a:gdLst/>
              <a:ahLst/>
              <a:cxnLst/>
              <a:rect l="l" t="t" r="r" b="b"/>
              <a:pathLst>
                <a:path w="70585" h="85329" extrusionOk="0">
                  <a:moveTo>
                    <a:pt x="70584" y="1"/>
                  </a:moveTo>
                  <a:lnTo>
                    <a:pt x="1" y="40730"/>
                  </a:lnTo>
                  <a:lnTo>
                    <a:pt x="1" y="85329"/>
                  </a:lnTo>
                  <a:lnTo>
                    <a:pt x="2035" y="84128"/>
                  </a:lnTo>
                  <a:lnTo>
                    <a:pt x="2035" y="51238"/>
                  </a:lnTo>
                  <a:lnTo>
                    <a:pt x="68550" y="12843"/>
                  </a:lnTo>
                  <a:lnTo>
                    <a:pt x="68550" y="45734"/>
                  </a:lnTo>
                  <a:lnTo>
                    <a:pt x="70584" y="44566"/>
                  </a:lnTo>
                  <a:lnTo>
                    <a:pt x="70584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73"/>
            <p:cNvSpPr/>
            <p:nvPr/>
          </p:nvSpPr>
          <p:spPr>
            <a:xfrm>
              <a:off x="6349339" y="2272112"/>
              <a:ext cx="1417523" cy="1709140"/>
            </a:xfrm>
            <a:custGeom>
              <a:avLst/>
              <a:gdLst/>
              <a:ahLst/>
              <a:cxnLst/>
              <a:rect l="l" t="t" r="r" b="b"/>
              <a:pathLst>
                <a:path w="70585" h="85329" extrusionOk="0">
                  <a:moveTo>
                    <a:pt x="70584" y="1"/>
                  </a:moveTo>
                  <a:lnTo>
                    <a:pt x="1" y="40730"/>
                  </a:lnTo>
                  <a:lnTo>
                    <a:pt x="1" y="85329"/>
                  </a:lnTo>
                  <a:lnTo>
                    <a:pt x="2035" y="84128"/>
                  </a:lnTo>
                  <a:lnTo>
                    <a:pt x="2035" y="51238"/>
                  </a:lnTo>
                  <a:lnTo>
                    <a:pt x="68550" y="12843"/>
                  </a:lnTo>
                  <a:lnTo>
                    <a:pt x="68550" y="45734"/>
                  </a:lnTo>
                  <a:lnTo>
                    <a:pt x="70584" y="44566"/>
                  </a:lnTo>
                  <a:lnTo>
                    <a:pt x="70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73"/>
            <p:cNvSpPr/>
            <p:nvPr/>
          </p:nvSpPr>
          <p:spPr>
            <a:xfrm>
              <a:off x="7685106" y="2529357"/>
              <a:ext cx="40888" cy="658807"/>
            </a:xfrm>
            <a:custGeom>
              <a:avLst/>
              <a:gdLst/>
              <a:ahLst/>
              <a:cxnLst/>
              <a:rect l="l" t="t" r="r" b="b"/>
              <a:pathLst>
                <a:path w="2036" h="32891" extrusionOk="0">
                  <a:moveTo>
                    <a:pt x="2036" y="0"/>
                  </a:moveTo>
                  <a:lnTo>
                    <a:pt x="1" y="1168"/>
                  </a:lnTo>
                  <a:lnTo>
                    <a:pt x="1" y="31723"/>
                  </a:lnTo>
                  <a:lnTo>
                    <a:pt x="2036" y="3289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73"/>
            <p:cNvSpPr/>
            <p:nvPr/>
          </p:nvSpPr>
          <p:spPr>
            <a:xfrm>
              <a:off x="7685106" y="2529357"/>
              <a:ext cx="40888" cy="658807"/>
            </a:xfrm>
            <a:custGeom>
              <a:avLst/>
              <a:gdLst/>
              <a:ahLst/>
              <a:cxnLst/>
              <a:rect l="l" t="t" r="r" b="b"/>
              <a:pathLst>
                <a:path w="2036" h="32891" extrusionOk="0">
                  <a:moveTo>
                    <a:pt x="2036" y="0"/>
                  </a:moveTo>
                  <a:lnTo>
                    <a:pt x="1" y="1168"/>
                  </a:lnTo>
                  <a:lnTo>
                    <a:pt x="1" y="31723"/>
                  </a:lnTo>
                  <a:lnTo>
                    <a:pt x="2036" y="3289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73"/>
            <p:cNvSpPr/>
            <p:nvPr/>
          </p:nvSpPr>
          <p:spPr>
            <a:xfrm>
              <a:off x="6121583" y="2425121"/>
              <a:ext cx="546646" cy="313389"/>
            </a:xfrm>
            <a:custGeom>
              <a:avLst/>
              <a:gdLst/>
              <a:ahLst/>
              <a:cxnLst/>
              <a:rect l="l" t="t" r="r" b="b"/>
              <a:pathLst>
                <a:path w="27220" h="15646" extrusionOk="0">
                  <a:moveTo>
                    <a:pt x="11646" y="1"/>
                  </a:moveTo>
                  <a:cubicBezTo>
                    <a:pt x="11500" y="1"/>
                    <a:pt x="11358" y="34"/>
                    <a:pt x="11242" y="101"/>
                  </a:cubicBezTo>
                  <a:lnTo>
                    <a:pt x="234" y="6439"/>
                  </a:lnTo>
                  <a:cubicBezTo>
                    <a:pt x="0" y="6505"/>
                    <a:pt x="0" y="6839"/>
                    <a:pt x="234" y="6906"/>
                  </a:cubicBezTo>
                  <a:lnTo>
                    <a:pt x="15178" y="15545"/>
                  </a:lnTo>
                  <a:cubicBezTo>
                    <a:pt x="15311" y="15612"/>
                    <a:pt x="15453" y="15645"/>
                    <a:pt x="15595" y="15645"/>
                  </a:cubicBezTo>
                  <a:cubicBezTo>
                    <a:pt x="15736" y="15645"/>
                    <a:pt x="15878" y="15612"/>
                    <a:pt x="16012" y="15545"/>
                  </a:cubicBezTo>
                  <a:lnTo>
                    <a:pt x="26986" y="9207"/>
                  </a:lnTo>
                  <a:cubicBezTo>
                    <a:pt x="27220" y="9107"/>
                    <a:pt x="27220" y="8807"/>
                    <a:pt x="26986" y="8707"/>
                  </a:cubicBezTo>
                  <a:lnTo>
                    <a:pt x="12075" y="101"/>
                  </a:lnTo>
                  <a:cubicBezTo>
                    <a:pt x="11942" y="34"/>
                    <a:pt x="11792" y="1"/>
                    <a:pt x="116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73"/>
            <p:cNvSpPr/>
            <p:nvPr/>
          </p:nvSpPr>
          <p:spPr>
            <a:xfrm>
              <a:off x="6121583" y="2409097"/>
              <a:ext cx="547308" cy="314030"/>
            </a:xfrm>
            <a:custGeom>
              <a:avLst/>
              <a:gdLst/>
              <a:ahLst/>
              <a:cxnLst/>
              <a:rect l="l" t="t" r="r" b="b"/>
              <a:pathLst>
                <a:path w="27253" h="15678" extrusionOk="0">
                  <a:moveTo>
                    <a:pt x="11646" y="0"/>
                  </a:moveTo>
                  <a:cubicBezTo>
                    <a:pt x="11500" y="0"/>
                    <a:pt x="11358" y="33"/>
                    <a:pt x="11242" y="100"/>
                  </a:cubicBezTo>
                  <a:lnTo>
                    <a:pt x="234" y="6471"/>
                  </a:lnTo>
                  <a:cubicBezTo>
                    <a:pt x="0" y="6538"/>
                    <a:pt x="0" y="6872"/>
                    <a:pt x="234" y="6938"/>
                  </a:cubicBezTo>
                  <a:lnTo>
                    <a:pt x="15178" y="15578"/>
                  </a:lnTo>
                  <a:cubicBezTo>
                    <a:pt x="15311" y="15645"/>
                    <a:pt x="15453" y="15678"/>
                    <a:pt x="15595" y="15678"/>
                  </a:cubicBezTo>
                  <a:cubicBezTo>
                    <a:pt x="15736" y="15678"/>
                    <a:pt x="15878" y="15645"/>
                    <a:pt x="16012" y="15578"/>
                  </a:cubicBezTo>
                  <a:lnTo>
                    <a:pt x="27019" y="9240"/>
                  </a:lnTo>
                  <a:cubicBezTo>
                    <a:pt x="27253" y="9107"/>
                    <a:pt x="27253" y="8873"/>
                    <a:pt x="27019" y="8740"/>
                  </a:cubicBezTo>
                  <a:lnTo>
                    <a:pt x="12075" y="100"/>
                  </a:lnTo>
                  <a:cubicBezTo>
                    <a:pt x="11942" y="33"/>
                    <a:pt x="11792" y="0"/>
                    <a:pt x="11646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73"/>
            <p:cNvSpPr/>
            <p:nvPr/>
          </p:nvSpPr>
          <p:spPr>
            <a:xfrm>
              <a:off x="6136986" y="2409097"/>
              <a:ext cx="515839" cy="291316"/>
            </a:xfrm>
            <a:custGeom>
              <a:avLst/>
              <a:gdLst/>
              <a:ahLst/>
              <a:cxnLst/>
              <a:rect l="l" t="t" r="r" b="b"/>
              <a:pathLst>
                <a:path w="25686" h="14544" extrusionOk="0">
                  <a:moveTo>
                    <a:pt x="10875" y="0"/>
                  </a:moveTo>
                  <a:cubicBezTo>
                    <a:pt x="10725" y="0"/>
                    <a:pt x="10575" y="33"/>
                    <a:pt x="10441" y="100"/>
                  </a:cubicBezTo>
                  <a:lnTo>
                    <a:pt x="0" y="6138"/>
                  </a:lnTo>
                  <a:lnTo>
                    <a:pt x="14411" y="14444"/>
                  </a:lnTo>
                  <a:cubicBezTo>
                    <a:pt x="14544" y="14510"/>
                    <a:pt x="14686" y="14544"/>
                    <a:pt x="14828" y="14544"/>
                  </a:cubicBezTo>
                  <a:cubicBezTo>
                    <a:pt x="14969" y="14544"/>
                    <a:pt x="15111" y="14510"/>
                    <a:pt x="15245" y="14444"/>
                  </a:cubicBezTo>
                  <a:lnTo>
                    <a:pt x="25685" y="8406"/>
                  </a:lnTo>
                  <a:lnTo>
                    <a:pt x="11308" y="100"/>
                  </a:lnTo>
                  <a:cubicBezTo>
                    <a:pt x="11175" y="33"/>
                    <a:pt x="11025" y="0"/>
                    <a:pt x="1087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73"/>
            <p:cNvSpPr/>
            <p:nvPr/>
          </p:nvSpPr>
          <p:spPr>
            <a:xfrm>
              <a:off x="6120900" y="2379032"/>
              <a:ext cx="547328" cy="313369"/>
            </a:xfrm>
            <a:custGeom>
              <a:avLst/>
              <a:gdLst/>
              <a:ahLst/>
              <a:cxnLst/>
              <a:rect l="l" t="t" r="r" b="b"/>
              <a:pathLst>
                <a:path w="27254" h="15645" extrusionOk="0">
                  <a:moveTo>
                    <a:pt x="11659" y="0"/>
                  </a:moveTo>
                  <a:cubicBezTo>
                    <a:pt x="11517" y="0"/>
                    <a:pt x="11376" y="33"/>
                    <a:pt x="11242" y="100"/>
                  </a:cubicBezTo>
                  <a:lnTo>
                    <a:pt x="234" y="6438"/>
                  </a:lnTo>
                  <a:cubicBezTo>
                    <a:pt x="1" y="6505"/>
                    <a:pt x="34" y="6838"/>
                    <a:pt x="268" y="6938"/>
                  </a:cubicBezTo>
                  <a:lnTo>
                    <a:pt x="15212" y="15544"/>
                  </a:lnTo>
                  <a:cubicBezTo>
                    <a:pt x="15345" y="15611"/>
                    <a:pt x="15487" y="15645"/>
                    <a:pt x="15629" y="15645"/>
                  </a:cubicBezTo>
                  <a:cubicBezTo>
                    <a:pt x="15770" y="15645"/>
                    <a:pt x="15912" y="15611"/>
                    <a:pt x="16046" y="15544"/>
                  </a:cubicBezTo>
                  <a:lnTo>
                    <a:pt x="27020" y="9207"/>
                  </a:lnTo>
                  <a:cubicBezTo>
                    <a:pt x="27254" y="9140"/>
                    <a:pt x="27254" y="8806"/>
                    <a:pt x="27020" y="8706"/>
                  </a:cubicBezTo>
                  <a:lnTo>
                    <a:pt x="12076" y="100"/>
                  </a:lnTo>
                  <a:cubicBezTo>
                    <a:pt x="11943" y="33"/>
                    <a:pt x="11801" y="0"/>
                    <a:pt x="1165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73"/>
            <p:cNvSpPr/>
            <p:nvPr/>
          </p:nvSpPr>
          <p:spPr>
            <a:xfrm>
              <a:off x="5920678" y="2621415"/>
              <a:ext cx="267238" cy="152508"/>
            </a:xfrm>
            <a:custGeom>
              <a:avLst/>
              <a:gdLst/>
              <a:ahLst/>
              <a:cxnLst/>
              <a:rect l="l" t="t" r="r" b="b"/>
              <a:pathLst>
                <a:path w="13307" h="7614" extrusionOk="0">
                  <a:moveTo>
                    <a:pt x="1439" y="0"/>
                  </a:moveTo>
                  <a:cubicBezTo>
                    <a:pt x="972" y="0"/>
                    <a:pt x="0" y="662"/>
                    <a:pt x="264" y="808"/>
                  </a:cubicBezTo>
                  <a:lnTo>
                    <a:pt x="11338" y="7213"/>
                  </a:lnTo>
                  <a:lnTo>
                    <a:pt x="13240" y="7613"/>
                  </a:lnTo>
                  <a:cubicBezTo>
                    <a:pt x="13273" y="7613"/>
                    <a:pt x="13307" y="7580"/>
                    <a:pt x="13307" y="7513"/>
                  </a:cubicBezTo>
                  <a:lnTo>
                    <a:pt x="12706" y="6446"/>
                  </a:lnTo>
                  <a:lnTo>
                    <a:pt x="1598" y="41"/>
                  </a:lnTo>
                  <a:cubicBezTo>
                    <a:pt x="1558" y="13"/>
                    <a:pt x="1503" y="0"/>
                    <a:pt x="14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73"/>
            <p:cNvSpPr/>
            <p:nvPr/>
          </p:nvSpPr>
          <p:spPr>
            <a:xfrm>
              <a:off x="5932004" y="2600183"/>
              <a:ext cx="19440" cy="24076"/>
            </a:xfrm>
            <a:custGeom>
              <a:avLst/>
              <a:gdLst/>
              <a:ahLst/>
              <a:cxnLst/>
              <a:rect l="l" t="t" r="r" b="b"/>
              <a:pathLst>
                <a:path w="968" h="1202" extrusionOk="0">
                  <a:moveTo>
                    <a:pt x="734" y="0"/>
                  </a:moveTo>
                  <a:cubicBezTo>
                    <a:pt x="667" y="0"/>
                    <a:pt x="567" y="0"/>
                    <a:pt x="500" y="67"/>
                  </a:cubicBezTo>
                  <a:cubicBezTo>
                    <a:pt x="200" y="267"/>
                    <a:pt x="33" y="567"/>
                    <a:pt x="0" y="934"/>
                  </a:cubicBezTo>
                  <a:cubicBezTo>
                    <a:pt x="0" y="968"/>
                    <a:pt x="0" y="1034"/>
                    <a:pt x="0" y="1068"/>
                  </a:cubicBezTo>
                  <a:lnTo>
                    <a:pt x="0" y="1101"/>
                  </a:lnTo>
                  <a:cubicBezTo>
                    <a:pt x="0" y="1101"/>
                    <a:pt x="33" y="1134"/>
                    <a:pt x="33" y="1168"/>
                  </a:cubicBezTo>
                  <a:lnTo>
                    <a:pt x="67" y="1168"/>
                  </a:lnTo>
                  <a:lnTo>
                    <a:pt x="134" y="1201"/>
                  </a:lnTo>
                  <a:cubicBezTo>
                    <a:pt x="234" y="1201"/>
                    <a:pt x="334" y="1201"/>
                    <a:pt x="434" y="1134"/>
                  </a:cubicBezTo>
                  <a:cubicBezTo>
                    <a:pt x="734" y="934"/>
                    <a:pt x="901" y="601"/>
                    <a:pt x="934" y="267"/>
                  </a:cubicBezTo>
                  <a:cubicBezTo>
                    <a:pt x="934" y="167"/>
                    <a:pt x="934" y="100"/>
                    <a:pt x="934" y="34"/>
                  </a:cubicBezTo>
                  <a:lnTo>
                    <a:pt x="967" y="34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73"/>
            <p:cNvSpPr/>
            <p:nvPr/>
          </p:nvSpPr>
          <p:spPr>
            <a:xfrm>
              <a:off x="5934013" y="2600844"/>
              <a:ext cx="229784" cy="147681"/>
            </a:xfrm>
            <a:custGeom>
              <a:avLst/>
              <a:gdLst/>
              <a:ahLst/>
              <a:cxnLst/>
              <a:rect l="l" t="t" r="r" b="b"/>
              <a:pathLst>
                <a:path w="11442" h="7373" extrusionOk="0">
                  <a:moveTo>
                    <a:pt x="767" y="1"/>
                  </a:moveTo>
                  <a:cubicBezTo>
                    <a:pt x="667" y="1"/>
                    <a:pt x="601" y="34"/>
                    <a:pt x="534" y="67"/>
                  </a:cubicBezTo>
                  <a:cubicBezTo>
                    <a:pt x="234" y="267"/>
                    <a:pt x="34" y="568"/>
                    <a:pt x="34" y="935"/>
                  </a:cubicBezTo>
                  <a:cubicBezTo>
                    <a:pt x="0" y="1035"/>
                    <a:pt x="34" y="1135"/>
                    <a:pt x="100" y="1235"/>
                  </a:cubicBezTo>
                  <a:lnTo>
                    <a:pt x="167" y="1268"/>
                  </a:lnTo>
                  <a:lnTo>
                    <a:pt x="10608" y="7306"/>
                  </a:lnTo>
                  <a:lnTo>
                    <a:pt x="10741" y="7373"/>
                  </a:lnTo>
                  <a:lnTo>
                    <a:pt x="11442" y="6138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73"/>
            <p:cNvSpPr/>
            <p:nvPr/>
          </p:nvSpPr>
          <p:spPr>
            <a:xfrm>
              <a:off x="6147028" y="2723007"/>
              <a:ext cx="20123" cy="26279"/>
            </a:xfrm>
            <a:custGeom>
              <a:avLst/>
              <a:gdLst/>
              <a:ahLst/>
              <a:cxnLst/>
              <a:rect l="l" t="t" r="r" b="b"/>
              <a:pathLst>
                <a:path w="1002" h="1312" extrusionOk="0">
                  <a:moveTo>
                    <a:pt x="725" y="0"/>
                  </a:moveTo>
                  <a:cubicBezTo>
                    <a:pt x="657" y="0"/>
                    <a:pt x="580" y="23"/>
                    <a:pt x="501" y="73"/>
                  </a:cubicBezTo>
                  <a:cubicBezTo>
                    <a:pt x="201" y="239"/>
                    <a:pt x="1" y="573"/>
                    <a:pt x="1" y="940"/>
                  </a:cubicBezTo>
                  <a:cubicBezTo>
                    <a:pt x="1" y="1176"/>
                    <a:pt x="101" y="1312"/>
                    <a:pt x="266" y="1312"/>
                  </a:cubicBezTo>
                  <a:cubicBezTo>
                    <a:pt x="334" y="1312"/>
                    <a:pt x="413" y="1289"/>
                    <a:pt x="501" y="1240"/>
                  </a:cubicBezTo>
                  <a:cubicBezTo>
                    <a:pt x="801" y="1040"/>
                    <a:pt x="968" y="706"/>
                    <a:pt x="1001" y="340"/>
                  </a:cubicBezTo>
                  <a:cubicBezTo>
                    <a:pt x="1001" y="129"/>
                    <a:pt x="886" y="0"/>
                    <a:pt x="7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73"/>
            <p:cNvSpPr/>
            <p:nvPr/>
          </p:nvSpPr>
          <p:spPr>
            <a:xfrm>
              <a:off x="6147028" y="2723608"/>
              <a:ext cx="32855" cy="30265"/>
            </a:xfrm>
            <a:custGeom>
              <a:avLst/>
              <a:gdLst/>
              <a:ahLst/>
              <a:cxnLst/>
              <a:rect l="l" t="t" r="r" b="b"/>
              <a:pathLst>
                <a:path w="1636" h="1511" extrusionOk="0">
                  <a:moveTo>
                    <a:pt x="718" y="1"/>
                  </a:moveTo>
                  <a:cubicBezTo>
                    <a:pt x="643" y="1"/>
                    <a:pt x="568" y="26"/>
                    <a:pt x="501" y="76"/>
                  </a:cubicBezTo>
                  <a:cubicBezTo>
                    <a:pt x="234" y="276"/>
                    <a:pt x="34" y="610"/>
                    <a:pt x="1" y="943"/>
                  </a:cubicBezTo>
                  <a:cubicBezTo>
                    <a:pt x="1" y="1143"/>
                    <a:pt x="101" y="1277"/>
                    <a:pt x="201" y="1310"/>
                  </a:cubicBezTo>
                  <a:lnTo>
                    <a:pt x="234" y="1310"/>
                  </a:lnTo>
                  <a:lnTo>
                    <a:pt x="1168" y="1510"/>
                  </a:lnTo>
                  <a:cubicBezTo>
                    <a:pt x="1235" y="1510"/>
                    <a:pt x="1302" y="1510"/>
                    <a:pt x="1335" y="1477"/>
                  </a:cubicBezTo>
                  <a:cubicBezTo>
                    <a:pt x="1535" y="1344"/>
                    <a:pt x="1635" y="1177"/>
                    <a:pt x="1635" y="977"/>
                  </a:cubicBezTo>
                  <a:cubicBezTo>
                    <a:pt x="1635" y="910"/>
                    <a:pt x="1635" y="843"/>
                    <a:pt x="1569" y="777"/>
                  </a:cubicBezTo>
                  <a:lnTo>
                    <a:pt x="935" y="76"/>
                  </a:lnTo>
                  <a:cubicBezTo>
                    <a:pt x="868" y="26"/>
                    <a:pt x="793" y="1"/>
                    <a:pt x="7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73"/>
            <p:cNvSpPr/>
            <p:nvPr/>
          </p:nvSpPr>
          <p:spPr>
            <a:xfrm>
              <a:off x="6005687" y="2646453"/>
              <a:ext cx="166143" cy="98067"/>
            </a:xfrm>
            <a:custGeom>
              <a:avLst/>
              <a:gdLst/>
              <a:ahLst/>
              <a:cxnLst/>
              <a:rect l="l" t="t" r="r" b="b"/>
              <a:pathLst>
                <a:path w="8273" h="4896" extrusionOk="0">
                  <a:moveTo>
                    <a:pt x="251" y="0"/>
                  </a:moveTo>
                  <a:cubicBezTo>
                    <a:pt x="234" y="0"/>
                    <a:pt x="217" y="9"/>
                    <a:pt x="201" y="25"/>
                  </a:cubicBezTo>
                  <a:cubicBezTo>
                    <a:pt x="67" y="92"/>
                    <a:pt x="0" y="192"/>
                    <a:pt x="0" y="325"/>
                  </a:cubicBezTo>
                  <a:cubicBezTo>
                    <a:pt x="0" y="359"/>
                    <a:pt x="0" y="392"/>
                    <a:pt x="34" y="426"/>
                  </a:cubicBezTo>
                  <a:lnTo>
                    <a:pt x="7773" y="4895"/>
                  </a:lnTo>
                  <a:lnTo>
                    <a:pt x="8273" y="4595"/>
                  </a:lnTo>
                  <a:lnTo>
                    <a:pt x="334" y="25"/>
                  </a:lnTo>
                  <a:lnTo>
                    <a:pt x="301" y="25"/>
                  </a:lnTo>
                  <a:cubicBezTo>
                    <a:pt x="284" y="9"/>
                    <a:pt x="267" y="0"/>
                    <a:pt x="2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73"/>
            <p:cNvSpPr/>
            <p:nvPr/>
          </p:nvSpPr>
          <p:spPr>
            <a:xfrm>
              <a:off x="6147711" y="2727794"/>
              <a:ext cx="24802" cy="16725"/>
            </a:xfrm>
            <a:custGeom>
              <a:avLst/>
              <a:gdLst/>
              <a:ahLst/>
              <a:cxnLst/>
              <a:rect l="l" t="t" r="r" b="b"/>
              <a:pathLst>
                <a:path w="1235" h="835" extrusionOk="0">
                  <a:moveTo>
                    <a:pt x="234" y="0"/>
                  </a:moveTo>
                  <a:cubicBezTo>
                    <a:pt x="134" y="101"/>
                    <a:pt x="33" y="267"/>
                    <a:pt x="0" y="434"/>
                  </a:cubicBezTo>
                  <a:lnTo>
                    <a:pt x="701" y="834"/>
                  </a:lnTo>
                  <a:lnTo>
                    <a:pt x="1234" y="568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73"/>
            <p:cNvSpPr/>
            <p:nvPr/>
          </p:nvSpPr>
          <p:spPr>
            <a:xfrm>
              <a:off x="6158414" y="2731460"/>
              <a:ext cx="26147" cy="22414"/>
            </a:xfrm>
            <a:custGeom>
              <a:avLst/>
              <a:gdLst/>
              <a:ahLst/>
              <a:cxnLst/>
              <a:rect l="l" t="t" r="r" b="b"/>
              <a:pathLst>
                <a:path w="1302" h="1119" extrusionOk="0">
                  <a:moveTo>
                    <a:pt x="535" y="1"/>
                  </a:moveTo>
                  <a:cubicBezTo>
                    <a:pt x="484" y="1"/>
                    <a:pt x="434" y="18"/>
                    <a:pt x="401" y="51"/>
                  </a:cubicBezTo>
                  <a:cubicBezTo>
                    <a:pt x="168" y="218"/>
                    <a:pt x="34" y="418"/>
                    <a:pt x="34" y="685"/>
                  </a:cubicBezTo>
                  <a:cubicBezTo>
                    <a:pt x="1" y="785"/>
                    <a:pt x="68" y="885"/>
                    <a:pt x="168" y="918"/>
                  </a:cubicBezTo>
                  <a:lnTo>
                    <a:pt x="201" y="918"/>
                  </a:lnTo>
                  <a:lnTo>
                    <a:pt x="1068" y="1118"/>
                  </a:lnTo>
                  <a:cubicBezTo>
                    <a:pt x="1102" y="1118"/>
                    <a:pt x="1135" y="1118"/>
                    <a:pt x="1168" y="1085"/>
                  </a:cubicBezTo>
                  <a:cubicBezTo>
                    <a:pt x="1235" y="1018"/>
                    <a:pt x="1302" y="918"/>
                    <a:pt x="1302" y="818"/>
                  </a:cubicBezTo>
                  <a:cubicBezTo>
                    <a:pt x="1302" y="785"/>
                    <a:pt x="1302" y="751"/>
                    <a:pt x="1268" y="718"/>
                  </a:cubicBezTo>
                  <a:lnTo>
                    <a:pt x="668" y="84"/>
                  </a:lnTo>
                  <a:lnTo>
                    <a:pt x="668" y="51"/>
                  </a:lnTo>
                  <a:cubicBezTo>
                    <a:pt x="635" y="18"/>
                    <a:pt x="585" y="1"/>
                    <a:pt x="53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73"/>
            <p:cNvSpPr/>
            <p:nvPr/>
          </p:nvSpPr>
          <p:spPr>
            <a:xfrm>
              <a:off x="6158414" y="2731460"/>
              <a:ext cx="26147" cy="22414"/>
            </a:xfrm>
            <a:custGeom>
              <a:avLst/>
              <a:gdLst/>
              <a:ahLst/>
              <a:cxnLst/>
              <a:rect l="l" t="t" r="r" b="b"/>
              <a:pathLst>
                <a:path w="1302" h="1119" extrusionOk="0">
                  <a:moveTo>
                    <a:pt x="535" y="1"/>
                  </a:moveTo>
                  <a:cubicBezTo>
                    <a:pt x="484" y="1"/>
                    <a:pt x="434" y="18"/>
                    <a:pt x="401" y="51"/>
                  </a:cubicBezTo>
                  <a:cubicBezTo>
                    <a:pt x="168" y="218"/>
                    <a:pt x="34" y="418"/>
                    <a:pt x="34" y="685"/>
                  </a:cubicBezTo>
                  <a:cubicBezTo>
                    <a:pt x="1" y="785"/>
                    <a:pt x="68" y="885"/>
                    <a:pt x="168" y="918"/>
                  </a:cubicBezTo>
                  <a:lnTo>
                    <a:pt x="201" y="918"/>
                  </a:lnTo>
                  <a:lnTo>
                    <a:pt x="1068" y="1118"/>
                  </a:lnTo>
                  <a:cubicBezTo>
                    <a:pt x="1102" y="1118"/>
                    <a:pt x="1135" y="1118"/>
                    <a:pt x="1168" y="1085"/>
                  </a:cubicBezTo>
                  <a:cubicBezTo>
                    <a:pt x="1235" y="1018"/>
                    <a:pt x="1302" y="918"/>
                    <a:pt x="1302" y="818"/>
                  </a:cubicBezTo>
                  <a:cubicBezTo>
                    <a:pt x="1302" y="785"/>
                    <a:pt x="1302" y="751"/>
                    <a:pt x="1268" y="718"/>
                  </a:cubicBezTo>
                  <a:lnTo>
                    <a:pt x="668" y="84"/>
                  </a:lnTo>
                  <a:lnTo>
                    <a:pt x="668" y="51"/>
                  </a:lnTo>
                  <a:cubicBezTo>
                    <a:pt x="635" y="18"/>
                    <a:pt x="585" y="1"/>
                    <a:pt x="5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73"/>
            <p:cNvSpPr/>
            <p:nvPr/>
          </p:nvSpPr>
          <p:spPr>
            <a:xfrm>
              <a:off x="6168476" y="2738651"/>
              <a:ext cx="16086" cy="15223"/>
            </a:xfrm>
            <a:custGeom>
              <a:avLst/>
              <a:gdLst/>
              <a:ahLst/>
              <a:cxnLst/>
              <a:rect l="l" t="t" r="r" b="b"/>
              <a:pathLst>
                <a:path w="801" h="760" extrusionOk="0">
                  <a:moveTo>
                    <a:pt x="367" y="1"/>
                  </a:moveTo>
                  <a:cubicBezTo>
                    <a:pt x="334" y="1"/>
                    <a:pt x="300" y="9"/>
                    <a:pt x="267" y="26"/>
                  </a:cubicBezTo>
                  <a:cubicBezTo>
                    <a:pt x="100" y="126"/>
                    <a:pt x="0" y="292"/>
                    <a:pt x="0" y="493"/>
                  </a:cubicBezTo>
                  <a:cubicBezTo>
                    <a:pt x="0" y="593"/>
                    <a:pt x="34" y="659"/>
                    <a:pt x="100" y="659"/>
                  </a:cubicBezTo>
                  <a:lnTo>
                    <a:pt x="534" y="759"/>
                  </a:lnTo>
                  <a:lnTo>
                    <a:pt x="634" y="759"/>
                  </a:lnTo>
                  <a:cubicBezTo>
                    <a:pt x="734" y="693"/>
                    <a:pt x="801" y="593"/>
                    <a:pt x="801" y="459"/>
                  </a:cubicBezTo>
                  <a:cubicBezTo>
                    <a:pt x="801" y="426"/>
                    <a:pt x="801" y="392"/>
                    <a:pt x="767" y="359"/>
                  </a:cubicBezTo>
                  <a:lnTo>
                    <a:pt x="467" y="26"/>
                  </a:lnTo>
                  <a:cubicBezTo>
                    <a:pt x="434" y="9"/>
                    <a:pt x="400" y="1"/>
                    <a:pt x="36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73"/>
            <p:cNvSpPr/>
            <p:nvPr/>
          </p:nvSpPr>
          <p:spPr>
            <a:xfrm>
              <a:off x="6177854" y="2745581"/>
              <a:ext cx="6708" cy="8533"/>
            </a:xfrm>
            <a:custGeom>
              <a:avLst/>
              <a:gdLst/>
              <a:ahLst/>
              <a:cxnLst/>
              <a:rect l="l" t="t" r="r" b="b"/>
              <a:pathLst>
                <a:path w="334" h="426" extrusionOk="0">
                  <a:moveTo>
                    <a:pt x="235" y="1"/>
                  </a:moveTo>
                  <a:cubicBezTo>
                    <a:pt x="215" y="1"/>
                    <a:pt x="192" y="5"/>
                    <a:pt x="167" y="13"/>
                  </a:cubicBezTo>
                  <a:cubicBezTo>
                    <a:pt x="67" y="80"/>
                    <a:pt x="0" y="180"/>
                    <a:pt x="0" y="313"/>
                  </a:cubicBezTo>
                  <a:cubicBezTo>
                    <a:pt x="0" y="388"/>
                    <a:pt x="38" y="426"/>
                    <a:pt x="99" y="426"/>
                  </a:cubicBezTo>
                  <a:cubicBezTo>
                    <a:pt x="119" y="426"/>
                    <a:pt x="142" y="422"/>
                    <a:pt x="167" y="413"/>
                  </a:cubicBezTo>
                  <a:cubicBezTo>
                    <a:pt x="267" y="347"/>
                    <a:pt x="334" y="247"/>
                    <a:pt x="334" y="113"/>
                  </a:cubicBezTo>
                  <a:cubicBezTo>
                    <a:pt x="334" y="38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73"/>
            <p:cNvSpPr/>
            <p:nvPr/>
          </p:nvSpPr>
          <p:spPr>
            <a:xfrm>
              <a:off x="5967510" y="2624239"/>
              <a:ext cx="44222" cy="30746"/>
            </a:xfrm>
            <a:custGeom>
              <a:avLst/>
              <a:gdLst/>
              <a:ahLst/>
              <a:cxnLst/>
              <a:rect l="l" t="t" r="r" b="b"/>
              <a:pathLst>
                <a:path w="2202" h="1535" extrusionOk="0">
                  <a:moveTo>
                    <a:pt x="167" y="0"/>
                  </a:moveTo>
                  <a:cubicBezTo>
                    <a:pt x="67" y="100"/>
                    <a:pt x="0" y="200"/>
                    <a:pt x="0" y="334"/>
                  </a:cubicBezTo>
                  <a:cubicBezTo>
                    <a:pt x="0" y="367"/>
                    <a:pt x="0" y="400"/>
                    <a:pt x="33" y="434"/>
                  </a:cubicBezTo>
                  <a:lnTo>
                    <a:pt x="1935" y="1535"/>
                  </a:lnTo>
                  <a:cubicBezTo>
                    <a:pt x="1901" y="1501"/>
                    <a:pt x="1901" y="1468"/>
                    <a:pt x="1901" y="1434"/>
                  </a:cubicBezTo>
                  <a:cubicBezTo>
                    <a:pt x="1901" y="1301"/>
                    <a:pt x="1968" y="1201"/>
                    <a:pt x="2102" y="1101"/>
                  </a:cubicBezTo>
                  <a:lnTo>
                    <a:pt x="2202" y="1101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73"/>
            <p:cNvSpPr/>
            <p:nvPr/>
          </p:nvSpPr>
          <p:spPr>
            <a:xfrm>
              <a:off x="5967510" y="2624399"/>
              <a:ext cx="7370" cy="9214"/>
            </a:xfrm>
            <a:custGeom>
              <a:avLst/>
              <a:gdLst/>
              <a:ahLst/>
              <a:cxnLst/>
              <a:rect l="l" t="t" r="r" b="b"/>
              <a:pathLst>
                <a:path w="367" h="460" extrusionOk="0">
                  <a:moveTo>
                    <a:pt x="234" y="0"/>
                  </a:moveTo>
                  <a:cubicBezTo>
                    <a:pt x="209" y="0"/>
                    <a:pt x="183" y="9"/>
                    <a:pt x="167" y="25"/>
                  </a:cubicBezTo>
                  <a:cubicBezTo>
                    <a:pt x="67" y="92"/>
                    <a:pt x="0" y="226"/>
                    <a:pt x="0" y="326"/>
                  </a:cubicBezTo>
                  <a:cubicBezTo>
                    <a:pt x="0" y="392"/>
                    <a:pt x="0" y="426"/>
                    <a:pt x="33" y="459"/>
                  </a:cubicBezTo>
                  <a:lnTo>
                    <a:pt x="167" y="459"/>
                  </a:lnTo>
                  <a:cubicBezTo>
                    <a:pt x="267" y="392"/>
                    <a:pt x="334" y="259"/>
                    <a:pt x="367" y="159"/>
                  </a:cubicBezTo>
                  <a:cubicBezTo>
                    <a:pt x="367" y="92"/>
                    <a:pt x="334" y="59"/>
                    <a:pt x="300" y="25"/>
                  </a:cubicBezTo>
                  <a:cubicBezTo>
                    <a:pt x="284" y="9"/>
                    <a:pt x="259" y="0"/>
                    <a:pt x="23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73"/>
            <p:cNvSpPr/>
            <p:nvPr/>
          </p:nvSpPr>
          <p:spPr>
            <a:xfrm>
              <a:off x="5936021" y="2602407"/>
              <a:ext cx="33518" cy="31928"/>
            </a:xfrm>
            <a:custGeom>
              <a:avLst/>
              <a:gdLst/>
              <a:ahLst/>
              <a:cxnLst/>
              <a:rect l="l" t="t" r="r" b="b"/>
              <a:pathLst>
                <a:path w="1669" h="1594" extrusionOk="0">
                  <a:moveTo>
                    <a:pt x="643" y="1"/>
                  </a:moveTo>
                  <a:cubicBezTo>
                    <a:pt x="584" y="1"/>
                    <a:pt x="526" y="17"/>
                    <a:pt x="467" y="56"/>
                  </a:cubicBezTo>
                  <a:cubicBezTo>
                    <a:pt x="200" y="256"/>
                    <a:pt x="34" y="523"/>
                    <a:pt x="0" y="857"/>
                  </a:cubicBezTo>
                  <a:cubicBezTo>
                    <a:pt x="0" y="990"/>
                    <a:pt x="34" y="1090"/>
                    <a:pt x="134" y="1157"/>
                  </a:cubicBezTo>
                  <a:lnTo>
                    <a:pt x="901" y="1557"/>
                  </a:lnTo>
                  <a:cubicBezTo>
                    <a:pt x="939" y="1583"/>
                    <a:pt x="982" y="1593"/>
                    <a:pt x="1025" y="1593"/>
                  </a:cubicBezTo>
                  <a:cubicBezTo>
                    <a:pt x="1093" y="1593"/>
                    <a:pt x="1160" y="1565"/>
                    <a:pt x="1201" y="1524"/>
                  </a:cubicBezTo>
                  <a:cubicBezTo>
                    <a:pt x="1468" y="1357"/>
                    <a:pt x="1668" y="1057"/>
                    <a:pt x="1668" y="757"/>
                  </a:cubicBezTo>
                  <a:cubicBezTo>
                    <a:pt x="1668" y="623"/>
                    <a:pt x="1635" y="523"/>
                    <a:pt x="1535" y="456"/>
                  </a:cubicBezTo>
                  <a:lnTo>
                    <a:pt x="767" y="23"/>
                  </a:lnTo>
                  <a:cubicBezTo>
                    <a:pt x="726" y="9"/>
                    <a:pt x="685" y="1"/>
                    <a:pt x="64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73"/>
            <p:cNvSpPr/>
            <p:nvPr/>
          </p:nvSpPr>
          <p:spPr>
            <a:xfrm>
              <a:off x="5936021" y="2602407"/>
              <a:ext cx="33518" cy="31928"/>
            </a:xfrm>
            <a:custGeom>
              <a:avLst/>
              <a:gdLst/>
              <a:ahLst/>
              <a:cxnLst/>
              <a:rect l="l" t="t" r="r" b="b"/>
              <a:pathLst>
                <a:path w="1669" h="1594" extrusionOk="0">
                  <a:moveTo>
                    <a:pt x="643" y="1"/>
                  </a:moveTo>
                  <a:cubicBezTo>
                    <a:pt x="584" y="1"/>
                    <a:pt x="526" y="17"/>
                    <a:pt x="467" y="56"/>
                  </a:cubicBezTo>
                  <a:cubicBezTo>
                    <a:pt x="200" y="256"/>
                    <a:pt x="34" y="523"/>
                    <a:pt x="0" y="857"/>
                  </a:cubicBezTo>
                  <a:cubicBezTo>
                    <a:pt x="0" y="990"/>
                    <a:pt x="34" y="1090"/>
                    <a:pt x="134" y="1157"/>
                  </a:cubicBezTo>
                  <a:lnTo>
                    <a:pt x="901" y="1557"/>
                  </a:lnTo>
                  <a:cubicBezTo>
                    <a:pt x="939" y="1583"/>
                    <a:pt x="982" y="1593"/>
                    <a:pt x="1025" y="1593"/>
                  </a:cubicBezTo>
                  <a:cubicBezTo>
                    <a:pt x="1093" y="1593"/>
                    <a:pt x="1160" y="1565"/>
                    <a:pt x="1201" y="1524"/>
                  </a:cubicBezTo>
                  <a:cubicBezTo>
                    <a:pt x="1468" y="1357"/>
                    <a:pt x="1668" y="1057"/>
                    <a:pt x="1668" y="757"/>
                  </a:cubicBezTo>
                  <a:cubicBezTo>
                    <a:pt x="1668" y="623"/>
                    <a:pt x="1635" y="523"/>
                    <a:pt x="1535" y="456"/>
                  </a:cubicBezTo>
                  <a:lnTo>
                    <a:pt x="767" y="23"/>
                  </a:lnTo>
                  <a:cubicBezTo>
                    <a:pt x="726" y="9"/>
                    <a:pt x="685" y="1"/>
                    <a:pt x="6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73"/>
            <p:cNvSpPr/>
            <p:nvPr/>
          </p:nvSpPr>
          <p:spPr>
            <a:xfrm>
              <a:off x="5950761" y="2610759"/>
              <a:ext cx="18094" cy="23635"/>
            </a:xfrm>
            <a:custGeom>
              <a:avLst/>
              <a:gdLst/>
              <a:ahLst/>
              <a:cxnLst/>
              <a:rect l="l" t="t" r="r" b="b"/>
              <a:pathLst>
                <a:path w="901" h="1180" extrusionOk="0">
                  <a:moveTo>
                    <a:pt x="662" y="0"/>
                  </a:moveTo>
                  <a:cubicBezTo>
                    <a:pt x="603" y="0"/>
                    <a:pt x="537" y="23"/>
                    <a:pt x="467" y="73"/>
                  </a:cubicBezTo>
                  <a:cubicBezTo>
                    <a:pt x="200" y="239"/>
                    <a:pt x="33" y="540"/>
                    <a:pt x="0" y="840"/>
                  </a:cubicBezTo>
                  <a:cubicBezTo>
                    <a:pt x="0" y="1051"/>
                    <a:pt x="99" y="1179"/>
                    <a:pt x="250" y="1179"/>
                  </a:cubicBezTo>
                  <a:cubicBezTo>
                    <a:pt x="314" y="1179"/>
                    <a:pt x="388" y="1156"/>
                    <a:pt x="467" y="1107"/>
                  </a:cubicBezTo>
                  <a:cubicBezTo>
                    <a:pt x="734" y="940"/>
                    <a:pt x="901" y="640"/>
                    <a:pt x="901" y="340"/>
                  </a:cubicBezTo>
                  <a:cubicBezTo>
                    <a:pt x="901" y="129"/>
                    <a:pt x="802" y="0"/>
                    <a:pt x="6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73"/>
            <p:cNvSpPr/>
            <p:nvPr/>
          </p:nvSpPr>
          <p:spPr>
            <a:xfrm>
              <a:off x="6179863" y="2747844"/>
              <a:ext cx="10061" cy="7872"/>
            </a:xfrm>
            <a:custGeom>
              <a:avLst/>
              <a:gdLst/>
              <a:ahLst/>
              <a:cxnLst/>
              <a:rect l="l" t="t" r="r" b="b"/>
              <a:pathLst>
                <a:path w="501" h="393" extrusionOk="0">
                  <a:moveTo>
                    <a:pt x="67" y="0"/>
                  </a:moveTo>
                  <a:cubicBezTo>
                    <a:pt x="34" y="34"/>
                    <a:pt x="0" y="67"/>
                    <a:pt x="0" y="134"/>
                  </a:cubicBezTo>
                  <a:cubicBezTo>
                    <a:pt x="0" y="167"/>
                    <a:pt x="0" y="200"/>
                    <a:pt x="0" y="200"/>
                  </a:cubicBezTo>
                  <a:lnTo>
                    <a:pt x="334" y="367"/>
                  </a:lnTo>
                  <a:cubicBezTo>
                    <a:pt x="334" y="384"/>
                    <a:pt x="342" y="392"/>
                    <a:pt x="350" y="392"/>
                  </a:cubicBezTo>
                  <a:cubicBezTo>
                    <a:pt x="359" y="392"/>
                    <a:pt x="367" y="384"/>
                    <a:pt x="367" y="367"/>
                  </a:cubicBezTo>
                  <a:cubicBezTo>
                    <a:pt x="434" y="367"/>
                    <a:pt x="501" y="334"/>
                    <a:pt x="501" y="267"/>
                  </a:cubicBezTo>
                  <a:cubicBezTo>
                    <a:pt x="501" y="234"/>
                    <a:pt x="467" y="200"/>
                    <a:pt x="434" y="200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73"/>
            <p:cNvSpPr/>
            <p:nvPr/>
          </p:nvSpPr>
          <p:spPr>
            <a:xfrm>
              <a:off x="6186550" y="2751850"/>
              <a:ext cx="3374" cy="4026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68" y="0"/>
                  </a:moveTo>
                  <a:cubicBezTo>
                    <a:pt x="34" y="34"/>
                    <a:pt x="1" y="67"/>
                    <a:pt x="1" y="134"/>
                  </a:cubicBezTo>
                  <a:cubicBezTo>
                    <a:pt x="1" y="167"/>
                    <a:pt x="1" y="200"/>
                    <a:pt x="1" y="200"/>
                  </a:cubicBezTo>
                  <a:lnTo>
                    <a:pt x="68" y="200"/>
                  </a:lnTo>
                  <a:cubicBezTo>
                    <a:pt x="101" y="200"/>
                    <a:pt x="168" y="134"/>
                    <a:pt x="168" y="67"/>
                  </a:cubicBezTo>
                  <a:cubicBezTo>
                    <a:pt x="168" y="34"/>
                    <a:pt x="134" y="0"/>
                    <a:pt x="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73"/>
            <p:cNvSpPr/>
            <p:nvPr/>
          </p:nvSpPr>
          <p:spPr>
            <a:xfrm>
              <a:off x="6250192" y="2889156"/>
              <a:ext cx="196969" cy="103575"/>
            </a:xfrm>
            <a:custGeom>
              <a:avLst/>
              <a:gdLst/>
              <a:ahLst/>
              <a:cxnLst/>
              <a:rect l="l" t="t" r="r" b="b"/>
              <a:pathLst>
                <a:path w="9808" h="5171" extrusionOk="0">
                  <a:moveTo>
                    <a:pt x="4904" y="0"/>
                  </a:moveTo>
                  <a:cubicBezTo>
                    <a:pt x="3820" y="0"/>
                    <a:pt x="2736" y="250"/>
                    <a:pt x="1735" y="751"/>
                  </a:cubicBezTo>
                  <a:cubicBezTo>
                    <a:pt x="1" y="1751"/>
                    <a:pt x="1" y="3386"/>
                    <a:pt x="1735" y="4420"/>
                  </a:cubicBezTo>
                  <a:cubicBezTo>
                    <a:pt x="2736" y="4920"/>
                    <a:pt x="3820" y="5171"/>
                    <a:pt x="4904" y="5171"/>
                  </a:cubicBezTo>
                  <a:cubicBezTo>
                    <a:pt x="5988" y="5171"/>
                    <a:pt x="7072" y="4920"/>
                    <a:pt x="8073" y="4420"/>
                  </a:cubicBezTo>
                  <a:cubicBezTo>
                    <a:pt x="9808" y="3386"/>
                    <a:pt x="9808" y="1751"/>
                    <a:pt x="8073" y="751"/>
                  </a:cubicBezTo>
                  <a:cubicBezTo>
                    <a:pt x="7072" y="250"/>
                    <a:pt x="5988" y="0"/>
                    <a:pt x="49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73"/>
            <p:cNvSpPr/>
            <p:nvPr/>
          </p:nvSpPr>
          <p:spPr>
            <a:xfrm>
              <a:off x="6248866" y="2819992"/>
              <a:ext cx="195624" cy="142333"/>
            </a:xfrm>
            <a:custGeom>
              <a:avLst/>
              <a:gdLst/>
              <a:ahLst/>
              <a:cxnLst/>
              <a:rect l="l" t="t" r="r" b="b"/>
              <a:pathLst>
                <a:path w="9741" h="7106" extrusionOk="0">
                  <a:moveTo>
                    <a:pt x="1368" y="1"/>
                  </a:moveTo>
                  <a:cubicBezTo>
                    <a:pt x="0" y="1135"/>
                    <a:pt x="834" y="4737"/>
                    <a:pt x="2235" y="6172"/>
                  </a:cubicBezTo>
                  <a:lnTo>
                    <a:pt x="2268" y="6205"/>
                  </a:lnTo>
                  <a:lnTo>
                    <a:pt x="2335" y="6272"/>
                  </a:lnTo>
                  <a:lnTo>
                    <a:pt x="2468" y="6372"/>
                  </a:lnTo>
                  <a:lnTo>
                    <a:pt x="2502" y="6405"/>
                  </a:lnTo>
                  <a:lnTo>
                    <a:pt x="2602" y="6472"/>
                  </a:lnTo>
                  <a:cubicBezTo>
                    <a:pt x="2669" y="6539"/>
                    <a:pt x="2702" y="6572"/>
                    <a:pt x="2769" y="6605"/>
                  </a:cubicBezTo>
                  <a:cubicBezTo>
                    <a:pt x="3436" y="6939"/>
                    <a:pt x="4161" y="7106"/>
                    <a:pt x="4883" y="7106"/>
                  </a:cubicBezTo>
                  <a:cubicBezTo>
                    <a:pt x="5604" y="7106"/>
                    <a:pt x="6321" y="6939"/>
                    <a:pt x="6972" y="6605"/>
                  </a:cubicBezTo>
                  <a:cubicBezTo>
                    <a:pt x="7038" y="6572"/>
                    <a:pt x="7105" y="6539"/>
                    <a:pt x="7172" y="6472"/>
                  </a:cubicBezTo>
                  <a:lnTo>
                    <a:pt x="7272" y="6405"/>
                  </a:lnTo>
                  <a:lnTo>
                    <a:pt x="7305" y="6372"/>
                  </a:lnTo>
                  <a:cubicBezTo>
                    <a:pt x="7339" y="6339"/>
                    <a:pt x="7372" y="6305"/>
                    <a:pt x="7439" y="6272"/>
                  </a:cubicBezTo>
                  <a:lnTo>
                    <a:pt x="7472" y="6205"/>
                  </a:lnTo>
                  <a:lnTo>
                    <a:pt x="7505" y="6172"/>
                  </a:lnTo>
                  <a:cubicBezTo>
                    <a:pt x="8940" y="4737"/>
                    <a:pt x="9740" y="1135"/>
                    <a:pt x="837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73"/>
            <p:cNvSpPr/>
            <p:nvPr/>
          </p:nvSpPr>
          <p:spPr>
            <a:xfrm>
              <a:off x="6256899" y="2797278"/>
              <a:ext cx="180220" cy="94401"/>
            </a:xfrm>
            <a:custGeom>
              <a:avLst/>
              <a:gdLst/>
              <a:ahLst/>
              <a:cxnLst/>
              <a:rect l="l" t="t" r="r" b="b"/>
              <a:pathLst>
                <a:path w="8974" h="4713" extrusionOk="0">
                  <a:moveTo>
                    <a:pt x="4474" y="1"/>
                  </a:moveTo>
                  <a:cubicBezTo>
                    <a:pt x="3486" y="1"/>
                    <a:pt x="2502" y="234"/>
                    <a:pt x="1601" y="701"/>
                  </a:cubicBezTo>
                  <a:cubicBezTo>
                    <a:pt x="0" y="1602"/>
                    <a:pt x="0" y="3103"/>
                    <a:pt x="1601" y="4037"/>
                  </a:cubicBezTo>
                  <a:cubicBezTo>
                    <a:pt x="2502" y="4487"/>
                    <a:pt x="3486" y="4712"/>
                    <a:pt x="4474" y="4712"/>
                  </a:cubicBezTo>
                  <a:cubicBezTo>
                    <a:pt x="5463" y="4712"/>
                    <a:pt x="6455" y="4487"/>
                    <a:pt x="7372" y="4037"/>
                  </a:cubicBezTo>
                  <a:cubicBezTo>
                    <a:pt x="8973" y="3103"/>
                    <a:pt x="8973" y="1602"/>
                    <a:pt x="7372" y="701"/>
                  </a:cubicBezTo>
                  <a:cubicBezTo>
                    <a:pt x="6455" y="234"/>
                    <a:pt x="5463" y="1"/>
                    <a:pt x="447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73"/>
            <p:cNvSpPr/>
            <p:nvPr/>
          </p:nvSpPr>
          <p:spPr>
            <a:xfrm>
              <a:off x="6292405" y="2815486"/>
              <a:ext cx="109209" cy="57807"/>
            </a:xfrm>
            <a:custGeom>
              <a:avLst/>
              <a:gdLst/>
              <a:ahLst/>
              <a:cxnLst/>
              <a:rect l="l" t="t" r="r" b="b"/>
              <a:pathLst>
                <a:path w="5438" h="2886" extrusionOk="0">
                  <a:moveTo>
                    <a:pt x="2719" y="1"/>
                  </a:moveTo>
                  <a:cubicBezTo>
                    <a:pt x="2118" y="1"/>
                    <a:pt x="1518" y="142"/>
                    <a:pt x="968" y="426"/>
                  </a:cubicBezTo>
                  <a:cubicBezTo>
                    <a:pt x="0" y="993"/>
                    <a:pt x="0" y="1894"/>
                    <a:pt x="968" y="2461"/>
                  </a:cubicBezTo>
                  <a:cubicBezTo>
                    <a:pt x="1518" y="2744"/>
                    <a:pt x="2118" y="2886"/>
                    <a:pt x="2719" y="2886"/>
                  </a:cubicBezTo>
                  <a:cubicBezTo>
                    <a:pt x="3319" y="2886"/>
                    <a:pt x="3920" y="2744"/>
                    <a:pt x="4470" y="2461"/>
                  </a:cubicBezTo>
                  <a:cubicBezTo>
                    <a:pt x="5437" y="1894"/>
                    <a:pt x="5437" y="993"/>
                    <a:pt x="4470" y="426"/>
                  </a:cubicBezTo>
                  <a:cubicBezTo>
                    <a:pt x="3920" y="142"/>
                    <a:pt x="3319" y="1"/>
                    <a:pt x="271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73"/>
            <p:cNvSpPr/>
            <p:nvPr/>
          </p:nvSpPr>
          <p:spPr>
            <a:xfrm>
              <a:off x="6299775" y="2834855"/>
              <a:ext cx="93805" cy="38438"/>
            </a:xfrm>
            <a:custGeom>
              <a:avLst/>
              <a:gdLst/>
              <a:ahLst/>
              <a:cxnLst/>
              <a:rect l="l" t="t" r="r" b="b"/>
              <a:pathLst>
                <a:path w="4671" h="1919" extrusionOk="0">
                  <a:moveTo>
                    <a:pt x="2352" y="1"/>
                  </a:moveTo>
                  <a:cubicBezTo>
                    <a:pt x="1751" y="1"/>
                    <a:pt x="1151" y="143"/>
                    <a:pt x="601" y="426"/>
                  </a:cubicBezTo>
                  <a:cubicBezTo>
                    <a:pt x="367" y="560"/>
                    <a:pt x="167" y="726"/>
                    <a:pt x="0" y="960"/>
                  </a:cubicBezTo>
                  <a:cubicBezTo>
                    <a:pt x="167" y="1193"/>
                    <a:pt x="334" y="1360"/>
                    <a:pt x="601" y="1494"/>
                  </a:cubicBezTo>
                  <a:cubicBezTo>
                    <a:pt x="1151" y="1777"/>
                    <a:pt x="1751" y="1919"/>
                    <a:pt x="2352" y="1919"/>
                  </a:cubicBezTo>
                  <a:cubicBezTo>
                    <a:pt x="2952" y="1919"/>
                    <a:pt x="3553" y="1777"/>
                    <a:pt x="4103" y="1494"/>
                  </a:cubicBezTo>
                  <a:cubicBezTo>
                    <a:pt x="4337" y="1360"/>
                    <a:pt x="4537" y="1193"/>
                    <a:pt x="4670" y="960"/>
                  </a:cubicBezTo>
                  <a:cubicBezTo>
                    <a:pt x="4537" y="726"/>
                    <a:pt x="4337" y="560"/>
                    <a:pt x="4103" y="426"/>
                  </a:cubicBezTo>
                  <a:cubicBezTo>
                    <a:pt x="3553" y="143"/>
                    <a:pt x="2952" y="1"/>
                    <a:pt x="23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73"/>
            <p:cNvSpPr/>
            <p:nvPr/>
          </p:nvSpPr>
          <p:spPr>
            <a:xfrm>
              <a:off x="6266940" y="2706803"/>
              <a:ext cx="147406" cy="147881"/>
            </a:xfrm>
            <a:custGeom>
              <a:avLst/>
              <a:gdLst/>
              <a:ahLst/>
              <a:cxnLst/>
              <a:rect l="l" t="t" r="r" b="b"/>
              <a:pathLst>
                <a:path w="7340" h="7383" extrusionOk="0">
                  <a:moveTo>
                    <a:pt x="3986" y="1"/>
                  </a:moveTo>
                  <a:cubicBezTo>
                    <a:pt x="3412" y="1"/>
                    <a:pt x="2822" y="151"/>
                    <a:pt x="2269" y="481"/>
                  </a:cubicBezTo>
                  <a:cubicBezTo>
                    <a:pt x="1" y="1816"/>
                    <a:pt x="67" y="5051"/>
                    <a:pt x="2369" y="6319"/>
                  </a:cubicBezTo>
                  <a:cubicBezTo>
                    <a:pt x="2669" y="6486"/>
                    <a:pt x="2836" y="6819"/>
                    <a:pt x="2869" y="7153"/>
                  </a:cubicBezTo>
                  <a:lnTo>
                    <a:pt x="2869" y="7220"/>
                  </a:lnTo>
                  <a:cubicBezTo>
                    <a:pt x="3078" y="7332"/>
                    <a:pt x="3541" y="7382"/>
                    <a:pt x="3995" y="7382"/>
                  </a:cubicBezTo>
                  <a:cubicBezTo>
                    <a:pt x="4486" y="7382"/>
                    <a:pt x="4966" y="7323"/>
                    <a:pt x="5104" y="7220"/>
                  </a:cubicBezTo>
                  <a:lnTo>
                    <a:pt x="5104" y="7153"/>
                  </a:lnTo>
                  <a:cubicBezTo>
                    <a:pt x="5104" y="6786"/>
                    <a:pt x="5304" y="6452"/>
                    <a:pt x="5638" y="6286"/>
                  </a:cubicBezTo>
                  <a:cubicBezTo>
                    <a:pt x="6672" y="5685"/>
                    <a:pt x="7339" y="4551"/>
                    <a:pt x="7339" y="3350"/>
                  </a:cubicBezTo>
                  <a:cubicBezTo>
                    <a:pt x="7339" y="1392"/>
                    <a:pt x="5733" y="1"/>
                    <a:pt x="398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73"/>
            <p:cNvSpPr/>
            <p:nvPr/>
          </p:nvSpPr>
          <p:spPr>
            <a:xfrm>
              <a:off x="6344660" y="2708586"/>
              <a:ext cx="8053" cy="7211"/>
            </a:xfrm>
            <a:custGeom>
              <a:avLst/>
              <a:gdLst/>
              <a:ahLst/>
              <a:cxnLst/>
              <a:rect l="l" t="t" r="r" b="b"/>
              <a:pathLst>
                <a:path w="401" h="360" extrusionOk="0">
                  <a:moveTo>
                    <a:pt x="104" y="0"/>
                  </a:moveTo>
                  <a:cubicBezTo>
                    <a:pt x="75" y="0"/>
                    <a:pt x="50" y="9"/>
                    <a:pt x="33" y="25"/>
                  </a:cubicBezTo>
                  <a:cubicBezTo>
                    <a:pt x="0" y="59"/>
                    <a:pt x="0" y="126"/>
                    <a:pt x="33" y="159"/>
                  </a:cubicBezTo>
                  <a:cubicBezTo>
                    <a:pt x="100" y="226"/>
                    <a:pt x="134" y="259"/>
                    <a:pt x="200" y="292"/>
                  </a:cubicBezTo>
                  <a:cubicBezTo>
                    <a:pt x="200" y="326"/>
                    <a:pt x="234" y="326"/>
                    <a:pt x="267" y="326"/>
                  </a:cubicBezTo>
                  <a:lnTo>
                    <a:pt x="267" y="359"/>
                  </a:lnTo>
                  <a:cubicBezTo>
                    <a:pt x="367" y="359"/>
                    <a:pt x="400" y="226"/>
                    <a:pt x="334" y="192"/>
                  </a:cubicBezTo>
                  <a:cubicBezTo>
                    <a:pt x="267" y="92"/>
                    <a:pt x="200" y="25"/>
                    <a:pt x="200" y="25"/>
                  </a:cubicBezTo>
                  <a:cubicBezTo>
                    <a:pt x="167" y="9"/>
                    <a:pt x="134" y="0"/>
                    <a:pt x="10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73"/>
            <p:cNvSpPr/>
            <p:nvPr/>
          </p:nvSpPr>
          <p:spPr>
            <a:xfrm>
              <a:off x="6359380" y="2724169"/>
              <a:ext cx="20805" cy="111207"/>
            </a:xfrm>
            <a:custGeom>
              <a:avLst/>
              <a:gdLst/>
              <a:ahLst/>
              <a:cxnLst/>
              <a:rect l="l" t="t" r="r" b="b"/>
              <a:pathLst>
                <a:path w="1036" h="5552" extrusionOk="0">
                  <a:moveTo>
                    <a:pt x="92" y="1"/>
                  </a:moveTo>
                  <a:cubicBezTo>
                    <a:pt x="73" y="1"/>
                    <a:pt x="54" y="5"/>
                    <a:pt x="34" y="15"/>
                  </a:cubicBezTo>
                  <a:cubicBezTo>
                    <a:pt x="1" y="48"/>
                    <a:pt x="1" y="115"/>
                    <a:pt x="34" y="181"/>
                  </a:cubicBezTo>
                  <a:cubicBezTo>
                    <a:pt x="101" y="282"/>
                    <a:pt x="168" y="415"/>
                    <a:pt x="234" y="548"/>
                  </a:cubicBezTo>
                  <a:cubicBezTo>
                    <a:pt x="268" y="548"/>
                    <a:pt x="301" y="582"/>
                    <a:pt x="335" y="582"/>
                  </a:cubicBezTo>
                  <a:lnTo>
                    <a:pt x="401" y="582"/>
                  </a:lnTo>
                  <a:cubicBezTo>
                    <a:pt x="435" y="548"/>
                    <a:pt x="468" y="482"/>
                    <a:pt x="435" y="415"/>
                  </a:cubicBezTo>
                  <a:cubicBezTo>
                    <a:pt x="368" y="282"/>
                    <a:pt x="268" y="181"/>
                    <a:pt x="201" y="48"/>
                  </a:cubicBezTo>
                  <a:cubicBezTo>
                    <a:pt x="178" y="24"/>
                    <a:pt x="137" y="1"/>
                    <a:pt x="92" y="1"/>
                  </a:cubicBezTo>
                  <a:close/>
                  <a:moveTo>
                    <a:pt x="701" y="1169"/>
                  </a:moveTo>
                  <a:cubicBezTo>
                    <a:pt x="688" y="1169"/>
                    <a:pt x="677" y="1173"/>
                    <a:pt x="668" y="1182"/>
                  </a:cubicBezTo>
                  <a:cubicBezTo>
                    <a:pt x="601" y="1182"/>
                    <a:pt x="568" y="1249"/>
                    <a:pt x="601" y="1316"/>
                  </a:cubicBezTo>
                  <a:cubicBezTo>
                    <a:pt x="635" y="1449"/>
                    <a:pt x="668" y="1582"/>
                    <a:pt x="701" y="1716"/>
                  </a:cubicBezTo>
                  <a:cubicBezTo>
                    <a:pt x="701" y="1783"/>
                    <a:pt x="768" y="1816"/>
                    <a:pt x="802" y="1816"/>
                  </a:cubicBezTo>
                  <a:lnTo>
                    <a:pt x="835" y="1783"/>
                  </a:lnTo>
                  <a:cubicBezTo>
                    <a:pt x="868" y="1783"/>
                    <a:pt x="935" y="1716"/>
                    <a:pt x="902" y="1649"/>
                  </a:cubicBezTo>
                  <a:cubicBezTo>
                    <a:pt x="868" y="1516"/>
                    <a:pt x="835" y="1382"/>
                    <a:pt x="802" y="1249"/>
                  </a:cubicBezTo>
                  <a:cubicBezTo>
                    <a:pt x="777" y="1200"/>
                    <a:pt x="735" y="1169"/>
                    <a:pt x="701" y="1169"/>
                  </a:cubicBezTo>
                  <a:close/>
                  <a:moveTo>
                    <a:pt x="935" y="2450"/>
                  </a:moveTo>
                  <a:cubicBezTo>
                    <a:pt x="868" y="2450"/>
                    <a:pt x="835" y="2516"/>
                    <a:pt x="835" y="2583"/>
                  </a:cubicBezTo>
                  <a:lnTo>
                    <a:pt x="835" y="2817"/>
                  </a:lnTo>
                  <a:lnTo>
                    <a:pt x="835" y="3017"/>
                  </a:lnTo>
                  <a:cubicBezTo>
                    <a:pt x="835" y="3050"/>
                    <a:pt x="868" y="3117"/>
                    <a:pt x="935" y="3117"/>
                  </a:cubicBezTo>
                  <a:cubicBezTo>
                    <a:pt x="968" y="3117"/>
                    <a:pt x="1035" y="3050"/>
                    <a:pt x="1035" y="3017"/>
                  </a:cubicBezTo>
                  <a:lnTo>
                    <a:pt x="1035" y="2817"/>
                  </a:lnTo>
                  <a:lnTo>
                    <a:pt x="1035" y="2550"/>
                  </a:lnTo>
                  <a:cubicBezTo>
                    <a:pt x="1035" y="2516"/>
                    <a:pt x="968" y="2450"/>
                    <a:pt x="935" y="2450"/>
                  </a:cubicBezTo>
                  <a:close/>
                  <a:moveTo>
                    <a:pt x="835" y="3751"/>
                  </a:moveTo>
                  <a:cubicBezTo>
                    <a:pt x="768" y="3751"/>
                    <a:pt x="735" y="3784"/>
                    <a:pt x="701" y="3851"/>
                  </a:cubicBezTo>
                  <a:cubicBezTo>
                    <a:pt x="668" y="3984"/>
                    <a:pt x="635" y="4118"/>
                    <a:pt x="601" y="4251"/>
                  </a:cubicBezTo>
                  <a:cubicBezTo>
                    <a:pt x="568" y="4318"/>
                    <a:pt x="601" y="4384"/>
                    <a:pt x="668" y="4384"/>
                  </a:cubicBezTo>
                  <a:lnTo>
                    <a:pt x="701" y="4384"/>
                  </a:lnTo>
                  <a:cubicBezTo>
                    <a:pt x="735" y="4384"/>
                    <a:pt x="802" y="4351"/>
                    <a:pt x="802" y="4318"/>
                  </a:cubicBezTo>
                  <a:cubicBezTo>
                    <a:pt x="835" y="4184"/>
                    <a:pt x="902" y="4051"/>
                    <a:pt x="935" y="3884"/>
                  </a:cubicBezTo>
                  <a:cubicBezTo>
                    <a:pt x="935" y="3817"/>
                    <a:pt x="902" y="3784"/>
                    <a:pt x="835" y="3751"/>
                  </a:cubicBezTo>
                  <a:close/>
                  <a:moveTo>
                    <a:pt x="332" y="4971"/>
                  </a:moveTo>
                  <a:cubicBezTo>
                    <a:pt x="298" y="4971"/>
                    <a:pt x="258" y="4995"/>
                    <a:pt x="234" y="5018"/>
                  </a:cubicBezTo>
                  <a:cubicBezTo>
                    <a:pt x="134" y="5152"/>
                    <a:pt x="68" y="5285"/>
                    <a:pt x="1" y="5419"/>
                  </a:cubicBezTo>
                  <a:cubicBezTo>
                    <a:pt x="1" y="5485"/>
                    <a:pt x="1" y="5519"/>
                    <a:pt x="68" y="5552"/>
                  </a:cubicBezTo>
                  <a:lnTo>
                    <a:pt x="101" y="5552"/>
                  </a:lnTo>
                  <a:cubicBezTo>
                    <a:pt x="134" y="5552"/>
                    <a:pt x="168" y="5552"/>
                    <a:pt x="201" y="5519"/>
                  </a:cubicBezTo>
                  <a:cubicBezTo>
                    <a:pt x="268" y="5385"/>
                    <a:pt x="335" y="5252"/>
                    <a:pt x="401" y="5152"/>
                  </a:cubicBezTo>
                  <a:cubicBezTo>
                    <a:pt x="435" y="5085"/>
                    <a:pt x="435" y="5018"/>
                    <a:pt x="368" y="4985"/>
                  </a:cubicBezTo>
                  <a:cubicBezTo>
                    <a:pt x="358" y="4975"/>
                    <a:pt x="345" y="4971"/>
                    <a:pt x="332" y="497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73"/>
            <p:cNvSpPr/>
            <p:nvPr/>
          </p:nvSpPr>
          <p:spPr>
            <a:xfrm>
              <a:off x="6354038" y="2848054"/>
              <a:ext cx="4699" cy="8052"/>
            </a:xfrm>
            <a:custGeom>
              <a:avLst/>
              <a:gdLst/>
              <a:ahLst/>
              <a:cxnLst/>
              <a:rect l="l" t="t" r="r" b="b"/>
              <a:pathLst>
                <a:path w="234" h="402" extrusionOk="0">
                  <a:moveTo>
                    <a:pt x="134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0" y="168"/>
                    <a:pt x="0" y="234"/>
                    <a:pt x="0" y="334"/>
                  </a:cubicBezTo>
                  <a:cubicBezTo>
                    <a:pt x="0" y="368"/>
                    <a:pt x="67" y="401"/>
                    <a:pt x="100" y="401"/>
                  </a:cubicBezTo>
                  <a:lnTo>
                    <a:pt x="134" y="401"/>
                  </a:lnTo>
                  <a:cubicBezTo>
                    <a:pt x="167" y="401"/>
                    <a:pt x="234" y="368"/>
                    <a:pt x="200" y="301"/>
                  </a:cubicBezTo>
                  <a:cubicBezTo>
                    <a:pt x="200" y="234"/>
                    <a:pt x="200" y="168"/>
                    <a:pt x="200" y="101"/>
                  </a:cubicBezTo>
                  <a:cubicBezTo>
                    <a:pt x="234" y="67"/>
                    <a:pt x="167" y="1"/>
                    <a:pt x="13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73"/>
            <p:cNvSpPr/>
            <p:nvPr/>
          </p:nvSpPr>
          <p:spPr>
            <a:xfrm>
              <a:off x="6344660" y="2848054"/>
              <a:ext cx="4037" cy="8052"/>
            </a:xfrm>
            <a:custGeom>
              <a:avLst/>
              <a:gdLst/>
              <a:ahLst/>
              <a:cxnLst/>
              <a:rect l="l" t="t" r="r" b="b"/>
              <a:pathLst>
                <a:path w="201" h="402" extrusionOk="0">
                  <a:moveTo>
                    <a:pt x="100" y="1"/>
                  </a:moveTo>
                  <a:cubicBezTo>
                    <a:pt x="50" y="1"/>
                    <a:pt x="0" y="34"/>
                    <a:pt x="0" y="101"/>
                  </a:cubicBezTo>
                  <a:lnTo>
                    <a:pt x="0" y="301"/>
                  </a:lnTo>
                  <a:cubicBezTo>
                    <a:pt x="0" y="368"/>
                    <a:pt x="67" y="401"/>
                    <a:pt x="100" y="401"/>
                  </a:cubicBezTo>
                  <a:cubicBezTo>
                    <a:pt x="167" y="401"/>
                    <a:pt x="200" y="368"/>
                    <a:pt x="200" y="301"/>
                  </a:cubicBezTo>
                  <a:lnTo>
                    <a:pt x="200" y="101"/>
                  </a:lnTo>
                  <a:cubicBezTo>
                    <a:pt x="200" y="34"/>
                    <a:pt x="150" y="1"/>
                    <a:pt x="1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73"/>
            <p:cNvSpPr/>
            <p:nvPr/>
          </p:nvSpPr>
          <p:spPr>
            <a:xfrm>
              <a:off x="6344660" y="2728455"/>
              <a:ext cx="4699" cy="107601"/>
            </a:xfrm>
            <a:custGeom>
              <a:avLst/>
              <a:gdLst/>
              <a:ahLst/>
              <a:cxnLst/>
              <a:rect l="l" t="t" r="r" b="b"/>
              <a:pathLst>
                <a:path w="234" h="5372" extrusionOk="0">
                  <a:moveTo>
                    <a:pt x="100" y="1"/>
                  </a:moveTo>
                  <a:cubicBezTo>
                    <a:pt x="50" y="1"/>
                    <a:pt x="0" y="34"/>
                    <a:pt x="0" y="101"/>
                  </a:cubicBezTo>
                  <a:lnTo>
                    <a:pt x="0" y="501"/>
                  </a:lnTo>
                  <a:cubicBezTo>
                    <a:pt x="0" y="535"/>
                    <a:pt x="67" y="601"/>
                    <a:pt x="100" y="601"/>
                  </a:cubicBezTo>
                  <a:cubicBezTo>
                    <a:pt x="167" y="601"/>
                    <a:pt x="234" y="568"/>
                    <a:pt x="200" y="501"/>
                  </a:cubicBezTo>
                  <a:lnTo>
                    <a:pt x="200" y="101"/>
                  </a:lnTo>
                  <a:cubicBezTo>
                    <a:pt x="200" y="34"/>
                    <a:pt x="150" y="1"/>
                    <a:pt x="100" y="1"/>
                  </a:cubicBezTo>
                  <a:close/>
                  <a:moveTo>
                    <a:pt x="100" y="1177"/>
                  </a:moveTo>
                  <a:cubicBezTo>
                    <a:pt x="50" y="1177"/>
                    <a:pt x="0" y="1218"/>
                    <a:pt x="0" y="1302"/>
                  </a:cubicBezTo>
                  <a:lnTo>
                    <a:pt x="0" y="1669"/>
                  </a:lnTo>
                  <a:cubicBezTo>
                    <a:pt x="0" y="1735"/>
                    <a:pt x="67" y="1802"/>
                    <a:pt x="100" y="1802"/>
                  </a:cubicBezTo>
                  <a:cubicBezTo>
                    <a:pt x="167" y="1802"/>
                    <a:pt x="234" y="1735"/>
                    <a:pt x="200" y="1669"/>
                  </a:cubicBezTo>
                  <a:lnTo>
                    <a:pt x="200" y="1302"/>
                  </a:lnTo>
                  <a:cubicBezTo>
                    <a:pt x="200" y="1218"/>
                    <a:pt x="150" y="1177"/>
                    <a:pt x="100" y="1177"/>
                  </a:cubicBezTo>
                  <a:close/>
                  <a:moveTo>
                    <a:pt x="100" y="2369"/>
                  </a:moveTo>
                  <a:cubicBezTo>
                    <a:pt x="50" y="2369"/>
                    <a:pt x="0" y="2403"/>
                    <a:pt x="0" y="2469"/>
                  </a:cubicBezTo>
                  <a:lnTo>
                    <a:pt x="0" y="2870"/>
                  </a:lnTo>
                  <a:cubicBezTo>
                    <a:pt x="0" y="2936"/>
                    <a:pt x="67" y="2970"/>
                    <a:pt x="100" y="2970"/>
                  </a:cubicBezTo>
                  <a:lnTo>
                    <a:pt x="100" y="3003"/>
                  </a:lnTo>
                  <a:cubicBezTo>
                    <a:pt x="167" y="3003"/>
                    <a:pt x="234" y="2936"/>
                    <a:pt x="200" y="2870"/>
                  </a:cubicBezTo>
                  <a:lnTo>
                    <a:pt x="200" y="2469"/>
                  </a:lnTo>
                  <a:cubicBezTo>
                    <a:pt x="200" y="2403"/>
                    <a:pt x="150" y="2369"/>
                    <a:pt x="100" y="2369"/>
                  </a:cubicBezTo>
                  <a:close/>
                  <a:moveTo>
                    <a:pt x="100" y="3545"/>
                  </a:moveTo>
                  <a:cubicBezTo>
                    <a:pt x="50" y="3545"/>
                    <a:pt x="0" y="3587"/>
                    <a:pt x="0" y="3670"/>
                  </a:cubicBezTo>
                  <a:lnTo>
                    <a:pt x="0" y="4070"/>
                  </a:lnTo>
                  <a:cubicBezTo>
                    <a:pt x="0" y="4137"/>
                    <a:pt x="67" y="4170"/>
                    <a:pt x="100" y="4170"/>
                  </a:cubicBezTo>
                  <a:lnTo>
                    <a:pt x="100" y="4204"/>
                  </a:lnTo>
                  <a:cubicBezTo>
                    <a:pt x="167" y="4204"/>
                    <a:pt x="234" y="4137"/>
                    <a:pt x="200" y="4070"/>
                  </a:cubicBezTo>
                  <a:lnTo>
                    <a:pt x="200" y="3670"/>
                  </a:lnTo>
                  <a:cubicBezTo>
                    <a:pt x="200" y="3587"/>
                    <a:pt x="150" y="3545"/>
                    <a:pt x="100" y="3545"/>
                  </a:cubicBezTo>
                  <a:close/>
                  <a:moveTo>
                    <a:pt x="100" y="4771"/>
                  </a:moveTo>
                  <a:cubicBezTo>
                    <a:pt x="50" y="4771"/>
                    <a:pt x="0" y="4804"/>
                    <a:pt x="0" y="4871"/>
                  </a:cubicBezTo>
                  <a:lnTo>
                    <a:pt x="0" y="5271"/>
                  </a:lnTo>
                  <a:cubicBezTo>
                    <a:pt x="0" y="5338"/>
                    <a:pt x="67" y="5371"/>
                    <a:pt x="100" y="5371"/>
                  </a:cubicBezTo>
                  <a:cubicBezTo>
                    <a:pt x="167" y="5371"/>
                    <a:pt x="200" y="5338"/>
                    <a:pt x="200" y="5271"/>
                  </a:cubicBezTo>
                  <a:lnTo>
                    <a:pt x="200" y="4871"/>
                  </a:lnTo>
                  <a:cubicBezTo>
                    <a:pt x="200" y="4804"/>
                    <a:pt x="150" y="4771"/>
                    <a:pt x="100" y="477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73"/>
            <p:cNvSpPr/>
            <p:nvPr/>
          </p:nvSpPr>
          <p:spPr>
            <a:xfrm>
              <a:off x="6344660" y="2708586"/>
              <a:ext cx="4037" cy="7872"/>
            </a:xfrm>
            <a:custGeom>
              <a:avLst/>
              <a:gdLst/>
              <a:ahLst/>
              <a:cxnLst/>
              <a:rect l="l" t="t" r="r" b="b"/>
              <a:pathLst>
                <a:path w="201" h="393" extrusionOk="0">
                  <a:moveTo>
                    <a:pt x="100" y="0"/>
                  </a:moveTo>
                  <a:cubicBezTo>
                    <a:pt x="50" y="0"/>
                    <a:pt x="0" y="42"/>
                    <a:pt x="0" y="126"/>
                  </a:cubicBezTo>
                  <a:lnTo>
                    <a:pt x="0" y="292"/>
                  </a:lnTo>
                  <a:cubicBezTo>
                    <a:pt x="0" y="359"/>
                    <a:pt x="67" y="392"/>
                    <a:pt x="100" y="392"/>
                  </a:cubicBezTo>
                  <a:cubicBezTo>
                    <a:pt x="167" y="392"/>
                    <a:pt x="200" y="359"/>
                    <a:pt x="200" y="326"/>
                  </a:cubicBezTo>
                  <a:lnTo>
                    <a:pt x="200" y="126"/>
                  </a:lnTo>
                  <a:cubicBezTo>
                    <a:pt x="200" y="42"/>
                    <a:pt x="150" y="0"/>
                    <a:pt x="1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73"/>
            <p:cNvSpPr/>
            <p:nvPr/>
          </p:nvSpPr>
          <p:spPr>
            <a:xfrm>
              <a:off x="6343977" y="2708425"/>
              <a:ext cx="59645" cy="127631"/>
            </a:xfrm>
            <a:custGeom>
              <a:avLst/>
              <a:gdLst/>
              <a:ahLst/>
              <a:cxnLst/>
              <a:rect l="l" t="t" r="r" b="b"/>
              <a:pathLst>
                <a:path w="2970" h="6372" extrusionOk="0">
                  <a:moveTo>
                    <a:pt x="168" y="0"/>
                  </a:moveTo>
                  <a:cubicBezTo>
                    <a:pt x="1" y="0"/>
                    <a:pt x="1" y="200"/>
                    <a:pt x="168" y="200"/>
                  </a:cubicBezTo>
                  <a:cubicBezTo>
                    <a:pt x="301" y="200"/>
                    <a:pt x="401" y="200"/>
                    <a:pt x="534" y="234"/>
                  </a:cubicBezTo>
                  <a:lnTo>
                    <a:pt x="568" y="234"/>
                  </a:lnTo>
                  <a:lnTo>
                    <a:pt x="568" y="267"/>
                  </a:lnTo>
                  <a:cubicBezTo>
                    <a:pt x="601" y="234"/>
                    <a:pt x="635" y="200"/>
                    <a:pt x="635" y="167"/>
                  </a:cubicBezTo>
                  <a:cubicBezTo>
                    <a:pt x="668" y="100"/>
                    <a:pt x="635" y="33"/>
                    <a:pt x="568" y="33"/>
                  </a:cubicBezTo>
                  <a:cubicBezTo>
                    <a:pt x="434" y="0"/>
                    <a:pt x="301" y="0"/>
                    <a:pt x="168" y="0"/>
                  </a:cubicBezTo>
                  <a:close/>
                  <a:moveTo>
                    <a:pt x="1358" y="354"/>
                  </a:moveTo>
                  <a:cubicBezTo>
                    <a:pt x="1269" y="354"/>
                    <a:pt x="1182" y="505"/>
                    <a:pt x="1268" y="534"/>
                  </a:cubicBezTo>
                  <a:cubicBezTo>
                    <a:pt x="1402" y="601"/>
                    <a:pt x="1502" y="701"/>
                    <a:pt x="1602" y="767"/>
                  </a:cubicBezTo>
                  <a:cubicBezTo>
                    <a:pt x="1635" y="801"/>
                    <a:pt x="1669" y="801"/>
                    <a:pt x="1669" y="801"/>
                  </a:cubicBezTo>
                  <a:cubicBezTo>
                    <a:pt x="1702" y="801"/>
                    <a:pt x="1735" y="801"/>
                    <a:pt x="1735" y="767"/>
                  </a:cubicBezTo>
                  <a:cubicBezTo>
                    <a:pt x="1769" y="734"/>
                    <a:pt x="1769" y="667"/>
                    <a:pt x="1735" y="601"/>
                  </a:cubicBezTo>
                  <a:cubicBezTo>
                    <a:pt x="1635" y="534"/>
                    <a:pt x="1502" y="434"/>
                    <a:pt x="1402" y="367"/>
                  </a:cubicBezTo>
                  <a:cubicBezTo>
                    <a:pt x="1388" y="358"/>
                    <a:pt x="1373" y="354"/>
                    <a:pt x="1358" y="354"/>
                  </a:cubicBezTo>
                  <a:close/>
                  <a:moveTo>
                    <a:pt x="2260" y="1179"/>
                  </a:moveTo>
                  <a:cubicBezTo>
                    <a:pt x="2191" y="1179"/>
                    <a:pt x="2122" y="1273"/>
                    <a:pt x="2169" y="1368"/>
                  </a:cubicBezTo>
                  <a:cubicBezTo>
                    <a:pt x="2269" y="1468"/>
                    <a:pt x="2336" y="1568"/>
                    <a:pt x="2402" y="1701"/>
                  </a:cubicBezTo>
                  <a:cubicBezTo>
                    <a:pt x="2402" y="1701"/>
                    <a:pt x="2436" y="1735"/>
                    <a:pt x="2503" y="1735"/>
                  </a:cubicBezTo>
                  <a:lnTo>
                    <a:pt x="2469" y="1768"/>
                  </a:lnTo>
                  <a:cubicBezTo>
                    <a:pt x="2503" y="1768"/>
                    <a:pt x="2536" y="1735"/>
                    <a:pt x="2536" y="1735"/>
                  </a:cubicBezTo>
                  <a:cubicBezTo>
                    <a:pt x="2603" y="1701"/>
                    <a:pt x="2603" y="1635"/>
                    <a:pt x="2569" y="1568"/>
                  </a:cubicBezTo>
                  <a:cubicBezTo>
                    <a:pt x="2503" y="1468"/>
                    <a:pt x="2436" y="1334"/>
                    <a:pt x="2336" y="1234"/>
                  </a:cubicBezTo>
                  <a:cubicBezTo>
                    <a:pt x="2316" y="1195"/>
                    <a:pt x="2288" y="1179"/>
                    <a:pt x="2260" y="1179"/>
                  </a:cubicBezTo>
                  <a:close/>
                  <a:moveTo>
                    <a:pt x="2769" y="2302"/>
                  </a:moveTo>
                  <a:cubicBezTo>
                    <a:pt x="2703" y="2302"/>
                    <a:pt x="2669" y="2368"/>
                    <a:pt x="2703" y="2435"/>
                  </a:cubicBezTo>
                  <a:cubicBezTo>
                    <a:pt x="2736" y="2569"/>
                    <a:pt x="2736" y="2702"/>
                    <a:pt x="2769" y="2835"/>
                  </a:cubicBezTo>
                  <a:cubicBezTo>
                    <a:pt x="2769" y="2869"/>
                    <a:pt x="2803" y="2936"/>
                    <a:pt x="2869" y="2936"/>
                  </a:cubicBezTo>
                  <a:lnTo>
                    <a:pt x="2869" y="2902"/>
                  </a:lnTo>
                  <a:cubicBezTo>
                    <a:pt x="2936" y="2902"/>
                    <a:pt x="2970" y="2869"/>
                    <a:pt x="2970" y="2802"/>
                  </a:cubicBezTo>
                  <a:cubicBezTo>
                    <a:pt x="2970" y="2669"/>
                    <a:pt x="2936" y="2502"/>
                    <a:pt x="2903" y="2368"/>
                  </a:cubicBezTo>
                  <a:cubicBezTo>
                    <a:pt x="2903" y="2335"/>
                    <a:pt x="2836" y="2302"/>
                    <a:pt x="2769" y="2302"/>
                  </a:cubicBezTo>
                  <a:close/>
                  <a:moveTo>
                    <a:pt x="2869" y="3536"/>
                  </a:moveTo>
                  <a:cubicBezTo>
                    <a:pt x="2803" y="3536"/>
                    <a:pt x="2769" y="3569"/>
                    <a:pt x="2769" y="3636"/>
                  </a:cubicBezTo>
                  <a:cubicBezTo>
                    <a:pt x="2736" y="3769"/>
                    <a:pt x="2703" y="3903"/>
                    <a:pt x="2703" y="4036"/>
                  </a:cubicBezTo>
                  <a:cubicBezTo>
                    <a:pt x="2669" y="4103"/>
                    <a:pt x="2703" y="4170"/>
                    <a:pt x="2769" y="4170"/>
                  </a:cubicBezTo>
                  <a:cubicBezTo>
                    <a:pt x="2782" y="4176"/>
                    <a:pt x="2794" y="4179"/>
                    <a:pt x="2806" y="4179"/>
                  </a:cubicBezTo>
                  <a:cubicBezTo>
                    <a:pt x="2858" y="4179"/>
                    <a:pt x="2903" y="4124"/>
                    <a:pt x="2903" y="4070"/>
                  </a:cubicBezTo>
                  <a:cubicBezTo>
                    <a:pt x="2936" y="3936"/>
                    <a:pt x="2970" y="3803"/>
                    <a:pt x="2970" y="3669"/>
                  </a:cubicBezTo>
                  <a:cubicBezTo>
                    <a:pt x="2970" y="3603"/>
                    <a:pt x="2936" y="3536"/>
                    <a:pt x="2869" y="3536"/>
                  </a:cubicBezTo>
                  <a:close/>
                  <a:moveTo>
                    <a:pt x="2548" y="4764"/>
                  </a:moveTo>
                  <a:cubicBezTo>
                    <a:pt x="2506" y="4764"/>
                    <a:pt x="2461" y="4786"/>
                    <a:pt x="2436" y="4837"/>
                  </a:cubicBezTo>
                  <a:cubicBezTo>
                    <a:pt x="2402" y="4970"/>
                    <a:pt x="2336" y="5104"/>
                    <a:pt x="2269" y="5204"/>
                  </a:cubicBezTo>
                  <a:cubicBezTo>
                    <a:pt x="2236" y="5271"/>
                    <a:pt x="2269" y="5337"/>
                    <a:pt x="2336" y="5337"/>
                  </a:cubicBezTo>
                  <a:cubicBezTo>
                    <a:pt x="2336" y="5354"/>
                    <a:pt x="2344" y="5362"/>
                    <a:pt x="2352" y="5362"/>
                  </a:cubicBezTo>
                  <a:cubicBezTo>
                    <a:pt x="2361" y="5362"/>
                    <a:pt x="2369" y="5354"/>
                    <a:pt x="2369" y="5337"/>
                  </a:cubicBezTo>
                  <a:lnTo>
                    <a:pt x="2369" y="5371"/>
                  </a:lnTo>
                  <a:cubicBezTo>
                    <a:pt x="2402" y="5371"/>
                    <a:pt x="2436" y="5337"/>
                    <a:pt x="2469" y="5304"/>
                  </a:cubicBezTo>
                  <a:cubicBezTo>
                    <a:pt x="2536" y="5170"/>
                    <a:pt x="2603" y="5037"/>
                    <a:pt x="2636" y="4904"/>
                  </a:cubicBezTo>
                  <a:cubicBezTo>
                    <a:pt x="2677" y="4821"/>
                    <a:pt x="2616" y="4764"/>
                    <a:pt x="2548" y="4764"/>
                  </a:cubicBezTo>
                  <a:close/>
                  <a:moveTo>
                    <a:pt x="1935" y="5879"/>
                  </a:moveTo>
                  <a:cubicBezTo>
                    <a:pt x="1910" y="5879"/>
                    <a:pt x="1885" y="5888"/>
                    <a:pt x="1869" y="5904"/>
                  </a:cubicBezTo>
                  <a:cubicBezTo>
                    <a:pt x="1769" y="6038"/>
                    <a:pt x="1702" y="6138"/>
                    <a:pt x="1635" y="6238"/>
                  </a:cubicBezTo>
                  <a:cubicBezTo>
                    <a:pt x="1569" y="6271"/>
                    <a:pt x="1569" y="6338"/>
                    <a:pt x="1635" y="6371"/>
                  </a:cubicBezTo>
                  <a:lnTo>
                    <a:pt x="1769" y="6371"/>
                  </a:lnTo>
                  <a:cubicBezTo>
                    <a:pt x="1869" y="6271"/>
                    <a:pt x="1935" y="6138"/>
                    <a:pt x="2036" y="6038"/>
                  </a:cubicBezTo>
                  <a:cubicBezTo>
                    <a:pt x="2069" y="6004"/>
                    <a:pt x="2069" y="5938"/>
                    <a:pt x="2002" y="5904"/>
                  </a:cubicBezTo>
                  <a:cubicBezTo>
                    <a:pt x="1985" y="5888"/>
                    <a:pt x="1960" y="5879"/>
                    <a:pt x="1935" y="5879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73"/>
            <p:cNvSpPr/>
            <p:nvPr/>
          </p:nvSpPr>
          <p:spPr>
            <a:xfrm>
              <a:off x="6341306" y="2708085"/>
              <a:ext cx="8053" cy="7031"/>
            </a:xfrm>
            <a:custGeom>
              <a:avLst/>
              <a:gdLst/>
              <a:ahLst/>
              <a:cxnLst/>
              <a:rect l="l" t="t" r="r" b="b"/>
              <a:pathLst>
                <a:path w="401" h="351" extrusionOk="0">
                  <a:moveTo>
                    <a:pt x="271" y="0"/>
                  </a:moveTo>
                  <a:cubicBezTo>
                    <a:pt x="242" y="0"/>
                    <a:pt x="217" y="17"/>
                    <a:pt x="200" y="50"/>
                  </a:cubicBezTo>
                  <a:cubicBezTo>
                    <a:pt x="200" y="50"/>
                    <a:pt x="134" y="84"/>
                    <a:pt x="67" y="184"/>
                  </a:cubicBezTo>
                  <a:cubicBezTo>
                    <a:pt x="0" y="251"/>
                    <a:pt x="34" y="351"/>
                    <a:pt x="134" y="351"/>
                  </a:cubicBezTo>
                  <a:cubicBezTo>
                    <a:pt x="167" y="351"/>
                    <a:pt x="200" y="351"/>
                    <a:pt x="200" y="317"/>
                  </a:cubicBezTo>
                  <a:cubicBezTo>
                    <a:pt x="267" y="251"/>
                    <a:pt x="301" y="217"/>
                    <a:pt x="367" y="184"/>
                  </a:cubicBezTo>
                  <a:cubicBezTo>
                    <a:pt x="401" y="151"/>
                    <a:pt x="401" y="84"/>
                    <a:pt x="367" y="50"/>
                  </a:cubicBezTo>
                  <a:cubicBezTo>
                    <a:pt x="334" y="17"/>
                    <a:pt x="301" y="0"/>
                    <a:pt x="27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73"/>
            <p:cNvSpPr/>
            <p:nvPr/>
          </p:nvSpPr>
          <p:spPr>
            <a:xfrm>
              <a:off x="6313833" y="2724950"/>
              <a:ext cx="21067" cy="110425"/>
            </a:xfrm>
            <a:custGeom>
              <a:avLst/>
              <a:gdLst/>
              <a:ahLst/>
              <a:cxnLst/>
              <a:rect l="l" t="t" r="r" b="b"/>
              <a:pathLst>
                <a:path w="1049" h="5513" extrusionOk="0">
                  <a:moveTo>
                    <a:pt x="925" y="1"/>
                  </a:moveTo>
                  <a:cubicBezTo>
                    <a:pt x="896" y="1"/>
                    <a:pt x="864" y="13"/>
                    <a:pt x="835" y="42"/>
                  </a:cubicBezTo>
                  <a:cubicBezTo>
                    <a:pt x="768" y="142"/>
                    <a:pt x="668" y="276"/>
                    <a:pt x="601" y="409"/>
                  </a:cubicBezTo>
                  <a:cubicBezTo>
                    <a:pt x="568" y="443"/>
                    <a:pt x="601" y="509"/>
                    <a:pt x="634" y="543"/>
                  </a:cubicBezTo>
                  <a:lnTo>
                    <a:pt x="701" y="543"/>
                  </a:lnTo>
                  <a:cubicBezTo>
                    <a:pt x="735" y="543"/>
                    <a:pt x="768" y="543"/>
                    <a:pt x="768" y="509"/>
                  </a:cubicBezTo>
                  <a:cubicBezTo>
                    <a:pt x="868" y="376"/>
                    <a:pt x="935" y="276"/>
                    <a:pt x="1001" y="142"/>
                  </a:cubicBezTo>
                  <a:cubicBezTo>
                    <a:pt x="1049" y="72"/>
                    <a:pt x="996" y="1"/>
                    <a:pt x="925" y="1"/>
                  </a:cubicBezTo>
                  <a:close/>
                  <a:moveTo>
                    <a:pt x="368" y="1143"/>
                  </a:moveTo>
                  <a:cubicBezTo>
                    <a:pt x="301" y="1143"/>
                    <a:pt x="268" y="1177"/>
                    <a:pt x="234" y="1210"/>
                  </a:cubicBezTo>
                  <a:cubicBezTo>
                    <a:pt x="201" y="1343"/>
                    <a:pt x="167" y="1510"/>
                    <a:pt x="134" y="1644"/>
                  </a:cubicBezTo>
                  <a:cubicBezTo>
                    <a:pt x="101" y="1710"/>
                    <a:pt x="134" y="1744"/>
                    <a:pt x="201" y="1777"/>
                  </a:cubicBezTo>
                  <a:cubicBezTo>
                    <a:pt x="268" y="1777"/>
                    <a:pt x="301" y="1744"/>
                    <a:pt x="334" y="1710"/>
                  </a:cubicBezTo>
                  <a:cubicBezTo>
                    <a:pt x="368" y="1577"/>
                    <a:pt x="401" y="1410"/>
                    <a:pt x="434" y="1277"/>
                  </a:cubicBezTo>
                  <a:cubicBezTo>
                    <a:pt x="468" y="1243"/>
                    <a:pt x="434" y="1177"/>
                    <a:pt x="368" y="1143"/>
                  </a:cubicBezTo>
                  <a:close/>
                  <a:moveTo>
                    <a:pt x="101" y="2411"/>
                  </a:moveTo>
                  <a:cubicBezTo>
                    <a:pt x="34" y="2411"/>
                    <a:pt x="1" y="2477"/>
                    <a:pt x="1" y="2511"/>
                  </a:cubicBezTo>
                  <a:lnTo>
                    <a:pt x="1" y="2778"/>
                  </a:lnTo>
                  <a:lnTo>
                    <a:pt x="1" y="2978"/>
                  </a:lnTo>
                  <a:cubicBezTo>
                    <a:pt x="1" y="3011"/>
                    <a:pt x="34" y="3078"/>
                    <a:pt x="101" y="3078"/>
                  </a:cubicBezTo>
                  <a:cubicBezTo>
                    <a:pt x="167" y="3078"/>
                    <a:pt x="201" y="3011"/>
                    <a:pt x="201" y="2978"/>
                  </a:cubicBezTo>
                  <a:lnTo>
                    <a:pt x="201" y="2778"/>
                  </a:lnTo>
                  <a:lnTo>
                    <a:pt x="201" y="2544"/>
                  </a:lnTo>
                  <a:cubicBezTo>
                    <a:pt x="201" y="2477"/>
                    <a:pt x="167" y="2411"/>
                    <a:pt x="101" y="2411"/>
                  </a:cubicBezTo>
                  <a:close/>
                  <a:moveTo>
                    <a:pt x="205" y="3736"/>
                  </a:moveTo>
                  <a:cubicBezTo>
                    <a:pt x="193" y="3736"/>
                    <a:pt x="180" y="3739"/>
                    <a:pt x="167" y="3745"/>
                  </a:cubicBezTo>
                  <a:cubicBezTo>
                    <a:pt x="134" y="3745"/>
                    <a:pt x="101" y="3812"/>
                    <a:pt x="101" y="3878"/>
                  </a:cubicBezTo>
                  <a:cubicBezTo>
                    <a:pt x="134" y="4012"/>
                    <a:pt x="167" y="4145"/>
                    <a:pt x="234" y="4279"/>
                  </a:cubicBezTo>
                  <a:cubicBezTo>
                    <a:pt x="234" y="4312"/>
                    <a:pt x="268" y="4345"/>
                    <a:pt x="334" y="4345"/>
                  </a:cubicBezTo>
                  <a:lnTo>
                    <a:pt x="368" y="4379"/>
                  </a:lnTo>
                  <a:cubicBezTo>
                    <a:pt x="401" y="4345"/>
                    <a:pt x="434" y="4279"/>
                    <a:pt x="434" y="4245"/>
                  </a:cubicBezTo>
                  <a:cubicBezTo>
                    <a:pt x="368" y="4112"/>
                    <a:pt x="334" y="3945"/>
                    <a:pt x="301" y="3812"/>
                  </a:cubicBezTo>
                  <a:cubicBezTo>
                    <a:pt x="301" y="3785"/>
                    <a:pt x="257" y="3736"/>
                    <a:pt x="205" y="3736"/>
                  </a:cubicBezTo>
                  <a:close/>
                  <a:moveTo>
                    <a:pt x="715" y="4924"/>
                  </a:moveTo>
                  <a:cubicBezTo>
                    <a:pt x="690" y="4924"/>
                    <a:pt x="662" y="4932"/>
                    <a:pt x="634" y="4946"/>
                  </a:cubicBezTo>
                  <a:cubicBezTo>
                    <a:pt x="601" y="4979"/>
                    <a:pt x="568" y="5046"/>
                    <a:pt x="601" y="5079"/>
                  </a:cubicBezTo>
                  <a:cubicBezTo>
                    <a:pt x="701" y="5213"/>
                    <a:pt x="768" y="5346"/>
                    <a:pt x="835" y="5446"/>
                  </a:cubicBezTo>
                  <a:cubicBezTo>
                    <a:pt x="835" y="5480"/>
                    <a:pt x="868" y="5513"/>
                    <a:pt x="935" y="5513"/>
                  </a:cubicBezTo>
                  <a:lnTo>
                    <a:pt x="968" y="5513"/>
                  </a:lnTo>
                  <a:cubicBezTo>
                    <a:pt x="1001" y="5480"/>
                    <a:pt x="1035" y="5413"/>
                    <a:pt x="1001" y="5380"/>
                  </a:cubicBezTo>
                  <a:cubicBezTo>
                    <a:pt x="935" y="5246"/>
                    <a:pt x="868" y="5113"/>
                    <a:pt x="801" y="4979"/>
                  </a:cubicBezTo>
                  <a:cubicBezTo>
                    <a:pt x="782" y="4940"/>
                    <a:pt x="751" y="4924"/>
                    <a:pt x="715" y="492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73"/>
            <p:cNvSpPr/>
            <p:nvPr/>
          </p:nvSpPr>
          <p:spPr>
            <a:xfrm>
              <a:off x="6335944" y="2848054"/>
              <a:ext cx="4037" cy="8232"/>
            </a:xfrm>
            <a:custGeom>
              <a:avLst/>
              <a:gdLst/>
              <a:ahLst/>
              <a:cxnLst/>
              <a:rect l="l" t="t" r="r" b="b"/>
              <a:pathLst>
                <a:path w="201" h="411" extrusionOk="0">
                  <a:moveTo>
                    <a:pt x="101" y="1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0" y="168"/>
                    <a:pt x="0" y="234"/>
                    <a:pt x="0" y="301"/>
                  </a:cubicBezTo>
                  <a:cubicBezTo>
                    <a:pt x="0" y="368"/>
                    <a:pt x="34" y="401"/>
                    <a:pt x="67" y="401"/>
                  </a:cubicBezTo>
                  <a:cubicBezTo>
                    <a:pt x="80" y="407"/>
                    <a:pt x="93" y="410"/>
                    <a:pt x="105" y="410"/>
                  </a:cubicBezTo>
                  <a:cubicBezTo>
                    <a:pt x="157" y="410"/>
                    <a:pt x="201" y="361"/>
                    <a:pt x="201" y="334"/>
                  </a:cubicBezTo>
                  <a:cubicBezTo>
                    <a:pt x="201" y="234"/>
                    <a:pt x="201" y="168"/>
                    <a:pt x="201" y="101"/>
                  </a:cubicBezTo>
                  <a:cubicBezTo>
                    <a:pt x="201" y="34"/>
                    <a:pt x="134" y="1"/>
                    <a:pt x="10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73"/>
            <p:cNvSpPr/>
            <p:nvPr/>
          </p:nvSpPr>
          <p:spPr>
            <a:xfrm>
              <a:off x="6290397" y="2707744"/>
              <a:ext cx="58962" cy="128312"/>
            </a:xfrm>
            <a:custGeom>
              <a:avLst/>
              <a:gdLst/>
              <a:ahLst/>
              <a:cxnLst/>
              <a:rect l="l" t="t" r="r" b="b"/>
              <a:pathLst>
                <a:path w="2936" h="6406" extrusionOk="0">
                  <a:moveTo>
                    <a:pt x="2802" y="1"/>
                  </a:moveTo>
                  <a:cubicBezTo>
                    <a:pt x="2635" y="1"/>
                    <a:pt x="2502" y="34"/>
                    <a:pt x="2369" y="67"/>
                  </a:cubicBezTo>
                  <a:cubicBezTo>
                    <a:pt x="2302" y="67"/>
                    <a:pt x="2268" y="134"/>
                    <a:pt x="2302" y="201"/>
                  </a:cubicBezTo>
                  <a:cubicBezTo>
                    <a:pt x="2302" y="234"/>
                    <a:pt x="2335" y="268"/>
                    <a:pt x="2402" y="268"/>
                  </a:cubicBezTo>
                  <a:cubicBezTo>
                    <a:pt x="2535" y="234"/>
                    <a:pt x="2669" y="234"/>
                    <a:pt x="2802" y="234"/>
                  </a:cubicBezTo>
                  <a:cubicBezTo>
                    <a:pt x="2936" y="234"/>
                    <a:pt x="2936" y="1"/>
                    <a:pt x="2802" y="1"/>
                  </a:cubicBezTo>
                  <a:close/>
                  <a:moveTo>
                    <a:pt x="1578" y="388"/>
                  </a:moveTo>
                  <a:cubicBezTo>
                    <a:pt x="1564" y="388"/>
                    <a:pt x="1549" y="392"/>
                    <a:pt x="1535" y="401"/>
                  </a:cubicBezTo>
                  <a:cubicBezTo>
                    <a:pt x="1435" y="468"/>
                    <a:pt x="1301" y="568"/>
                    <a:pt x="1201" y="635"/>
                  </a:cubicBezTo>
                  <a:cubicBezTo>
                    <a:pt x="1168" y="701"/>
                    <a:pt x="1168" y="768"/>
                    <a:pt x="1201" y="801"/>
                  </a:cubicBezTo>
                  <a:cubicBezTo>
                    <a:pt x="1201" y="801"/>
                    <a:pt x="1234" y="835"/>
                    <a:pt x="1268" y="835"/>
                  </a:cubicBezTo>
                  <a:lnTo>
                    <a:pt x="1301" y="835"/>
                  </a:lnTo>
                  <a:cubicBezTo>
                    <a:pt x="1301" y="835"/>
                    <a:pt x="1301" y="835"/>
                    <a:pt x="1334" y="801"/>
                  </a:cubicBezTo>
                  <a:cubicBezTo>
                    <a:pt x="1435" y="735"/>
                    <a:pt x="1535" y="635"/>
                    <a:pt x="1668" y="568"/>
                  </a:cubicBezTo>
                  <a:cubicBezTo>
                    <a:pt x="1754" y="539"/>
                    <a:pt x="1668" y="388"/>
                    <a:pt x="1578" y="388"/>
                  </a:cubicBezTo>
                  <a:close/>
                  <a:moveTo>
                    <a:pt x="685" y="1230"/>
                  </a:moveTo>
                  <a:cubicBezTo>
                    <a:pt x="650" y="1230"/>
                    <a:pt x="620" y="1249"/>
                    <a:pt x="601" y="1268"/>
                  </a:cubicBezTo>
                  <a:cubicBezTo>
                    <a:pt x="534" y="1402"/>
                    <a:pt x="434" y="1502"/>
                    <a:pt x="367" y="1635"/>
                  </a:cubicBezTo>
                  <a:cubicBezTo>
                    <a:pt x="334" y="1669"/>
                    <a:pt x="367" y="1735"/>
                    <a:pt x="400" y="1769"/>
                  </a:cubicBezTo>
                  <a:lnTo>
                    <a:pt x="467" y="1769"/>
                  </a:lnTo>
                  <a:lnTo>
                    <a:pt x="467" y="1802"/>
                  </a:lnTo>
                  <a:cubicBezTo>
                    <a:pt x="501" y="1769"/>
                    <a:pt x="534" y="1769"/>
                    <a:pt x="567" y="1735"/>
                  </a:cubicBezTo>
                  <a:cubicBezTo>
                    <a:pt x="634" y="1602"/>
                    <a:pt x="701" y="1502"/>
                    <a:pt x="767" y="1402"/>
                  </a:cubicBezTo>
                  <a:cubicBezTo>
                    <a:pt x="801" y="1335"/>
                    <a:pt x="801" y="1302"/>
                    <a:pt x="767" y="1268"/>
                  </a:cubicBezTo>
                  <a:cubicBezTo>
                    <a:pt x="739" y="1240"/>
                    <a:pt x="711" y="1230"/>
                    <a:pt x="685" y="1230"/>
                  </a:cubicBezTo>
                  <a:close/>
                  <a:moveTo>
                    <a:pt x="200" y="2336"/>
                  </a:moveTo>
                  <a:cubicBezTo>
                    <a:pt x="134" y="2336"/>
                    <a:pt x="67" y="2369"/>
                    <a:pt x="67" y="2436"/>
                  </a:cubicBezTo>
                  <a:cubicBezTo>
                    <a:pt x="34" y="2569"/>
                    <a:pt x="0" y="2703"/>
                    <a:pt x="0" y="2836"/>
                  </a:cubicBezTo>
                  <a:cubicBezTo>
                    <a:pt x="0" y="2903"/>
                    <a:pt x="34" y="2936"/>
                    <a:pt x="100" y="2970"/>
                  </a:cubicBezTo>
                  <a:lnTo>
                    <a:pt x="134" y="2970"/>
                  </a:lnTo>
                  <a:cubicBezTo>
                    <a:pt x="167" y="2970"/>
                    <a:pt x="200" y="2903"/>
                    <a:pt x="200" y="2869"/>
                  </a:cubicBezTo>
                  <a:cubicBezTo>
                    <a:pt x="200" y="2736"/>
                    <a:pt x="234" y="2603"/>
                    <a:pt x="267" y="2469"/>
                  </a:cubicBezTo>
                  <a:cubicBezTo>
                    <a:pt x="267" y="2402"/>
                    <a:pt x="234" y="2369"/>
                    <a:pt x="200" y="2336"/>
                  </a:cubicBezTo>
                  <a:close/>
                  <a:moveTo>
                    <a:pt x="122" y="3594"/>
                  </a:moveTo>
                  <a:cubicBezTo>
                    <a:pt x="114" y="3594"/>
                    <a:pt x="107" y="3597"/>
                    <a:pt x="100" y="3603"/>
                  </a:cubicBezTo>
                  <a:cubicBezTo>
                    <a:pt x="34" y="3603"/>
                    <a:pt x="0" y="3637"/>
                    <a:pt x="0" y="3703"/>
                  </a:cubicBezTo>
                  <a:cubicBezTo>
                    <a:pt x="0" y="3837"/>
                    <a:pt x="34" y="3970"/>
                    <a:pt x="67" y="4137"/>
                  </a:cubicBezTo>
                  <a:cubicBezTo>
                    <a:pt x="67" y="4170"/>
                    <a:pt x="100" y="4204"/>
                    <a:pt x="167" y="4204"/>
                  </a:cubicBezTo>
                  <a:lnTo>
                    <a:pt x="200" y="4204"/>
                  </a:lnTo>
                  <a:cubicBezTo>
                    <a:pt x="234" y="4204"/>
                    <a:pt x="267" y="4137"/>
                    <a:pt x="267" y="4104"/>
                  </a:cubicBezTo>
                  <a:cubicBezTo>
                    <a:pt x="234" y="3970"/>
                    <a:pt x="200" y="3803"/>
                    <a:pt x="200" y="3670"/>
                  </a:cubicBezTo>
                  <a:cubicBezTo>
                    <a:pt x="200" y="3643"/>
                    <a:pt x="157" y="3594"/>
                    <a:pt x="122" y="3594"/>
                  </a:cubicBezTo>
                  <a:close/>
                  <a:moveTo>
                    <a:pt x="419" y="4791"/>
                  </a:moveTo>
                  <a:cubicBezTo>
                    <a:pt x="403" y="4791"/>
                    <a:pt x="385" y="4795"/>
                    <a:pt x="367" y="4804"/>
                  </a:cubicBezTo>
                  <a:cubicBezTo>
                    <a:pt x="334" y="4804"/>
                    <a:pt x="300" y="4871"/>
                    <a:pt x="334" y="4938"/>
                  </a:cubicBezTo>
                  <a:cubicBezTo>
                    <a:pt x="367" y="5071"/>
                    <a:pt x="434" y="5204"/>
                    <a:pt x="501" y="5338"/>
                  </a:cubicBezTo>
                  <a:cubicBezTo>
                    <a:pt x="501" y="5371"/>
                    <a:pt x="534" y="5371"/>
                    <a:pt x="567" y="5371"/>
                  </a:cubicBezTo>
                  <a:lnTo>
                    <a:pt x="634" y="5371"/>
                  </a:lnTo>
                  <a:cubicBezTo>
                    <a:pt x="667" y="5338"/>
                    <a:pt x="701" y="5271"/>
                    <a:pt x="667" y="5238"/>
                  </a:cubicBezTo>
                  <a:cubicBezTo>
                    <a:pt x="601" y="5104"/>
                    <a:pt x="567" y="4971"/>
                    <a:pt x="501" y="4871"/>
                  </a:cubicBezTo>
                  <a:cubicBezTo>
                    <a:pt x="501" y="4822"/>
                    <a:pt x="465" y="4791"/>
                    <a:pt x="419" y="4791"/>
                  </a:cubicBezTo>
                  <a:close/>
                  <a:moveTo>
                    <a:pt x="1021" y="5883"/>
                  </a:moveTo>
                  <a:cubicBezTo>
                    <a:pt x="1001" y="5883"/>
                    <a:pt x="981" y="5891"/>
                    <a:pt x="968" y="5905"/>
                  </a:cubicBezTo>
                  <a:cubicBezTo>
                    <a:pt x="901" y="5938"/>
                    <a:pt x="901" y="6005"/>
                    <a:pt x="934" y="6038"/>
                  </a:cubicBezTo>
                  <a:cubicBezTo>
                    <a:pt x="1001" y="6172"/>
                    <a:pt x="1101" y="6272"/>
                    <a:pt x="1201" y="6372"/>
                  </a:cubicBezTo>
                  <a:cubicBezTo>
                    <a:pt x="1201" y="6405"/>
                    <a:pt x="1234" y="6405"/>
                    <a:pt x="1268" y="6405"/>
                  </a:cubicBezTo>
                  <a:cubicBezTo>
                    <a:pt x="1301" y="6405"/>
                    <a:pt x="1334" y="6405"/>
                    <a:pt x="1334" y="6372"/>
                  </a:cubicBezTo>
                  <a:cubicBezTo>
                    <a:pt x="1368" y="6339"/>
                    <a:pt x="1368" y="6272"/>
                    <a:pt x="1334" y="6239"/>
                  </a:cubicBezTo>
                  <a:cubicBezTo>
                    <a:pt x="1268" y="6138"/>
                    <a:pt x="1168" y="6038"/>
                    <a:pt x="1101" y="5938"/>
                  </a:cubicBezTo>
                  <a:cubicBezTo>
                    <a:pt x="1081" y="5899"/>
                    <a:pt x="1050" y="5883"/>
                    <a:pt x="1021" y="588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73"/>
            <p:cNvSpPr/>
            <p:nvPr/>
          </p:nvSpPr>
          <p:spPr>
            <a:xfrm>
              <a:off x="5864547" y="2670889"/>
              <a:ext cx="240307" cy="139108"/>
            </a:xfrm>
            <a:custGeom>
              <a:avLst/>
              <a:gdLst/>
              <a:ahLst/>
              <a:cxnLst/>
              <a:rect l="l" t="t" r="r" b="b"/>
              <a:pathLst>
                <a:path w="11966" h="6945" extrusionOk="0">
                  <a:moveTo>
                    <a:pt x="158" y="1"/>
                  </a:moveTo>
                  <a:cubicBezTo>
                    <a:pt x="71" y="1"/>
                    <a:pt x="1" y="113"/>
                    <a:pt x="90" y="173"/>
                  </a:cubicBezTo>
                  <a:lnTo>
                    <a:pt x="1324" y="1440"/>
                  </a:lnTo>
                  <a:lnTo>
                    <a:pt x="10764" y="6944"/>
                  </a:lnTo>
                  <a:cubicBezTo>
                    <a:pt x="11432" y="6878"/>
                    <a:pt x="11832" y="6644"/>
                    <a:pt x="11965" y="6277"/>
                  </a:cubicBezTo>
                  <a:lnTo>
                    <a:pt x="2425" y="773"/>
                  </a:lnTo>
                  <a:lnTo>
                    <a:pt x="190" y="6"/>
                  </a:lnTo>
                  <a:cubicBezTo>
                    <a:pt x="179" y="2"/>
                    <a:pt x="169" y="1"/>
                    <a:pt x="15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73"/>
            <p:cNvSpPr/>
            <p:nvPr/>
          </p:nvSpPr>
          <p:spPr>
            <a:xfrm>
              <a:off x="5869789" y="2661515"/>
              <a:ext cx="42133" cy="32889"/>
            </a:xfrm>
            <a:custGeom>
              <a:avLst/>
              <a:gdLst/>
              <a:ahLst/>
              <a:cxnLst/>
              <a:rect l="l" t="t" r="r" b="b"/>
              <a:pathLst>
                <a:path w="2098" h="1642" extrusionOk="0">
                  <a:moveTo>
                    <a:pt x="70" y="0"/>
                  </a:moveTo>
                  <a:cubicBezTo>
                    <a:pt x="21" y="0"/>
                    <a:pt x="1" y="78"/>
                    <a:pt x="29" y="107"/>
                  </a:cubicBezTo>
                  <a:lnTo>
                    <a:pt x="1397" y="1642"/>
                  </a:lnTo>
                  <a:lnTo>
                    <a:pt x="2097" y="407"/>
                  </a:lnTo>
                  <a:lnTo>
                    <a:pt x="96" y="7"/>
                  </a:lnTo>
                  <a:cubicBezTo>
                    <a:pt x="87" y="2"/>
                    <a:pt x="78" y="0"/>
                    <a:pt x="7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73"/>
            <p:cNvSpPr/>
            <p:nvPr/>
          </p:nvSpPr>
          <p:spPr>
            <a:xfrm>
              <a:off x="5869789" y="2661515"/>
              <a:ext cx="10644" cy="8833"/>
            </a:xfrm>
            <a:custGeom>
              <a:avLst/>
              <a:gdLst/>
              <a:ahLst/>
              <a:cxnLst/>
              <a:rect l="l" t="t" r="r" b="b"/>
              <a:pathLst>
                <a:path w="530" h="441" extrusionOk="0">
                  <a:moveTo>
                    <a:pt x="70" y="0"/>
                  </a:moveTo>
                  <a:cubicBezTo>
                    <a:pt x="21" y="0"/>
                    <a:pt x="1" y="78"/>
                    <a:pt x="29" y="107"/>
                  </a:cubicBezTo>
                  <a:lnTo>
                    <a:pt x="363" y="441"/>
                  </a:lnTo>
                  <a:lnTo>
                    <a:pt x="363" y="407"/>
                  </a:lnTo>
                  <a:cubicBezTo>
                    <a:pt x="329" y="274"/>
                    <a:pt x="396" y="141"/>
                    <a:pt x="530" y="74"/>
                  </a:cubicBezTo>
                  <a:lnTo>
                    <a:pt x="96" y="7"/>
                  </a:lnTo>
                  <a:cubicBezTo>
                    <a:pt x="87" y="2"/>
                    <a:pt x="78" y="0"/>
                    <a:pt x="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73"/>
            <p:cNvSpPr/>
            <p:nvPr/>
          </p:nvSpPr>
          <p:spPr>
            <a:xfrm>
              <a:off x="5896499" y="2669667"/>
              <a:ext cx="166825" cy="110926"/>
            </a:xfrm>
            <a:custGeom>
              <a:avLst/>
              <a:gdLst/>
              <a:ahLst/>
              <a:cxnLst/>
              <a:rect l="l" t="t" r="r" b="b"/>
              <a:pathLst>
                <a:path w="8307" h="5538" extrusionOk="0">
                  <a:moveTo>
                    <a:pt x="767" y="0"/>
                  </a:moveTo>
                  <a:cubicBezTo>
                    <a:pt x="467" y="67"/>
                    <a:pt x="234" y="301"/>
                    <a:pt x="134" y="567"/>
                  </a:cubicBezTo>
                  <a:cubicBezTo>
                    <a:pt x="34" y="801"/>
                    <a:pt x="0" y="1034"/>
                    <a:pt x="67" y="1235"/>
                  </a:cubicBezTo>
                  <a:lnTo>
                    <a:pt x="7205" y="5338"/>
                  </a:lnTo>
                  <a:lnTo>
                    <a:pt x="7405" y="5471"/>
                  </a:lnTo>
                  <a:lnTo>
                    <a:pt x="7572" y="5538"/>
                  </a:lnTo>
                  <a:cubicBezTo>
                    <a:pt x="7350" y="5443"/>
                    <a:pt x="8002" y="4294"/>
                    <a:pt x="8268" y="4294"/>
                  </a:cubicBezTo>
                  <a:cubicBezTo>
                    <a:pt x="8282" y="4294"/>
                    <a:pt x="8294" y="4297"/>
                    <a:pt x="8306" y="4303"/>
                  </a:cubicBezTo>
                  <a:lnTo>
                    <a:pt x="7906" y="407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73"/>
            <p:cNvSpPr/>
            <p:nvPr/>
          </p:nvSpPr>
          <p:spPr>
            <a:xfrm>
              <a:off x="6026452" y="2744319"/>
              <a:ext cx="24139" cy="29604"/>
            </a:xfrm>
            <a:custGeom>
              <a:avLst/>
              <a:gdLst/>
              <a:ahLst/>
              <a:cxnLst/>
              <a:rect l="l" t="t" r="r" b="b"/>
              <a:pathLst>
                <a:path w="1202" h="1478" extrusionOk="0">
                  <a:moveTo>
                    <a:pt x="1182" y="203"/>
                  </a:moveTo>
                  <a:lnTo>
                    <a:pt x="1201" y="210"/>
                  </a:lnTo>
                  <a:cubicBezTo>
                    <a:pt x="1195" y="207"/>
                    <a:pt x="1189" y="204"/>
                    <a:pt x="1182" y="203"/>
                  </a:cubicBezTo>
                  <a:close/>
                  <a:moveTo>
                    <a:pt x="795" y="1"/>
                  </a:moveTo>
                  <a:cubicBezTo>
                    <a:pt x="644" y="1"/>
                    <a:pt x="353" y="308"/>
                    <a:pt x="201" y="643"/>
                  </a:cubicBezTo>
                  <a:cubicBezTo>
                    <a:pt x="67" y="943"/>
                    <a:pt x="0" y="1210"/>
                    <a:pt x="101" y="1244"/>
                  </a:cubicBezTo>
                  <a:lnTo>
                    <a:pt x="442" y="1443"/>
                  </a:lnTo>
                  <a:lnTo>
                    <a:pt x="442" y="1443"/>
                  </a:lnTo>
                  <a:cubicBezTo>
                    <a:pt x="381" y="1330"/>
                    <a:pt x="448" y="1117"/>
                    <a:pt x="568" y="877"/>
                  </a:cubicBezTo>
                  <a:cubicBezTo>
                    <a:pt x="721" y="539"/>
                    <a:pt x="1015" y="202"/>
                    <a:pt x="1166" y="202"/>
                  </a:cubicBezTo>
                  <a:cubicBezTo>
                    <a:pt x="1171" y="202"/>
                    <a:pt x="1177" y="202"/>
                    <a:pt x="1182" y="203"/>
                  </a:cubicBezTo>
                  <a:lnTo>
                    <a:pt x="1182" y="203"/>
                  </a:lnTo>
                  <a:lnTo>
                    <a:pt x="1101" y="176"/>
                  </a:lnTo>
                  <a:lnTo>
                    <a:pt x="834" y="9"/>
                  </a:lnTo>
                  <a:cubicBezTo>
                    <a:pt x="823" y="4"/>
                    <a:pt x="810" y="1"/>
                    <a:pt x="795" y="1"/>
                  </a:cubicBezTo>
                  <a:close/>
                  <a:moveTo>
                    <a:pt x="442" y="1443"/>
                  </a:moveTo>
                  <a:cubicBezTo>
                    <a:pt x="449" y="1456"/>
                    <a:pt x="457" y="1467"/>
                    <a:pt x="467" y="1477"/>
                  </a:cubicBezTo>
                  <a:lnTo>
                    <a:pt x="501" y="1477"/>
                  </a:lnTo>
                  <a:lnTo>
                    <a:pt x="442" y="1443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73"/>
            <p:cNvSpPr/>
            <p:nvPr/>
          </p:nvSpPr>
          <p:spPr>
            <a:xfrm>
              <a:off x="6029404" y="2747644"/>
              <a:ext cx="26549" cy="29604"/>
            </a:xfrm>
            <a:custGeom>
              <a:avLst/>
              <a:gdLst/>
              <a:ahLst/>
              <a:cxnLst/>
              <a:rect l="l" t="t" r="r" b="b"/>
              <a:pathLst>
                <a:path w="1322" h="1478" extrusionOk="0">
                  <a:moveTo>
                    <a:pt x="1319" y="209"/>
                  </a:moveTo>
                  <a:lnTo>
                    <a:pt x="1321" y="210"/>
                  </a:lnTo>
                  <a:cubicBezTo>
                    <a:pt x="1320" y="210"/>
                    <a:pt x="1319" y="209"/>
                    <a:pt x="1319" y="209"/>
                  </a:cubicBezTo>
                  <a:close/>
                  <a:moveTo>
                    <a:pt x="915" y="0"/>
                  </a:moveTo>
                  <a:cubicBezTo>
                    <a:pt x="648" y="0"/>
                    <a:pt x="1" y="1118"/>
                    <a:pt x="254" y="1244"/>
                  </a:cubicBezTo>
                  <a:lnTo>
                    <a:pt x="619" y="1477"/>
                  </a:lnTo>
                  <a:lnTo>
                    <a:pt x="619" y="1477"/>
                  </a:lnTo>
                  <a:cubicBezTo>
                    <a:pt x="370" y="1315"/>
                    <a:pt x="1016" y="200"/>
                    <a:pt x="1282" y="200"/>
                  </a:cubicBezTo>
                  <a:cubicBezTo>
                    <a:pt x="1295" y="200"/>
                    <a:pt x="1307" y="203"/>
                    <a:pt x="1319" y="209"/>
                  </a:cubicBezTo>
                  <a:lnTo>
                    <a:pt x="1319" y="209"/>
                  </a:lnTo>
                  <a:lnTo>
                    <a:pt x="954" y="10"/>
                  </a:lnTo>
                  <a:cubicBezTo>
                    <a:pt x="942" y="3"/>
                    <a:pt x="929" y="0"/>
                    <a:pt x="915" y="0"/>
                  </a:cubicBezTo>
                  <a:close/>
                  <a:moveTo>
                    <a:pt x="619" y="1477"/>
                  </a:moveTo>
                  <a:cubicBezTo>
                    <a:pt x="620" y="1477"/>
                    <a:pt x="620" y="1478"/>
                    <a:pt x="621" y="1478"/>
                  </a:cubicBezTo>
                  <a:lnTo>
                    <a:pt x="619" y="147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73"/>
            <p:cNvSpPr/>
            <p:nvPr/>
          </p:nvSpPr>
          <p:spPr>
            <a:xfrm>
              <a:off x="6036694" y="2751730"/>
              <a:ext cx="25947" cy="28863"/>
            </a:xfrm>
            <a:custGeom>
              <a:avLst/>
              <a:gdLst/>
              <a:ahLst/>
              <a:cxnLst/>
              <a:rect l="l" t="t" r="r" b="b"/>
              <a:pathLst>
                <a:path w="1292" h="1441" extrusionOk="0">
                  <a:moveTo>
                    <a:pt x="1283" y="202"/>
                  </a:moveTo>
                  <a:lnTo>
                    <a:pt x="1292" y="206"/>
                  </a:lnTo>
                  <a:cubicBezTo>
                    <a:pt x="1289" y="205"/>
                    <a:pt x="1286" y="203"/>
                    <a:pt x="1283" y="202"/>
                  </a:cubicBezTo>
                  <a:close/>
                  <a:moveTo>
                    <a:pt x="891" y="0"/>
                  </a:moveTo>
                  <a:cubicBezTo>
                    <a:pt x="606" y="0"/>
                    <a:pt x="0" y="1112"/>
                    <a:pt x="224" y="1241"/>
                  </a:cubicBezTo>
                  <a:lnTo>
                    <a:pt x="581" y="1435"/>
                  </a:lnTo>
                  <a:lnTo>
                    <a:pt x="581" y="1435"/>
                  </a:lnTo>
                  <a:cubicBezTo>
                    <a:pt x="392" y="1307"/>
                    <a:pt x="1025" y="197"/>
                    <a:pt x="1258" y="197"/>
                  </a:cubicBezTo>
                  <a:cubicBezTo>
                    <a:pt x="1267" y="197"/>
                    <a:pt x="1275" y="198"/>
                    <a:pt x="1283" y="202"/>
                  </a:cubicBezTo>
                  <a:lnTo>
                    <a:pt x="1283" y="202"/>
                  </a:lnTo>
                  <a:lnTo>
                    <a:pt x="925" y="6"/>
                  </a:lnTo>
                  <a:cubicBezTo>
                    <a:pt x="914" y="2"/>
                    <a:pt x="903" y="0"/>
                    <a:pt x="891" y="0"/>
                  </a:cubicBezTo>
                  <a:close/>
                  <a:moveTo>
                    <a:pt x="581" y="1435"/>
                  </a:moveTo>
                  <a:lnTo>
                    <a:pt x="581" y="1435"/>
                  </a:lnTo>
                  <a:cubicBezTo>
                    <a:pt x="584" y="1437"/>
                    <a:pt x="587" y="1439"/>
                    <a:pt x="591" y="1441"/>
                  </a:cubicBezTo>
                  <a:lnTo>
                    <a:pt x="581" y="143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73"/>
            <p:cNvSpPr/>
            <p:nvPr/>
          </p:nvSpPr>
          <p:spPr>
            <a:xfrm>
              <a:off x="5870371" y="2661655"/>
              <a:ext cx="182891" cy="119619"/>
            </a:xfrm>
            <a:custGeom>
              <a:avLst/>
              <a:gdLst/>
              <a:ahLst/>
              <a:cxnLst/>
              <a:rect l="l" t="t" r="r" b="b"/>
              <a:pathLst>
                <a:path w="9107" h="5972" extrusionOk="0">
                  <a:moveTo>
                    <a:pt x="67" y="0"/>
                  </a:moveTo>
                  <a:lnTo>
                    <a:pt x="0" y="33"/>
                  </a:lnTo>
                  <a:cubicBezTo>
                    <a:pt x="0" y="67"/>
                    <a:pt x="0" y="100"/>
                    <a:pt x="0" y="100"/>
                  </a:cubicBezTo>
                  <a:lnTo>
                    <a:pt x="1368" y="1668"/>
                  </a:lnTo>
                  <a:lnTo>
                    <a:pt x="8506" y="5771"/>
                  </a:lnTo>
                  <a:lnTo>
                    <a:pt x="8706" y="5871"/>
                  </a:lnTo>
                  <a:lnTo>
                    <a:pt x="8864" y="5965"/>
                  </a:lnTo>
                  <a:lnTo>
                    <a:pt x="8864" y="5965"/>
                  </a:lnTo>
                  <a:cubicBezTo>
                    <a:pt x="8748" y="5883"/>
                    <a:pt x="8912" y="5462"/>
                    <a:pt x="9107" y="5137"/>
                  </a:cubicBezTo>
                  <a:cubicBezTo>
                    <a:pt x="9107" y="5120"/>
                    <a:pt x="9098" y="5112"/>
                    <a:pt x="9090" y="5112"/>
                  </a:cubicBezTo>
                  <a:cubicBezTo>
                    <a:pt x="9082" y="5112"/>
                    <a:pt x="9073" y="5120"/>
                    <a:pt x="9073" y="5137"/>
                  </a:cubicBezTo>
                  <a:lnTo>
                    <a:pt x="1535" y="801"/>
                  </a:lnTo>
                  <a:lnTo>
                    <a:pt x="67" y="0"/>
                  </a:lnTo>
                  <a:close/>
                  <a:moveTo>
                    <a:pt x="8864" y="5965"/>
                  </a:moveTo>
                  <a:cubicBezTo>
                    <a:pt x="8867" y="5968"/>
                    <a:pt x="8870" y="5969"/>
                    <a:pt x="8873" y="5971"/>
                  </a:cubicBezTo>
                  <a:lnTo>
                    <a:pt x="8864" y="59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73"/>
            <p:cNvSpPr/>
            <p:nvPr/>
          </p:nvSpPr>
          <p:spPr>
            <a:xfrm>
              <a:off x="6046555" y="2755696"/>
              <a:ext cx="53600" cy="43185"/>
            </a:xfrm>
            <a:custGeom>
              <a:avLst/>
              <a:gdLst/>
              <a:ahLst/>
              <a:cxnLst/>
              <a:rect l="l" t="t" r="r" b="b"/>
              <a:pathLst>
                <a:path w="2669" h="2156" extrusionOk="0">
                  <a:moveTo>
                    <a:pt x="792" y="1"/>
                  </a:moveTo>
                  <a:cubicBezTo>
                    <a:pt x="620" y="1"/>
                    <a:pt x="354" y="338"/>
                    <a:pt x="200" y="676"/>
                  </a:cubicBezTo>
                  <a:cubicBezTo>
                    <a:pt x="67" y="942"/>
                    <a:pt x="0" y="1209"/>
                    <a:pt x="100" y="1243"/>
                  </a:cubicBezTo>
                  <a:lnTo>
                    <a:pt x="1668" y="2143"/>
                  </a:lnTo>
                  <a:cubicBezTo>
                    <a:pt x="1701" y="2152"/>
                    <a:pt x="1737" y="2156"/>
                    <a:pt x="1773" y="2156"/>
                  </a:cubicBezTo>
                  <a:cubicBezTo>
                    <a:pt x="1881" y="2156"/>
                    <a:pt x="1993" y="2118"/>
                    <a:pt x="2068" y="2043"/>
                  </a:cubicBezTo>
                  <a:cubicBezTo>
                    <a:pt x="2402" y="1743"/>
                    <a:pt x="2669" y="1076"/>
                    <a:pt x="2369" y="909"/>
                  </a:cubicBezTo>
                  <a:lnTo>
                    <a:pt x="834" y="8"/>
                  </a:lnTo>
                  <a:cubicBezTo>
                    <a:pt x="821" y="3"/>
                    <a:pt x="807" y="1"/>
                    <a:pt x="79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73"/>
            <p:cNvSpPr/>
            <p:nvPr/>
          </p:nvSpPr>
          <p:spPr>
            <a:xfrm>
              <a:off x="6076699" y="2773463"/>
              <a:ext cx="23456" cy="25719"/>
            </a:xfrm>
            <a:custGeom>
              <a:avLst/>
              <a:gdLst/>
              <a:ahLst/>
              <a:cxnLst/>
              <a:rect l="l" t="t" r="r" b="b"/>
              <a:pathLst>
                <a:path w="1168" h="1284" extrusionOk="0">
                  <a:moveTo>
                    <a:pt x="796" y="0"/>
                  </a:moveTo>
                  <a:cubicBezTo>
                    <a:pt x="762" y="0"/>
                    <a:pt x="728" y="8"/>
                    <a:pt x="701" y="22"/>
                  </a:cubicBezTo>
                  <a:cubicBezTo>
                    <a:pt x="367" y="156"/>
                    <a:pt x="134" y="422"/>
                    <a:pt x="67" y="789"/>
                  </a:cubicBezTo>
                  <a:cubicBezTo>
                    <a:pt x="0" y="1023"/>
                    <a:pt x="34" y="1190"/>
                    <a:pt x="134" y="1256"/>
                  </a:cubicBezTo>
                  <a:cubicBezTo>
                    <a:pt x="180" y="1275"/>
                    <a:pt x="227" y="1283"/>
                    <a:pt x="272" y="1283"/>
                  </a:cubicBezTo>
                  <a:cubicBezTo>
                    <a:pt x="388" y="1283"/>
                    <a:pt x="495" y="1228"/>
                    <a:pt x="567" y="1156"/>
                  </a:cubicBezTo>
                  <a:cubicBezTo>
                    <a:pt x="901" y="889"/>
                    <a:pt x="1168" y="256"/>
                    <a:pt x="934" y="55"/>
                  </a:cubicBezTo>
                  <a:cubicBezTo>
                    <a:pt x="895" y="16"/>
                    <a:pt x="845" y="0"/>
                    <a:pt x="7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73"/>
            <p:cNvSpPr/>
            <p:nvPr/>
          </p:nvSpPr>
          <p:spPr>
            <a:xfrm>
              <a:off x="6702369" y="2646773"/>
              <a:ext cx="182911" cy="91898"/>
            </a:xfrm>
            <a:custGeom>
              <a:avLst/>
              <a:gdLst/>
              <a:ahLst/>
              <a:cxnLst/>
              <a:rect l="l" t="t" r="r" b="b"/>
              <a:pathLst>
                <a:path w="9108" h="4588" extrusionOk="0">
                  <a:moveTo>
                    <a:pt x="4571" y="1"/>
                  </a:moveTo>
                  <a:cubicBezTo>
                    <a:pt x="3570" y="1"/>
                    <a:pt x="2569" y="226"/>
                    <a:pt x="1635" y="676"/>
                  </a:cubicBezTo>
                  <a:cubicBezTo>
                    <a:pt x="1" y="1577"/>
                    <a:pt x="1" y="3011"/>
                    <a:pt x="1635" y="3912"/>
                  </a:cubicBezTo>
                  <a:cubicBezTo>
                    <a:pt x="2569" y="4362"/>
                    <a:pt x="3570" y="4588"/>
                    <a:pt x="4571" y="4588"/>
                  </a:cubicBezTo>
                  <a:cubicBezTo>
                    <a:pt x="5571" y="4588"/>
                    <a:pt x="6572" y="4362"/>
                    <a:pt x="7506" y="3912"/>
                  </a:cubicBezTo>
                  <a:cubicBezTo>
                    <a:pt x="9107" y="3011"/>
                    <a:pt x="9107" y="1577"/>
                    <a:pt x="7506" y="676"/>
                  </a:cubicBezTo>
                  <a:cubicBezTo>
                    <a:pt x="6572" y="226"/>
                    <a:pt x="5571" y="1"/>
                    <a:pt x="45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73"/>
            <p:cNvSpPr/>
            <p:nvPr/>
          </p:nvSpPr>
          <p:spPr>
            <a:xfrm>
              <a:off x="6713093" y="2547104"/>
              <a:ext cx="161463" cy="54722"/>
            </a:xfrm>
            <a:custGeom>
              <a:avLst/>
              <a:gdLst/>
              <a:ahLst/>
              <a:cxnLst/>
              <a:rect l="l" t="t" r="r" b="b"/>
              <a:pathLst>
                <a:path w="8040" h="2732" extrusionOk="0">
                  <a:moveTo>
                    <a:pt x="4142" y="0"/>
                  </a:moveTo>
                  <a:cubicBezTo>
                    <a:pt x="3208" y="0"/>
                    <a:pt x="2281" y="159"/>
                    <a:pt x="1402" y="482"/>
                  </a:cubicBezTo>
                  <a:cubicBezTo>
                    <a:pt x="1" y="1049"/>
                    <a:pt x="34" y="1916"/>
                    <a:pt x="1435" y="2383"/>
                  </a:cubicBezTo>
                  <a:cubicBezTo>
                    <a:pt x="2221" y="2615"/>
                    <a:pt x="3028" y="2732"/>
                    <a:pt x="3834" y="2732"/>
                  </a:cubicBezTo>
                  <a:cubicBezTo>
                    <a:pt x="4772" y="2732"/>
                    <a:pt x="5708" y="2573"/>
                    <a:pt x="6605" y="2250"/>
                  </a:cubicBezTo>
                  <a:cubicBezTo>
                    <a:pt x="8040" y="1683"/>
                    <a:pt x="8006" y="816"/>
                    <a:pt x="6539" y="349"/>
                  </a:cubicBezTo>
                  <a:cubicBezTo>
                    <a:pt x="5752" y="117"/>
                    <a:pt x="4945" y="0"/>
                    <a:pt x="41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73"/>
            <p:cNvSpPr/>
            <p:nvPr/>
          </p:nvSpPr>
          <p:spPr>
            <a:xfrm>
              <a:off x="6717792" y="2518000"/>
              <a:ext cx="149394" cy="202924"/>
            </a:xfrm>
            <a:custGeom>
              <a:avLst/>
              <a:gdLst/>
              <a:ahLst/>
              <a:cxnLst/>
              <a:rect l="l" t="t" r="r" b="b"/>
              <a:pathLst>
                <a:path w="7439" h="10131" extrusionOk="0">
                  <a:moveTo>
                    <a:pt x="7439" y="0"/>
                  </a:moveTo>
                  <a:lnTo>
                    <a:pt x="0" y="200"/>
                  </a:lnTo>
                  <a:lnTo>
                    <a:pt x="767" y="8973"/>
                  </a:lnTo>
                  <a:cubicBezTo>
                    <a:pt x="834" y="9274"/>
                    <a:pt x="1134" y="9574"/>
                    <a:pt x="1701" y="9807"/>
                  </a:cubicBezTo>
                  <a:cubicBezTo>
                    <a:pt x="2376" y="10022"/>
                    <a:pt x="3072" y="10131"/>
                    <a:pt x="3766" y="10131"/>
                  </a:cubicBezTo>
                  <a:cubicBezTo>
                    <a:pt x="4582" y="10131"/>
                    <a:pt x="5396" y="9980"/>
                    <a:pt x="6171" y="9674"/>
                  </a:cubicBezTo>
                  <a:cubicBezTo>
                    <a:pt x="6738" y="9407"/>
                    <a:pt x="7038" y="9107"/>
                    <a:pt x="7072" y="8773"/>
                  </a:cubicBezTo>
                  <a:lnTo>
                    <a:pt x="7439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73"/>
            <p:cNvSpPr/>
            <p:nvPr/>
          </p:nvSpPr>
          <p:spPr>
            <a:xfrm>
              <a:off x="6717792" y="2518000"/>
              <a:ext cx="148731" cy="54522"/>
            </a:xfrm>
            <a:custGeom>
              <a:avLst/>
              <a:gdLst/>
              <a:ahLst/>
              <a:cxnLst/>
              <a:rect l="l" t="t" r="r" b="b"/>
              <a:pathLst>
                <a:path w="7406" h="2722" extrusionOk="0">
                  <a:moveTo>
                    <a:pt x="7405" y="0"/>
                  </a:moveTo>
                  <a:lnTo>
                    <a:pt x="0" y="200"/>
                  </a:lnTo>
                  <a:lnTo>
                    <a:pt x="133" y="1968"/>
                  </a:lnTo>
                  <a:cubicBezTo>
                    <a:pt x="334" y="2102"/>
                    <a:pt x="567" y="2202"/>
                    <a:pt x="767" y="2302"/>
                  </a:cubicBezTo>
                  <a:cubicBezTo>
                    <a:pt x="1662" y="2580"/>
                    <a:pt x="2592" y="2722"/>
                    <a:pt x="3522" y="2722"/>
                  </a:cubicBezTo>
                  <a:cubicBezTo>
                    <a:pt x="4603" y="2722"/>
                    <a:pt x="5683" y="2530"/>
                    <a:pt x="6705" y="2135"/>
                  </a:cubicBezTo>
                  <a:lnTo>
                    <a:pt x="6905" y="2035"/>
                  </a:lnTo>
                  <a:cubicBezTo>
                    <a:pt x="7072" y="1968"/>
                    <a:pt x="7205" y="1868"/>
                    <a:pt x="7339" y="1768"/>
                  </a:cubicBezTo>
                  <a:lnTo>
                    <a:pt x="740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73"/>
            <p:cNvSpPr/>
            <p:nvPr/>
          </p:nvSpPr>
          <p:spPr>
            <a:xfrm>
              <a:off x="6707731" y="2484870"/>
              <a:ext cx="168834" cy="74632"/>
            </a:xfrm>
            <a:custGeom>
              <a:avLst/>
              <a:gdLst/>
              <a:ahLst/>
              <a:cxnLst/>
              <a:rect l="l" t="t" r="r" b="b"/>
              <a:pathLst>
                <a:path w="8407" h="3726" extrusionOk="0">
                  <a:moveTo>
                    <a:pt x="4366" y="0"/>
                  </a:moveTo>
                  <a:cubicBezTo>
                    <a:pt x="3294" y="0"/>
                    <a:pt x="2224" y="192"/>
                    <a:pt x="1202" y="587"/>
                  </a:cubicBezTo>
                  <a:cubicBezTo>
                    <a:pt x="1068" y="620"/>
                    <a:pt x="935" y="687"/>
                    <a:pt x="835" y="754"/>
                  </a:cubicBezTo>
                  <a:lnTo>
                    <a:pt x="1" y="787"/>
                  </a:lnTo>
                  <a:lnTo>
                    <a:pt x="34" y="2121"/>
                  </a:lnTo>
                  <a:cubicBezTo>
                    <a:pt x="34" y="2555"/>
                    <a:pt x="468" y="2989"/>
                    <a:pt x="1302" y="3289"/>
                  </a:cubicBezTo>
                  <a:cubicBezTo>
                    <a:pt x="2197" y="3582"/>
                    <a:pt x="3120" y="3725"/>
                    <a:pt x="4042" y="3725"/>
                  </a:cubicBezTo>
                  <a:cubicBezTo>
                    <a:pt x="5114" y="3725"/>
                    <a:pt x="6184" y="3532"/>
                    <a:pt x="7206" y="3155"/>
                  </a:cubicBezTo>
                  <a:cubicBezTo>
                    <a:pt x="8006" y="2788"/>
                    <a:pt x="8407" y="2355"/>
                    <a:pt x="8407" y="1921"/>
                  </a:cubicBezTo>
                  <a:lnTo>
                    <a:pt x="8373" y="554"/>
                  </a:lnTo>
                  <a:lnTo>
                    <a:pt x="7506" y="587"/>
                  </a:lnTo>
                  <a:cubicBezTo>
                    <a:pt x="7373" y="520"/>
                    <a:pt x="7239" y="487"/>
                    <a:pt x="7106" y="420"/>
                  </a:cubicBezTo>
                  <a:cubicBezTo>
                    <a:pt x="6211" y="142"/>
                    <a:pt x="5288" y="0"/>
                    <a:pt x="4366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73"/>
            <p:cNvSpPr/>
            <p:nvPr/>
          </p:nvSpPr>
          <p:spPr>
            <a:xfrm>
              <a:off x="6699035" y="2464159"/>
              <a:ext cx="185562" cy="68282"/>
            </a:xfrm>
            <a:custGeom>
              <a:avLst/>
              <a:gdLst/>
              <a:ahLst/>
              <a:cxnLst/>
              <a:rect l="l" t="t" r="r" b="b"/>
              <a:pathLst>
                <a:path w="9240" h="3409" extrusionOk="0">
                  <a:moveTo>
                    <a:pt x="4771" y="0"/>
                  </a:moveTo>
                  <a:cubicBezTo>
                    <a:pt x="3694" y="0"/>
                    <a:pt x="2623" y="192"/>
                    <a:pt x="1601" y="587"/>
                  </a:cubicBezTo>
                  <a:cubicBezTo>
                    <a:pt x="0" y="1287"/>
                    <a:pt x="33" y="2355"/>
                    <a:pt x="1668" y="2989"/>
                  </a:cubicBezTo>
                  <a:cubicBezTo>
                    <a:pt x="2563" y="3266"/>
                    <a:pt x="3486" y="3408"/>
                    <a:pt x="4408" y="3408"/>
                  </a:cubicBezTo>
                  <a:cubicBezTo>
                    <a:pt x="5480" y="3408"/>
                    <a:pt x="6550" y="3216"/>
                    <a:pt x="7572" y="2822"/>
                  </a:cubicBezTo>
                  <a:cubicBezTo>
                    <a:pt x="9240" y="2121"/>
                    <a:pt x="9207" y="1054"/>
                    <a:pt x="7539" y="420"/>
                  </a:cubicBezTo>
                  <a:cubicBezTo>
                    <a:pt x="6629" y="142"/>
                    <a:pt x="5697" y="0"/>
                    <a:pt x="477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73"/>
            <p:cNvSpPr/>
            <p:nvPr/>
          </p:nvSpPr>
          <p:spPr>
            <a:xfrm>
              <a:off x="6720463" y="2467885"/>
              <a:ext cx="142706" cy="54602"/>
            </a:xfrm>
            <a:custGeom>
              <a:avLst/>
              <a:gdLst/>
              <a:ahLst/>
              <a:cxnLst/>
              <a:rect l="l" t="t" r="r" b="b"/>
              <a:pathLst>
                <a:path w="7106" h="2726" extrusionOk="0">
                  <a:moveTo>
                    <a:pt x="6672" y="1"/>
                  </a:moveTo>
                  <a:lnTo>
                    <a:pt x="4537" y="67"/>
                  </a:lnTo>
                  <a:cubicBezTo>
                    <a:pt x="4289" y="44"/>
                    <a:pt x="4037" y="33"/>
                    <a:pt x="3784" y="33"/>
                  </a:cubicBezTo>
                  <a:cubicBezTo>
                    <a:pt x="3325" y="33"/>
                    <a:pt x="2866" y="69"/>
                    <a:pt x="2436" y="134"/>
                  </a:cubicBezTo>
                  <a:lnTo>
                    <a:pt x="367" y="167"/>
                  </a:lnTo>
                  <a:lnTo>
                    <a:pt x="101" y="1301"/>
                  </a:lnTo>
                  <a:cubicBezTo>
                    <a:pt x="0" y="1702"/>
                    <a:pt x="334" y="2135"/>
                    <a:pt x="1101" y="2402"/>
                  </a:cubicBezTo>
                  <a:cubicBezTo>
                    <a:pt x="1837" y="2617"/>
                    <a:pt x="2594" y="2726"/>
                    <a:pt x="3350" y="2726"/>
                  </a:cubicBezTo>
                  <a:cubicBezTo>
                    <a:pt x="4238" y="2726"/>
                    <a:pt x="5124" y="2575"/>
                    <a:pt x="5971" y="2269"/>
                  </a:cubicBezTo>
                  <a:cubicBezTo>
                    <a:pt x="6772" y="1935"/>
                    <a:pt x="7106" y="1502"/>
                    <a:pt x="6972" y="1101"/>
                  </a:cubicBezTo>
                  <a:lnTo>
                    <a:pt x="667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73"/>
            <p:cNvSpPr/>
            <p:nvPr/>
          </p:nvSpPr>
          <p:spPr>
            <a:xfrm>
              <a:off x="6721126" y="2448696"/>
              <a:ext cx="140035" cy="47311"/>
            </a:xfrm>
            <a:custGeom>
              <a:avLst/>
              <a:gdLst/>
              <a:ahLst/>
              <a:cxnLst/>
              <a:rect l="l" t="t" r="r" b="b"/>
              <a:pathLst>
                <a:path w="6973" h="2362" extrusionOk="0">
                  <a:moveTo>
                    <a:pt x="3633" y="1"/>
                  </a:moveTo>
                  <a:cubicBezTo>
                    <a:pt x="2808" y="1"/>
                    <a:pt x="1985" y="136"/>
                    <a:pt x="1202" y="391"/>
                  </a:cubicBezTo>
                  <a:cubicBezTo>
                    <a:pt x="1" y="892"/>
                    <a:pt x="1" y="1659"/>
                    <a:pt x="1235" y="2059"/>
                  </a:cubicBezTo>
                  <a:cubicBezTo>
                    <a:pt x="1916" y="2261"/>
                    <a:pt x="2619" y="2361"/>
                    <a:pt x="3324" y="2361"/>
                  </a:cubicBezTo>
                  <a:cubicBezTo>
                    <a:pt x="4137" y="2361"/>
                    <a:pt x="4952" y="2227"/>
                    <a:pt x="5738" y="1959"/>
                  </a:cubicBezTo>
                  <a:cubicBezTo>
                    <a:pt x="6972" y="1459"/>
                    <a:pt x="6939" y="725"/>
                    <a:pt x="5672" y="291"/>
                  </a:cubicBezTo>
                  <a:cubicBezTo>
                    <a:pt x="5005" y="95"/>
                    <a:pt x="4318" y="1"/>
                    <a:pt x="363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73"/>
            <p:cNvSpPr/>
            <p:nvPr/>
          </p:nvSpPr>
          <p:spPr>
            <a:xfrm>
              <a:off x="6736549" y="2457069"/>
              <a:ext cx="109209" cy="30345"/>
            </a:xfrm>
            <a:custGeom>
              <a:avLst/>
              <a:gdLst/>
              <a:ahLst/>
              <a:cxnLst/>
              <a:rect l="l" t="t" r="r" b="b"/>
              <a:pathLst>
                <a:path w="5438" h="1515" extrusionOk="0">
                  <a:moveTo>
                    <a:pt x="2970" y="0"/>
                  </a:moveTo>
                  <a:cubicBezTo>
                    <a:pt x="2880" y="0"/>
                    <a:pt x="2791" y="3"/>
                    <a:pt x="2702" y="7"/>
                  </a:cubicBezTo>
                  <a:cubicBezTo>
                    <a:pt x="1968" y="40"/>
                    <a:pt x="1268" y="140"/>
                    <a:pt x="600" y="374"/>
                  </a:cubicBezTo>
                  <a:cubicBezTo>
                    <a:pt x="100" y="607"/>
                    <a:pt x="0" y="807"/>
                    <a:pt x="0" y="841"/>
                  </a:cubicBezTo>
                  <a:cubicBezTo>
                    <a:pt x="0" y="841"/>
                    <a:pt x="33" y="907"/>
                    <a:pt x="133" y="974"/>
                  </a:cubicBezTo>
                  <a:cubicBezTo>
                    <a:pt x="267" y="1108"/>
                    <a:pt x="434" y="1174"/>
                    <a:pt x="634" y="1241"/>
                  </a:cubicBezTo>
                  <a:cubicBezTo>
                    <a:pt x="1216" y="1416"/>
                    <a:pt x="1824" y="1514"/>
                    <a:pt x="2435" y="1514"/>
                  </a:cubicBezTo>
                  <a:cubicBezTo>
                    <a:pt x="2524" y="1514"/>
                    <a:pt x="2613" y="1512"/>
                    <a:pt x="2702" y="1508"/>
                  </a:cubicBezTo>
                  <a:cubicBezTo>
                    <a:pt x="3436" y="1475"/>
                    <a:pt x="4136" y="1374"/>
                    <a:pt x="4803" y="1141"/>
                  </a:cubicBezTo>
                  <a:cubicBezTo>
                    <a:pt x="4970" y="1041"/>
                    <a:pt x="5137" y="974"/>
                    <a:pt x="5304" y="841"/>
                  </a:cubicBezTo>
                  <a:cubicBezTo>
                    <a:pt x="5371" y="807"/>
                    <a:pt x="5404" y="741"/>
                    <a:pt x="5437" y="674"/>
                  </a:cubicBezTo>
                  <a:cubicBezTo>
                    <a:pt x="5437" y="641"/>
                    <a:pt x="5304" y="474"/>
                    <a:pt x="4803" y="274"/>
                  </a:cubicBezTo>
                  <a:cubicBezTo>
                    <a:pt x="4221" y="99"/>
                    <a:pt x="3588" y="0"/>
                    <a:pt x="29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73"/>
            <p:cNvSpPr/>
            <p:nvPr/>
          </p:nvSpPr>
          <p:spPr>
            <a:xfrm>
              <a:off x="6739220" y="2463759"/>
              <a:ext cx="103847" cy="23655"/>
            </a:xfrm>
            <a:custGeom>
              <a:avLst/>
              <a:gdLst/>
              <a:ahLst/>
              <a:cxnLst/>
              <a:rect l="l" t="t" r="r" b="b"/>
              <a:pathLst>
                <a:path w="5171" h="1181" extrusionOk="0">
                  <a:moveTo>
                    <a:pt x="2837" y="0"/>
                  </a:moveTo>
                  <a:cubicBezTo>
                    <a:pt x="2747" y="0"/>
                    <a:pt x="2658" y="2"/>
                    <a:pt x="2569" y="6"/>
                  </a:cubicBezTo>
                  <a:cubicBezTo>
                    <a:pt x="1868" y="6"/>
                    <a:pt x="1135" y="140"/>
                    <a:pt x="467" y="373"/>
                  </a:cubicBezTo>
                  <a:cubicBezTo>
                    <a:pt x="301" y="440"/>
                    <a:pt x="134" y="540"/>
                    <a:pt x="0" y="640"/>
                  </a:cubicBezTo>
                  <a:cubicBezTo>
                    <a:pt x="134" y="774"/>
                    <a:pt x="301" y="840"/>
                    <a:pt x="501" y="907"/>
                  </a:cubicBezTo>
                  <a:cubicBezTo>
                    <a:pt x="1083" y="1082"/>
                    <a:pt x="1691" y="1180"/>
                    <a:pt x="2302" y="1180"/>
                  </a:cubicBezTo>
                  <a:cubicBezTo>
                    <a:pt x="2391" y="1180"/>
                    <a:pt x="2480" y="1178"/>
                    <a:pt x="2569" y="1174"/>
                  </a:cubicBezTo>
                  <a:cubicBezTo>
                    <a:pt x="3303" y="1141"/>
                    <a:pt x="4003" y="1040"/>
                    <a:pt x="4670" y="807"/>
                  </a:cubicBezTo>
                  <a:cubicBezTo>
                    <a:pt x="4837" y="707"/>
                    <a:pt x="5004" y="640"/>
                    <a:pt x="5171" y="507"/>
                  </a:cubicBezTo>
                  <a:cubicBezTo>
                    <a:pt x="5037" y="407"/>
                    <a:pt x="4871" y="340"/>
                    <a:pt x="4670" y="273"/>
                  </a:cubicBezTo>
                  <a:cubicBezTo>
                    <a:pt x="4088" y="99"/>
                    <a:pt x="3455" y="0"/>
                    <a:pt x="283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73"/>
            <p:cNvSpPr/>
            <p:nvPr/>
          </p:nvSpPr>
          <p:spPr>
            <a:xfrm>
              <a:off x="6812903" y="2472973"/>
              <a:ext cx="16769" cy="8553"/>
            </a:xfrm>
            <a:custGeom>
              <a:avLst/>
              <a:gdLst/>
              <a:ahLst/>
              <a:cxnLst/>
              <a:rect l="l" t="t" r="r" b="b"/>
              <a:pathLst>
                <a:path w="835" h="427" extrusionOk="0">
                  <a:moveTo>
                    <a:pt x="610" y="1"/>
                  </a:moveTo>
                  <a:cubicBezTo>
                    <a:pt x="484" y="1"/>
                    <a:pt x="359" y="38"/>
                    <a:pt x="234" y="113"/>
                  </a:cubicBezTo>
                  <a:cubicBezTo>
                    <a:pt x="67" y="214"/>
                    <a:pt x="1" y="347"/>
                    <a:pt x="101" y="414"/>
                  </a:cubicBezTo>
                  <a:cubicBezTo>
                    <a:pt x="143" y="422"/>
                    <a:pt x="184" y="426"/>
                    <a:pt x="225" y="426"/>
                  </a:cubicBezTo>
                  <a:cubicBezTo>
                    <a:pt x="349" y="426"/>
                    <a:pt x="468" y="389"/>
                    <a:pt x="568" y="314"/>
                  </a:cubicBezTo>
                  <a:cubicBezTo>
                    <a:pt x="735" y="180"/>
                    <a:pt x="835" y="47"/>
                    <a:pt x="735" y="13"/>
                  </a:cubicBezTo>
                  <a:cubicBezTo>
                    <a:pt x="693" y="5"/>
                    <a:pt x="651" y="1"/>
                    <a:pt x="6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73"/>
            <p:cNvSpPr/>
            <p:nvPr/>
          </p:nvSpPr>
          <p:spPr>
            <a:xfrm>
              <a:off x="6720463" y="2572782"/>
              <a:ext cx="146723" cy="92018"/>
            </a:xfrm>
            <a:custGeom>
              <a:avLst/>
              <a:gdLst/>
              <a:ahLst/>
              <a:cxnLst/>
              <a:rect l="l" t="t" r="r" b="b"/>
              <a:pathLst>
                <a:path w="7306" h="4594" extrusionOk="0">
                  <a:moveTo>
                    <a:pt x="7306" y="1"/>
                  </a:moveTo>
                  <a:lnTo>
                    <a:pt x="7304" y="39"/>
                  </a:lnTo>
                  <a:lnTo>
                    <a:pt x="7304" y="39"/>
                  </a:lnTo>
                  <a:cubicBezTo>
                    <a:pt x="7305" y="26"/>
                    <a:pt x="7306" y="13"/>
                    <a:pt x="7306" y="1"/>
                  </a:cubicBezTo>
                  <a:close/>
                  <a:moveTo>
                    <a:pt x="0" y="167"/>
                  </a:moveTo>
                  <a:lnTo>
                    <a:pt x="0" y="167"/>
                  </a:lnTo>
                  <a:cubicBezTo>
                    <a:pt x="0" y="201"/>
                    <a:pt x="4" y="235"/>
                    <a:pt x="10" y="268"/>
                  </a:cubicBezTo>
                  <a:lnTo>
                    <a:pt x="10" y="268"/>
                  </a:lnTo>
                  <a:lnTo>
                    <a:pt x="0" y="167"/>
                  </a:lnTo>
                  <a:close/>
                  <a:moveTo>
                    <a:pt x="7304" y="39"/>
                  </a:moveTo>
                  <a:lnTo>
                    <a:pt x="7304" y="39"/>
                  </a:lnTo>
                  <a:cubicBezTo>
                    <a:pt x="7277" y="362"/>
                    <a:pt x="6912" y="711"/>
                    <a:pt x="6238" y="968"/>
                  </a:cubicBezTo>
                  <a:cubicBezTo>
                    <a:pt x="5341" y="1291"/>
                    <a:pt x="4405" y="1450"/>
                    <a:pt x="3467" y="1450"/>
                  </a:cubicBezTo>
                  <a:cubicBezTo>
                    <a:pt x="2661" y="1450"/>
                    <a:pt x="1854" y="1333"/>
                    <a:pt x="1068" y="1101"/>
                  </a:cubicBezTo>
                  <a:cubicBezTo>
                    <a:pt x="432" y="889"/>
                    <a:pt x="71" y="595"/>
                    <a:pt x="10" y="268"/>
                  </a:cubicBezTo>
                  <a:lnTo>
                    <a:pt x="10" y="268"/>
                  </a:lnTo>
                  <a:lnTo>
                    <a:pt x="301" y="3403"/>
                  </a:lnTo>
                  <a:cubicBezTo>
                    <a:pt x="301" y="3737"/>
                    <a:pt x="634" y="4037"/>
                    <a:pt x="1301" y="4270"/>
                  </a:cubicBezTo>
                  <a:cubicBezTo>
                    <a:pt x="2037" y="4485"/>
                    <a:pt x="2794" y="4594"/>
                    <a:pt x="3550" y="4594"/>
                  </a:cubicBezTo>
                  <a:cubicBezTo>
                    <a:pt x="4438" y="4594"/>
                    <a:pt x="5324" y="4443"/>
                    <a:pt x="6172" y="4137"/>
                  </a:cubicBezTo>
                  <a:cubicBezTo>
                    <a:pt x="6839" y="3870"/>
                    <a:pt x="7172" y="3536"/>
                    <a:pt x="7172" y="3203"/>
                  </a:cubicBezTo>
                  <a:lnTo>
                    <a:pt x="7304" y="39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73"/>
            <p:cNvSpPr/>
            <p:nvPr/>
          </p:nvSpPr>
          <p:spPr>
            <a:xfrm>
              <a:off x="6740767" y="2617950"/>
              <a:ext cx="37996" cy="33771"/>
            </a:xfrm>
            <a:custGeom>
              <a:avLst/>
              <a:gdLst/>
              <a:ahLst/>
              <a:cxnLst/>
              <a:rect l="l" t="t" r="r" b="b"/>
              <a:pathLst>
                <a:path w="1892" h="1686" extrusionOk="0">
                  <a:moveTo>
                    <a:pt x="340" y="0"/>
                  </a:moveTo>
                  <a:cubicBezTo>
                    <a:pt x="304" y="0"/>
                    <a:pt x="281" y="24"/>
                    <a:pt x="257" y="47"/>
                  </a:cubicBezTo>
                  <a:cubicBezTo>
                    <a:pt x="0" y="903"/>
                    <a:pt x="646" y="1686"/>
                    <a:pt x="1444" y="1686"/>
                  </a:cubicBezTo>
                  <a:cubicBezTo>
                    <a:pt x="1579" y="1686"/>
                    <a:pt x="1718" y="1663"/>
                    <a:pt x="1858" y="1615"/>
                  </a:cubicBezTo>
                  <a:cubicBezTo>
                    <a:pt x="1892" y="1615"/>
                    <a:pt x="1892" y="1548"/>
                    <a:pt x="1858" y="1548"/>
                  </a:cubicBezTo>
                  <a:cubicBezTo>
                    <a:pt x="1758" y="1482"/>
                    <a:pt x="1625" y="1382"/>
                    <a:pt x="1558" y="1281"/>
                  </a:cubicBezTo>
                  <a:cubicBezTo>
                    <a:pt x="1425" y="1081"/>
                    <a:pt x="1324" y="915"/>
                    <a:pt x="1258" y="714"/>
                  </a:cubicBezTo>
                  <a:cubicBezTo>
                    <a:pt x="1058" y="381"/>
                    <a:pt x="757" y="147"/>
                    <a:pt x="390" y="14"/>
                  </a:cubicBezTo>
                  <a:cubicBezTo>
                    <a:pt x="371" y="4"/>
                    <a:pt x="354" y="0"/>
                    <a:pt x="34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73"/>
            <p:cNvSpPr/>
            <p:nvPr/>
          </p:nvSpPr>
          <p:spPr>
            <a:xfrm>
              <a:off x="6751270" y="2610178"/>
              <a:ext cx="38217" cy="35293"/>
            </a:xfrm>
            <a:custGeom>
              <a:avLst/>
              <a:gdLst/>
              <a:ahLst/>
              <a:cxnLst/>
              <a:rect l="l" t="t" r="r" b="b"/>
              <a:pathLst>
                <a:path w="1903" h="1762" extrusionOk="0">
                  <a:moveTo>
                    <a:pt x="532" y="0"/>
                  </a:moveTo>
                  <a:cubicBezTo>
                    <a:pt x="374" y="0"/>
                    <a:pt x="215" y="34"/>
                    <a:pt x="68" y="102"/>
                  </a:cubicBezTo>
                  <a:cubicBezTo>
                    <a:pt x="1" y="135"/>
                    <a:pt x="1" y="235"/>
                    <a:pt x="68" y="302"/>
                  </a:cubicBezTo>
                  <a:cubicBezTo>
                    <a:pt x="268" y="369"/>
                    <a:pt x="435" y="469"/>
                    <a:pt x="601" y="602"/>
                  </a:cubicBezTo>
                  <a:cubicBezTo>
                    <a:pt x="768" y="735"/>
                    <a:pt x="902" y="902"/>
                    <a:pt x="1035" y="1102"/>
                  </a:cubicBezTo>
                  <a:cubicBezTo>
                    <a:pt x="1135" y="1369"/>
                    <a:pt x="1302" y="1569"/>
                    <a:pt x="1502" y="1736"/>
                  </a:cubicBezTo>
                  <a:cubicBezTo>
                    <a:pt x="1535" y="1753"/>
                    <a:pt x="1569" y="1761"/>
                    <a:pt x="1598" y="1761"/>
                  </a:cubicBezTo>
                  <a:cubicBezTo>
                    <a:pt x="1627" y="1761"/>
                    <a:pt x="1652" y="1753"/>
                    <a:pt x="1669" y="1736"/>
                  </a:cubicBezTo>
                  <a:cubicBezTo>
                    <a:pt x="1902" y="1269"/>
                    <a:pt x="1769" y="702"/>
                    <a:pt x="1369" y="369"/>
                  </a:cubicBezTo>
                  <a:cubicBezTo>
                    <a:pt x="1148" y="126"/>
                    <a:pt x="841" y="0"/>
                    <a:pt x="5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73"/>
            <p:cNvSpPr/>
            <p:nvPr/>
          </p:nvSpPr>
          <p:spPr>
            <a:xfrm>
              <a:off x="6960951" y="2244230"/>
              <a:ext cx="607616" cy="348442"/>
            </a:xfrm>
            <a:custGeom>
              <a:avLst/>
              <a:gdLst/>
              <a:ahLst/>
              <a:cxnLst/>
              <a:rect l="l" t="t" r="r" b="b"/>
              <a:pathLst>
                <a:path w="30256" h="17396" extrusionOk="0">
                  <a:moveTo>
                    <a:pt x="28450" y="0"/>
                  </a:moveTo>
                  <a:cubicBezTo>
                    <a:pt x="28263" y="0"/>
                    <a:pt x="28071" y="42"/>
                    <a:pt x="27887" y="125"/>
                  </a:cubicBezTo>
                  <a:lnTo>
                    <a:pt x="301" y="16070"/>
                  </a:lnTo>
                  <a:cubicBezTo>
                    <a:pt x="1" y="16170"/>
                    <a:pt x="1" y="16604"/>
                    <a:pt x="268" y="16704"/>
                  </a:cubicBezTo>
                  <a:lnTo>
                    <a:pt x="1235" y="17271"/>
                  </a:lnTo>
                  <a:cubicBezTo>
                    <a:pt x="1418" y="17354"/>
                    <a:pt x="1610" y="17396"/>
                    <a:pt x="1798" y="17396"/>
                  </a:cubicBezTo>
                  <a:cubicBezTo>
                    <a:pt x="1985" y="17396"/>
                    <a:pt x="2169" y="17354"/>
                    <a:pt x="2336" y="17271"/>
                  </a:cubicBezTo>
                  <a:lnTo>
                    <a:pt x="29955" y="1326"/>
                  </a:lnTo>
                  <a:cubicBezTo>
                    <a:pt x="30256" y="1126"/>
                    <a:pt x="30256" y="859"/>
                    <a:pt x="29955" y="692"/>
                  </a:cubicBezTo>
                  <a:lnTo>
                    <a:pt x="28988" y="125"/>
                  </a:lnTo>
                  <a:cubicBezTo>
                    <a:pt x="28821" y="42"/>
                    <a:pt x="28638" y="0"/>
                    <a:pt x="284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73"/>
            <p:cNvSpPr/>
            <p:nvPr/>
          </p:nvSpPr>
          <p:spPr>
            <a:xfrm>
              <a:off x="6551650" y="1973625"/>
              <a:ext cx="700739" cy="422613"/>
            </a:xfrm>
            <a:custGeom>
              <a:avLst/>
              <a:gdLst/>
              <a:ahLst/>
              <a:cxnLst/>
              <a:rect l="l" t="t" r="r" b="b"/>
              <a:pathLst>
                <a:path w="34893" h="21099" extrusionOk="0">
                  <a:moveTo>
                    <a:pt x="28342" y="1"/>
                  </a:moveTo>
                  <a:cubicBezTo>
                    <a:pt x="28179" y="1"/>
                    <a:pt x="28020" y="42"/>
                    <a:pt x="27887" y="126"/>
                  </a:cubicBezTo>
                  <a:lnTo>
                    <a:pt x="467" y="15937"/>
                  </a:lnTo>
                  <a:cubicBezTo>
                    <a:pt x="201" y="16104"/>
                    <a:pt x="34" y="16404"/>
                    <a:pt x="0" y="16737"/>
                  </a:cubicBezTo>
                  <a:lnTo>
                    <a:pt x="0" y="16904"/>
                  </a:lnTo>
                  <a:cubicBezTo>
                    <a:pt x="0" y="17238"/>
                    <a:pt x="201" y="17571"/>
                    <a:pt x="467" y="17738"/>
                  </a:cubicBezTo>
                  <a:lnTo>
                    <a:pt x="6071" y="20974"/>
                  </a:lnTo>
                  <a:cubicBezTo>
                    <a:pt x="6222" y="21057"/>
                    <a:pt x="6380" y="21099"/>
                    <a:pt x="6538" y="21099"/>
                  </a:cubicBezTo>
                  <a:cubicBezTo>
                    <a:pt x="6697" y="21099"/>
                    <a:pt x="6855" y="21057"/>
                    <a:pt x="7005" y="20974"/>
                  </a:cubicBezTo>
                  <a:lnTo>
                    <a:pt x="34425" y="5129"/>
                  </a:lnTo>
                  <a:cubicBezTo>
                    <a:pt x="34692" y="4962"/>
                    <a:pt x="34859" y="4662"/>
                    <a:pt x="34892" y="4329"/>
                  </a:cubicBezTo>
                  <a:lnTo>
                    <a:pt x="34892" y="4162"/>
                  </a:lnTo>
                  <a:cubicBezTo>
                    <a:pt x="34859" y="3828"/>
                    <a:pt x="34692" y="3528"/>
                    <a:pt x="34425" y="3361"/>
                  </a:cubicBezTo>
                  <a:lnTo>
                    <a:pt x="28821" y="126"/>
                  </a:lnTo>
                  <a:cubicBezTo>
                    <a:pt x="28671" y="42"/>
                    <a:pt x="28504" y="1"/>
                    <a:pt x="2834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73"/>
            <p:cNvSpPr/>
            <p:nvPr/>
          </p:nvSpPr>
          <p:spPr>
            <a:xfrm>
              <a:off x="6551650" y="1973625"/>
              <a:ext cx="700739" cy="422613"/>
            </a:xfrm>
            <a:custGeom>
              <a:avLst/>
              <a:gdLst/>
              <a:ahLst/>
              <a:cxnLst/>
              <a:rect l="l" t="t" r="r" b="b"/>
              <a:pathLst>
                <a:path w="34893" h="21099" extrusionOk="0">
                  <a:moveTo>
                    <a:pt x="28342" y="1"/>
                  </a:moveTo>
                  <a:cubicBezTo>
                    <a:pt x="28179" y="1"/>
                    <a:pt x="28020" y="42"/>
                    <a:pt x="27887" y="126"/>
                  </a:cubicBezTo>
                  <a:lnTo>
                    <a:pt x="467" y="15937"/>
                  </a:lnTo>
                  <a:cubicBezTo>
                    <a:pt x="201" y="16104"/>
                    <a:pt x="34" y="16404"/>
                    <a:pt x="0" y="16737"/>
                  </a:cubicBezTo>
                  <a:lnTo>
                    <a:pt x="0" y="16904"/>
                  </a:lnTo>
                  <a:cubicBezTo>
                    <a:pt x="0" y="17238"/>
                    <a:pt x="201" y="17571"/>
                    <a:pt x="467" y="17738"/>
                  </a:cubicBezTo>
                  <a:lnTo>
                    <a:pt x="6071" y="20974"/>
                  </a:lnTo>
                  <a:cubicBezTo>
                    <a:pt x="6222" y="21057"/>
                    <a:pt x="6380" y="21099"/>
                    <a:pt x="6538" y="21099"/>
                  </a:cubicBezTo>
                  <a:cubicBezTo>
                    <a:pt x="6697" y="21099"/>
                    <a:pt x="6855" y="21057"/>
                    <a:pt x="7005" y="20974"/>
                  </a:cubicBezTo>
                  <a:lnTo>
                    <a:pt x="34425" y="5129"/>
                  </a:lnTo>
                  <a:cubicBezTo>
                    <a:pt x="34692" y="4962"/>
                    <a:pt x="34859" y="4662"/>
                    <a:pt x="34892" y="4329"/>
                  </a:cubicBezTo>
                  <a:lnTo>
                    <a:pt x="34892" y="4162"/>
                  </a:lnTo>
                  <a:cubicBezTo>
                    <a:pt x="34859" y="3828"/>
                    <a:pt x="34692" y="3528"/>
                    <a:pt x="34425" y="3361"/>
                  </a:cubicBezTo>
                  <a:lnTo>
                    <a:pt x="28821" y="126"/>
                  </a:lnTo>
                  <a:cubicBezTo>
                    <a:pt x="28671" y="42"/>
                    <a:pt x="28504" y="1"/>
                    <a:pt x="283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73"/>
            <p:cNvSpPr/>
            <p:nvPr/>
          </p:nvSpPr>
          <p:spPr>
            <a:xfrm>
              <a:off x="6556329" y="1973625"/>
              <a:ext cx="692023" cy="396734"/>
            </a:xfrm>
            <a:custGeom>
              <a:avLst/>
              <a:gdLst/>
              <a:ahLst/>
              <a:cxnLst/>
              <a:rect l="l" t="t" r="r" b="b"/>
              <a:pathLst>
                <a:path w="34459" h="19807" extrusionOk="0">
                  <a:moveTo>
                    <a:pt x="28109" y="1"/>
                  </a:moveTo>
                  <a:cubicBezTo>
                    <a:pt x="27946" y="1"/>
                    <a:pt x="27787" y="42"/>
                    <a:pt x="27654" y="126"/>
                  </a:cubicBezTo>
                  <a:lnTo>
                    <a:pt x="234" y="15937"/>
                  </a:lnTo>
                  <a:cubicBezTo>
                    <a:pt x="1" y="16037"/>
                    <a:pt x="1" y="16371"/>
                    <a:pt x="234" y="16471"/>
                  </a:cubicBezTo>
                  <a:lnTo>
                    <a:pt x="5838" y="19706"/>
                  </a:lnTo>
                  <a:cubicBezTo>
                    <a:pt x="5989" y="19773"/>
                    <a:pt x="6147" y="19806"/>
                    <a:pt x="6305" y="19806"/>
                  </a:cubicBezTo>
                  <a:cubicBezTo>
                    <a:pt x="6464" y="19806"/>
                    <a:pt x="6622" y="19773"/>
                    <a:pt x="6772" y="19706"/>
                  </a:cubicBezTo>
                  <a:lnTo>
                    <a:pt x="34192" y="3862"/>
                  </a:lnTo>
                  <a:cubicBezTo>
                    <a:pt x="34459" y="3795"/>
                    <a:pt x="34459" y="3395"/>
                    <a:pt x="34192" y="3328"/>
                  </a:cubicBezTo>
                  <a:lnTo>
                    <a:pt x="28588" y="126"/>
                  </a:lnTo>
                  <a:cubicBezTo>
                    <a:pt x="28438" y="42"/>
                    <a:pt x="28271" y="1"/>
                    <a:pt x="28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73"/>
            <p:cNvSpPr/>
            <p:nvPr/>
          </p:nvSpPr>
          <p:spPr>
            <a:xfrm>
              <a:off x="6556329" y="1973625"/>
              <a:ext cx="692023" cy="396734"/>
            </a:xfrm>
            <a:custGeom>
              <a:avLst/>
              <a:gdLst/>
              <a:ahLst/>
              <a:cxnLst/>
              <a:rect l="l" t="t" r="r" b="b"/>
              <a:pathLst>
                <a:path w="34459" h="19807" extrusionOk="0">
                  <a:moveTo>
                    <a:pt x="28109" y="1"/>
                  </a:moveTo>
                  <a:cubicBezTo>
                    <a:pt x="27946" y="1"/>
                    <a:pt x="27787" y="42"/>
                    <a:pt x="27654" y="126"/>
                  </a:cubicBezTo>
                  <a:lnTo>
                    <a:pt x="234" y="15937"/>
                  </a:lnTo>
                  <a:cubicBezTo>
                    <a:pt x="1" y="16037"/>
                    <a:pt x="1" y="16371"/>
                    <a:pt x="234" y="16471"/>
                  </a:cubicBezTo>
                  <a:lnTo>
                    <a:pt x="5838" y="19706"/>
                  </a:lnTo>
                  <a:cubicBezTo>
                    <a:pt x="5989" y="19773"/>
                    <a:pt x="6147" y="19806"/>
                    <a:pt x="6305" y="19806"/>
                  </a:cubicBezTo>
                  <a:cubicBezTo>
                    <a:pt x="6464" y="19806"/>
                    <a:pt x="6622" y="19773"/>
                    <a:pt x="6772" y="19706"/>
                  </a:cubicBezTo>
                  <a:lnTo>
                    <a:pt x="34192" y="3862"/>
                  </a:lnTo>
                  <a:cubicBezTo>
                    <a:pt x="34459" y="3795"/>
                    <a:pt x="34459" y="3395"/>
                    <a:pt x="34192" y="3328"/>
                  </a:cubicBezTo>
                  <a:lnTo>
                    <a:pt x="28588" y="126"/>
                  </a:lnTo>
                  <a:cubicBezTo>
                    <a:pt x="28438" y="42"/>
                    <a:pt x="28271" y="1"/>
                    <a:pt x="28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73"/>
            <p:cNvSpPr/>
            <p:nvPr/>
          </p:nvSpPr>
          <p:spPr>
            <a:xfrm>
              <a:off x="6904680" y="1615488"/>
              <a:ext cx="661879" cy="877314"/>
            </a:xfrm>
            <a:custGeom>
              <a:avLst/>
              <a:gdLst/>
              <a:ahLst/>
              <a:cxnLst/>
              <a:rect l="l" t="t" r="r" b="b"/>
              <a:pathLst>
                <a:path w="32958" h="43800" extrusionOk="0">
                  <a:moveTo>
                    <a:pt x="30830" y="0"/>
                  </a:moveTo>
                  <a:cubicBezTo>
                    <a:pt x="30424" y="0"/>
                    <a:pt x="30021" y="101"/>
                    <a:pt x="29655" y="293"/>
                  </a:cubicBezTo>
                  <a:lnTo>
                    <a:pt x="3303" y="15504"/>
                  </a:lnTo>
                  <a:cubicBezTo>
                    <a:pt x="2603" y="15937"/>
                    <a:pt x="2136" y="16671"/>
                    <a:pt x="2035" y="17505"/>
                  </a:cubicBezTo>
                  <a:lnTo>
                    <a:pt x="34" y="41556"/>
                  </a:lnTo>
                  <a:cubicBezTo>
                    <a:pt x="1" y="42356"/>
                    <a:pt x="368" y="43090"/>
                    <a:pt x="1035" y="43557"/>
                  </a:cubicBezTo>
                  <a:cubicBezTo>
                    <a:pt x="1369" y="43716"/>
                    <a:pt x="1741" y="43800"/>
                    <a:pt x="2115" y="43800"/>
                  </a:cubicBezTo>
                  <a:cubicBezTo>
                    <a:pt x="2525" y="43800"/>
                    <a:pt x="2937" y="43700"/>
                    <a:pt x="3303" y="43491"/>
                  </a:cubicBezTo>
                  <a:lnTo>
                    <a:pt x="29622" y="28313"/>
                  </a:lnTo>
                  <a:cubicBezTo>
                    <a:pt x="30322" y="27846"/>
                    <a:pt x="30789" y="27112"/>
                    <a:pt x="30923" y="26278"/>
                  </a:cubicBezTo>
                  <a:lnTo>
                    <a:pt x="32924" y="2261"/>
                  </a:lnTo>
                  <a:cubicBezTo>
                    <a:pt x="32958" y="1460"/>
                    <a:pt x="32557" y="693"/>
                    <a:pt x="31923" y="260"/>
                  </a:cubicBezTo>
                  <a:cubicBezTo>
                    <a:pt x="31573" y="84"/>
                    <a:pt x="31200" y="0"/>
                    <a:pt x="308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73"/>
            <p:cNvSpPr/>
            <p:nvPr/>
          </p:nvSpPr>
          <p:spPr>
            <a:xfrm>
              <a:off x="6904680" y="1615488"/>
              <a:ext cx="661879" cy="877314"/>
            </a:xfrm>
            <a:custGeom>
              <a:avLst/>
              <a:gdLst/>
              <a:ahLst/>
              <a:cxnLst/>
              <a:rect l="l" t="t" r="r" b="b"/>
              <a:pathLst>
                <a:path w="32958" h="43800" extrusionOk="0">
                  <a:moveTo>
                    <a:pt x="30830" y="0"/>
                  </a:moveTo>
                  <a:cubicBezTo>
                    <a:pt x="30424" y="0"/>
                    <a:pt x="30021" y="101"/>
                    <a:pt x="29655" y="293"/>
                  </a:cubicBezTo>
                  <a:lnTo>
                    <a:pt x="3303" y="15504"/>
                  </a:lnTo>
                  <a:cubicBezTo>
                    <a:pt x="2603" y="15937"/>
                    <a:pt x="2136" y="16671"/>
                    <a:pt x="2035" y="17505"/>
                  </a:cubicBezTo>
                  <a:lnTo>
                    <a:pt x="34" y="41556"/>
                  </a:lnTo>
                  <a:cubicBezTo>
                    <a:pt x="1" y="42356"/>
                    <a:pt x="368" y="43090"/>
                    <a:pt x="1035" y="43557"/>
                  </a:cubicBezTo>
                  <a:cubicBezTo>
                    <a:pt x="1369" y="43716"/>
                    <a:pt x="1741" y="43800"/>
                    <a:pt x="2115" y="43800"/>
                  </a:cubicBezTo>
                  <a:cubicBezTo>
                    <a:pt x="2525" y="43800"/>
                    <a:pt x="2937" y="43700"/>
                    <a:pt x="3303" y="43491"/>
                  </a:cubicBezTo>
                  <a:lnTo>
                    <a:pt x="29622" y="28313"/>
                  </a:lnTo>
                  <a:cubicBezTo>
                    <a:pt x="30322" y="27846"/>
                    <a:pt x="30789" y="27112"/>
                    <a:pt x="30923" y="26278"/>
                  </a:cubicBezTo>
                  <a:lnTo>
                    <a:pt x="32924" y="2261"/>
                  </a:lnTo>
                  <a:cubicBezTo>
                    <a:pt x="32958" y="1460"/>
                    <a:pt x="32557" y="693"/>
                    <a:pt x="31923" y="260"/>
                  </a:cubicBezTo>
                  <a:cubicBezTo>
                    <a:pt x="31573" y="84"/>
                    <a:pt x="31200" y="0"/>
                    <a:pt x="30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73"/>
            <p:cNvSpPr/>
            <p:nvPr/>
          </p:nvSpPr>
          <p:spPr>
            <a:xfrm>
              <a:off x="6954264" y="1615488"/>
              <a:ext cx="612295" cy="834370"/>
            </a:xfrm>
            <a:custGeom>
              <a:avLst/>
              <a:gdLst/>
              <a:ahLst/>
              <a:cxnLst/>
              <a:rect l="l" t="t" r="r" b="b"/>
              <a:pathLst>
                <a:path w="30489" h="41656" extrusionOk="0">
                  <a:moveTo>
                    <a:pt x="28361" y="0"/>
                  </a:moveTo>
                  <a:cubicBezTo>
                    <a:pt x="27955" y="0"/>
                    <a:pt x="27552" y="101"/>
                    <a:pt x="27186" y="293"/>
                  </a:cubicBezTo>
                  <a:lnTo>
                    <a:pt x="834" y="15504"/>
                  </a:lnTo>
                  <a:cubicBezTo>
                    <a:pt x="500" y="15704"/>
                    <a:pt x="200" y="16004"/>
                    <a:pt x="0" y="16371"/>
                  </a:cubicBezTo>
                  <a:lnTo>
                    <a:pt x="4103" y="18739"/>
                  </a:lnTo>
                  <a:lnTo>
                    <a:pt x="4103" y="41656"/>
                  </a:lnTo>
                  <a:lnTo>
                    <a:pt x="27186" y="28313"/>
                  </a:lnTo>
                  <a:cubicBezTo>
                    <a:pt x="27887" y="27846"/>
                    <a:pt x="28320" y="27112"/>
                    <a:pt x="28454" y="26278"/>
                  </a:cubicBezTo>
                  <a:lnTo>
                    <a:pt x="30455" y="2261"/>
                  </a:lnTo>
                  <a:cubicBezTo>
                    <a:pt x="30489" y="1460"/>
                    <a:pt x="30088" y="693"/>
                    <a:pt x="29454" y="260"/>
                  </a:cubicBezTo>
                  <a:cubicBezTo>
                    <a:pt x="29104" y="84"/>
                    <a:pt x="28731" y="0"/>
                    <a:pt x="2836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73"/>
            <p:cNvSpPr/>
            <p:nvPr/>
          </p:nvSpPr>
          <p:spPr>
            <a:xfrm>
              <a:off x="6954264" y="1615488"/>
              <a:ext cx="612295" cy="834370"/>
            </a:xfrm>
            <a:custGeom>
              <a:avLst/>
              <a:gdLst/>
              <a:ahLst/>
              <a:cxnLst/>
              <a:rect l="l" t="t" r="r" b="b"/>
              <a:pathLst>
                <a:path w="30489" h="41656" extrusionOk="0">
                  <a:moveTo>
                    <a:pt x="28361" y="0"/>
                  </a:moveTo>
                  <a:cubicBezTo>
                    <a:pt x="27955" y="0"/>
                    <a:pt x="27552" y="101"/>
                    <a:pt x="27186" y="293"/>
                  </a:cubicBezTo>
                  <a:lnTo>
                    <a:pt x="834" y="15504"/>
                  </a:lnTo>
                  <a:cubicBezTo>
                    <a:pt x="500" y="15704"/>
                    <a:pt x="200" y="16004"/>
                    <a:pt x="0" y="16371"/>
                  </a:cubicBezTo>
                  <a:lnTo>
                    <a:pt x="4103" y="18739"/>
                  </a:lnTo>
                  <a:lnTo>
                    <a:pt x="4103" y="41656"/>
                  </a:lnTo>
                  <a:lnTo>
                    <a:pt x="27186" y="28313"/>
                  </a:lnTo>
                  <a:cubicBezTo>
                    <a:pt x="27887" y="27846"/>
                    <a:pt x="28320" y="27112"/>
                    <a:pt x="28454" y="26278"/>
                  </a:cubicBezTo>
                  <a:lnTo>
                    <a:pt x="30455" y="2261"/>
                  </a:lnTo>
                  <a:cubicBezTo>
                    <a:pt x="30489" y="1460"/>
                    <a:pt x="30088" y="693"/>
                    <a:pt x="29454" y="260"/>
                  </a:cubicBezTo>
                  <a:cubicBezTo>
                    <a:pt x="29104" y="84"/>
                    <a:pt x="28731" y="0"/>
                    <a:pt x="283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73"/>
            <p:cNvSpPr/>
            <p:nvPr/>
          </p:nvSpPr>
          <p:spPr>
            <a:xfrm>
              <a:off x="6948621" y="1644271"/>
              <a:ext cx="617557" cy="846147"/>
            </a:xfrm>
            <a:custGeom>
              <a:avLst/>
              <a:gdLst/>
              <a:ahLst/>
              <a:cxnLst/>
              <a:rect l="l" t="t" r="r" b="b"/>
              <a:pathLst>
                <a:path w="30751" h="42244" extrusionOk="0">
                  <a:moveTo>
                    <a:pt x="30157" y="0"/>
                  </a:moveTo>
                  <a:cubicBezTo>
                    <a:pt x="30005" y="0"/>
                    <a:pt x="29829" y="51"/>
                    <a:pt x="29635" y="157"/>
                  </a:cubicBezTo>
                  <a:lnTo>
                    <a:pt x="3317" y="15368"/>
                  </a:lnTo>
                  <a:cubicBezTo>
                    <a:pt x="2616" y="15801"/>
                    <a:pt x="2149" y="16569"/>
                    <a:pt x="2049" y="17403"/>
                  </a:cubicBezTo>
                  <a:lnTo>
                    <a:pt x="48" y="41420"/>
                  </a:lnTo>
                  <a:cubicBezTo>
                    <a:pt x="0" y="41941"/>
                    <a:pt x="239" y="42243"/>
                    <a:pt x="608" y="42243"/>
                  </a:cubicBezTo>
                  <a:cubicBezTo>
                    <a:pt x="759" y="42243"/>
                    <a:pt x="931" y="42193"/>
                    <a:pt x="1115" y="42087"/>
                  </a:cubicBezTo>
                  <a:lnTo>
                    <a:pt x="27434" y="26909"/>
                  </a:lnTo>
                  <a:cubicBezTo>
                    <a:pt x="28134" y="26442"/>
                    <a:pt x="28601" y="25708"/>
                    <a:pt x="28735" y="24875"/>
                  </a:cubicBezTo>
                  <a:lnTo>
                    <a:pt x="30703" y="824"/>
                  </a:lnTo>
                  <a:cubicBezTo>
                    <a:pt x="30750" y="303"/>
                    <a:pt x="30528" y="0"/>
                    <a:pt x="3015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73"/>
            <p:cNvSpPr/>
            <p:nvPr/>
          </p:nvSpPr>
          <p:spPr>
            <a:xfrm>
              <a:off x="6948621" y="1644271"/>
              <a:ext cx="617557" cy="846147"/>
            </a:xfrm>
            <a:custGeom>
              <a:avLst/>
              <a:gdLst/>
              <a:ahLst/>
              <a:cxnLst/>
              <a:rect l="l" t="t" r="r" b="b"/>
              <a:pathLst>
                <a:path w="30751" h="42244" extrusionOk="0">
                  <a:moveTo>
                    <a:pt x="30157" y="0"/>
                  </a:moveTo>
                  <a:cubicBezTo>
                    <a:pt x="30005" y="0"/>
                    <a:pt x="29829" y="51"/>
                    <a:pt x="29635" y="157"/>
                  </a:cubicBezTo>
                  <a:lnTo>
                    <a:pt x="3317" y="15368"/>
                  </a:lnTo>
                  <a:cubicBezTo>
                    <a:pt x="2616" y="15801"/>
                    <a:pt x="2149" y="16569"/>
                    <a:pt x="2049" y="17403"/>
                  </a:cubicBezTo>
                  <a:lnTo>
                    <a:pt x="48" y="41420"/>
                  </a:lnTo>
                  <a:cubicBezTo>
                    <a:pt x="0" y="41941"/>
                    <a:pt x="239" y="42243"/>
                    <a:pt x="608" y="42243"/>
                  </a:cubicBezTo>
                  <a:cubicBezTo>
                    <a:pt x="759" y="42243"/>
                    <a:pt x="931" y="42193"/>
                    <a:pt x="1115" y="42087"/>
                  </a:cubicBezTo>
                  <a:lnTo>
                    <a:pt x="27434" y="26909"/>
                  </a:lnTo>
                  <a:cubicBezTo>
                    <a:pt x="28134" y="26442"/>
                    <a:pt x="28601" y="25708"/>
                    <a:pt x="28735" y="24875"/>
                  </a:cubicBezTo>
                  <a:lnTo>
                    <a:pt x="30703" y="824"/>
                  </a:lnTo>
                  <a:cubicBezTo>
                    <a:pt x="30750" y="303"/>
                    <a:pt x="30528" y="0"/>
                    <a:pt x="30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73"/>
            <p:cNvSpPr/>
            <p:nvPr/>
          </p:nvSpPr>
          <p:spPr>
            <a:xfrm>
              <a:off x="7220739" y="2018091"/>
              <a:ext cx="73321" cy="98107"/>
            </a:xfrm>
            <a:custGeom>
              <a:avLst/>
              <a:gdLst/>
              <a:ahLst/>
              <a:cxnLst/>
              <a:rect l="l" t="t" r="r" b="b"/>
              <a:pathLst>
                <a:path w="3651" h="4898" extrusionOk="0">
                  <a:moveTo>
                    <a:pt x="2704" y="1"/>
                  </a:moveTo>
                  <a:cubicBezTo>
                    <a:pt x="2497" y="1"/>
                    <a:pt x="2262" y="68"/>
                    <a:pt x="2009" y="207"/>
                  </a:cubicBezTo>
                  <a:cubicBezTo>
                    <a:pt x="908" y="974"/>
                    <a:pt x="207" y="2142"/>
                    <a:pt x="74" y="3443"/>
                  </a:cubicBezTo>
                  <a:cubicBezTo>
                    <a:pt x="0" y="4351"/>
                    <a:pt x="360" y="4898"/>
                    <a:pt x="940" y="4898"/>
                  </a:cubicBezTo>
                  <a:cubicBezTo>
                    <a:pt x="1149" y="4898"/>
                    <a:pt x="1386" y="4827"/>
                    <a:pt x="1642" y="4677"/>
                  </a:cubicBezTo>
                  <a:cubicBezTo>
                    <a:pt x="2709" y="3910"/>
                    <a:pt x="3410" y="2742"/>
                    <a:pt x="3576" y="1441"/>
                  </a:cubicBezTo>
                  <a:cubicBezTo>
                    <a:pt x="3650" y="530"/>
                    <a:pt x="3288" y="1"/>
                    <a:pt x="270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73"/>
            <p:cNvSpPr/>
            <p:nvPr/>
          </p:nvSpPr>
          <p:spPr>
            <a:xfrm>
              <a:off x="7212826" y="2144501"/>
              <a:ext cx="152105" cy="88212"/>
            </a:xfrm>
            <a:custGeom>
              <a:avLst/>
              <a:gdLst/>
              <a:ahLst/>
              <a:cxnLst/>
              <a:rect l="l" t="t" r="r" b="b"/>
              <a:pathLst>
                <a:path w="7574" h="4404" extrusionOk="0">
                  <a:moveTo>
                    <a:pt x="6472" y="1"/>
                  </a:moveTo>
                  <a:lnTo>
                    <a:pt x="1" y="3770"/>
                  </a:lnTo>
                  <a:lnTo>
                    <a:pt x="1102" y="4404"/>
                  </a:lnTo>
                  <a:lnTo>
                    <a:pt x="7573" y="668"/>
                  </a:lnTo>
                  <a:lnTo>
                    <a:pt x="647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73"/>
            <p:cNvSpPr/>
            <p:nvPr/>
          </p:nvSpPr>
          <p:spPr>
            <a:xfrm>
              <a:off x="7212826" y="2144501"/>
              <a:ext cx="152105" cy="88212"/>
            </a:xfrm>
            <a:custGeom>
              <a:avLst/>
              <a:gdLst/>
              <a:ahLst/>
              <a:cxnLst/>
              <a:rect l="l" t="t" r="r" b="b"/>
              <a:pathLst>
                <a:path w="7574" h="4404" extrusionOk="0">
                  <a:moveTo>
                    <a:pt x="6472" y="1"/>
                  </a:moveTo>
                  <a:lnTo>
                    <a:pt x="1" y="3770"/>
                  </a:lnTo>
                  <a:lnTo>
                    <a:pt x="1102" y="4404"/>
                  </a:lnTo>
                  <a:lnTo>
                    <a:pt x="7573" y="668"/>
                  </a:lnTo>
                  <a:lnTo>
                    <a:pt x="6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73"/>
            <p:cNvSpPr/>
            <p:nvPr/>
          </p:nvSpPr>
          <p:spPr>
            <a:xfrm>
              <a:off x="7169970" y="2157861"/>
              <a:ext cx="263944" cy="314050"/>
            </a:xfrm>
            <a:custGeom>
              <a:avLst/>
              <a:gdLst/>
              <a:ahLst/>
              <a:cxnLst/>
              <a:rect l="l" t="t" r="r" b="b"/>
              <a:pathLst>
                <a:path w="13143" h="15679" extrusionOk="0">
                  <a:moveTo>
                    <a:pt x="9740" y="1"/>
                  </a:moveTo>
                  <a:lnTo>
                    <a:pt x="3269" y="3770"/>
                  </a:lnTo>
                  <a:lnTo>
                    <a:pt x="2168" y="3136"/>
                  </a:lnTo>
                  <a:lnTo>
                    <a:pt x="2902" y="13244"/>
                  </a:lnTo>
                  <a:lnTo>
                    <a:pt x="3002" y="13777"/>
                  </a:lnTo>
                  <a:lnTo>
                    <a:pt x="3002" y="13777"/>
                  </a:lnTo>
                  <a:lnTo>
                    <a:pt x="2535" y="13510"/>
                  </a:lnTo>
                  <a:lnTo>
                    <a:pt x="467" y="12310"/>
                  </a:lnTo>
                  <a:cubicBezTo>
                    <a:pt x="389" y="12271"/>
                    <a:pt x="317" y="12252"/>
                    <a:pt x="254" y="12252"/>
                  </a:cubicBezTo>
                  <a:cubicBezTo>
                    <a:pt x="101" y="12252"/>
                    <a:pt x="0" y="12364"/>
                    <a:pt x="0" y="12576"/>
                  </a:cubicBezTo>
                  <a:lnTo>
                    <a:pt x="0" y="12777"/>
                  </a:lnTo>
                  <a:cubicBezTo>
                    <a:pt x="0" y="13077"/>
                    <a:pt x="167" y="13377"/>
                    <a:pt x="434" y="13577"/>
                  </a:cubicBezTo>
                  <a:lnTo>
                    <a:pt x="3903" y="15579"/>
                  </a:lnTo>
                  <a:cubicBezTo>
                    <a:pt x="4036" y="15645"/>
                    <a:pt x="4170" y="15679"/>
                    <a:pt x="4337" y="15679"/>
                  </a:cubicBezTo>
                  <a:cubicBezTo>
                    <a:pt x="4503" y="15679"/>
                    <a:pt x="4670" y="15645"/>
                    <a:pt x="4837" y="15579"/>
                  </a:cubicBezTo>
                  <a:lnTo>
                    <a:pt x="12709" y="11009"/>
                  </a:lnTo>
                  <a:cubicBezTo>
                    <a:pt x="12976" y="10842"/>
                    <a:pt x="13143" y="10542"/>
                    <a:pt x="13109" y="10241"/>
                  </a:cubicBezTo>
                  <a:lnTo>
                    <a:pt x="9740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73"/>
            <p:cNvSpPr/>
            <p:nvPr/>
          </p:nvSpPr>
          <p:spPr>
            <a:xfrm>
              <a:off x="7169970" y="2157861"/>
              <a:ext cx="263944" cy="314050"/>
            </a:xfrm>
            <a:custGeom>
              <a:avLst/>
              <a:gdLst/>
              <a:ahLst/>
              <a:cxnLst/>
              <a:rect l="l" t="t" r="r" b="b"/>
              <a:pathLst>
                <a:path w="13143" h="15679" extrusionOk="0">
                  <a:moveTo>
                    <a:pt x="9740" y="1"/>
                  </a:moveTo>
                  <a:lnTo>
                    <a:pt x="3269" y="3770"/>
                  </a:lnTo>
                  <a:lnTo>
                    <a:pt x="2168" y="3136"/>
                  </a:lnTo>
                  <a:lnTo>
                    <a:pt x="2902" y="13244"/>
                  </a:lnTo>
                  <a:lnTo>
                    <a:pt x="3002" y="13777"/>
                  </a:lnTo>
                  <a:lnTo>
                    <a:pt x="3002" y="13777"/>
                  </a:lnTo>
                  <a:lnTo>
                    <a:pt x="2535" y="13510"/>
                  </a:lnTo>
                  <a:lnTo>
                    <a:pt x="467" y="12310"/>
                  </a:lnTo>
                  <a:cubicBezTo>
                    <a:pt x="389" y="12271"/>
                    <a:pt x="317" y="12252"/>
                    <a:pt x="254" y="12252"/>
                  </a:cubicBezTo>
                  <a:cubicBezTo>
                    <a:pt x="101" y="12252"/>
                    <a:pt x="0" y="12364"/>
                    <a:pt x="0" y="12576"/>
                  </a:cubicBezTo>
                  <a:lnTo>
                    <a:pt x="0" y="12777"/>
                  </a:lnTo>
                  <a:cubicBezTo>
                    <a:pt x="0" y="13077"/>
                    <a:pt x="167" y="13377"/>
                    <a:pt x="434" y="13577"/>
                  </a:cubicBezTo>
                  <a:lnTo>
                    <a:pt x="3903" y="15579"/>
                  </a:lnTo>
                  <a:cubicBezTo>
                    <a:pt x="4036" y="15645"/>
                    <a:pt x="4170" y="15679"/>
                    <a:pt x="4337" y="15679"/>
                  </a:cubicBezTo>
                  <a:cubicBezTo>
                    <a:pt x="4503" y="15679"/>
                    <a:pt x="4670" y="15645"/>
                    <a:pt x="4837" y="15579"/>
                  </a:cubicBezTo>
                  <a:lnTo>
                    <a:pt x="12709" y="11009"/>
                  </a:lnTo>
                  <a:cubicBezTo>
                    <a:pt x="12976" y="10842"/>
                    <a:pt x="13143" y="10542"/>
                    <a:pt x="13109" y="10241"/>
                  </a:cubicBezTo>
                  <a:lnTo>
                    <a:pt x="97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73"/>
            <p:cNvSpPr/>
            <p:nvPr/>
          </p:nvSpPr>
          <p:spPr>
            <a:xfrm>
              <a:off x="7171978" y="2372342"/>
              <a:ext cx="64987" cy="72188"/>
            </a:xfrm>
            <a:custGeom>
              <a:avLst/>
              <a:gdLst/>
              <a:ahLst/>
              <a:cxnLst/>
              <a:rect l="l" t="t" r="r" b="b"/>
              <a:pathLst>
                <a:path w="3236" h="3604" extrusionOk="0">
                  <a:moveTo>
                    <a:pt x="2669" y="0"/>
                  </a:moveTo>
                  <a:lnTo>
                    <a:pt x="0" y="1535"/>
                  </a:lnTo>
                  <a:lnTo>
                    <a:pt x="3236" y="3603"/>
                  </a:lnTo>
                  <a:lnTo>
                    <a:pt x="266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73"/>
            <p:cNvSpPr/>
            <p:nvPr/>
          </p:nvSpPr>
          <p:spPr>
            <a:xfrm>
              <a:off x="7171978" y="2372342"/>
              <a:ext cx="64987" cy="72188"/>
            </a:xfrm>
            <a:custGeom>
              <a:avLst/>
              <a:gdLst/>
              <a:ahLst/>
              <a:cxnLst/>
              <a:rect l="l" t="t" r="r" b="b"/>
              <a:pathLst>
                <a:path w="3236" h="3604" extrusionOk="0">
                  <a:moveTo>
                    <a:pt x="2669" y="0"/>
                  </a:moveTo>
                  <a:lnTo>
                    <a:pt x="0" y="1535"/>
                  </a:lnTo>
                  <a:lnTo>
                    <a:pt x="3236" y="3603"/>
                  </a:lnTo>
                  <a:lnTo>
                    <a:pt x="26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73"/>
            <p:cNvSpPr/>
            <p:nvPr/>
          </p:nvSpPr>
          <p:spPr>
            <a:xfrm>
              <a:off x="7169287" y="2219994"/>
              <a:ext cx="87118" cy="251917"/>
            </a:xfrm>
            <a:custGeom>
              <a:avLst/>
              <a:gdLst/>
              <a:ahLst/>
              <a:cxnLst/>
              <a:rect l="l" t="t" r="r" b="b"/>
              <a:pathLst>
                <a:path w="4338" h="12577" extrusionOk="0">
                  <a:moveTo>
                    <a:pt x="2169" y="1"/>
                  </a:moveTo>
                  <a:lnTo>
                    <a:pt x="2903" y="10142"/>
                  </a:lnTo>
                  <a:cubicBezTo>
                    <a:pt x="2950" y="10354"/>
                    <a:pt x="2880" y="10466"/>
                    <a:pt x="2741" y="10466"/>
                  </a:cubicBezTo>
                  <a:cubicBezTo>
                    <a:pt x="2683" y="10466"/>
                    <a:pt x="2614" y="10447"/>
                    <a:pt x="2536" y="10408"/>
                  </a:cubicBezTo>
                  <a:lnTo>
                    <a:pt x="468" y="9208"/>
                  </a:lnTo>
                  <a:cubicBezTo>
                    <a:pt x="388" y="9158"/>
                    <a:pt x="315" y="9135"/>
                    <a:pt x="251" y="9135"/>
                  </a:cubicBezTo>
                  <a:cubicBezTo>
                    <a:pt x="100" y="9135"/>
                    <a:pt x="1" y="9264"/>
                    <a:pt x="1" y="9474"/>
                  </a:cubicBezTo>
                  <a:lnTo>
                    <a:pt x="1" y="9641"/>
                  </a:lnTo>
                  <a:cubicBezTo>
                    <a:pt x="1" y="9975"/>
                    <a:pt x="168" y="10275"/>
                    <a:pt x="434" y="10442"/>
                  </a:cubicBezTo>
                  <a:lnTo>
                    <a:pt x="3904" y="12477"/>
                  </a:lnTo>
                  <a:cubicBezTo>
                    <a:pt x="4037" y="12543"/>
                    <a:pt x="4170" y="12577"/>
                    <a:pt x="4337" y="12577"/>
                  </a:cubicBezTo>
                  <a:lnTo>
                    <a:pt x="3270" y="635"/>
                  </a:lnTo>
                  <a:lnTo>
                    <a:pt x="2169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73"/>
            <p:cNvSpPr/>
            <p:nvPr/>
          </p:nvSpPr>
          <p:spPr>
            <a:xfrm>
              <a:off x="7169287" y="2219994"/>
              <a:ext cx="87118" cy="251917"/>
            </a:xfrm>
            <a:custGeom>
              <a:avLst/>
              <a:gdLst/>
              <a:ahLst/>
              <a:cxnLst/>
              <a:rect l="l" t="t" r="r" b="b"/>
              <a:pathLst>
                <a:path w="4338" h="12577" extrusionOk="0">
                  <a:moveTo>
                    <a:pt x="2169" y="1"/>
                  </a:moveTo>
                  <a:lnTo>
                    <a:pt x="2903" y="10142"/>
                  </a:lnTo>
                  <a:cubicBezTo>
                    <a:pt x="2950" y="10354"/>
                    <a:pt x="2880" y="10466"/>
                    <a:pt x="2741" y="10466"/>
                  </a:cubicBezTo>
                  <a:cubicBezTo>
                    <a:pt x="2683" y="10466"/>
                    <a:pt x="2614" y="10447"/>
                    <a:pt x="2536" y="10408"/>
                  </a:cubicBezTo>
                  <a:lnTo>
                    <a:pt x="468" y="9208"/>
                  </a:lnTo>
                  <a:cubicBezTo>
                    <a:pt x="388" y="9158"/>
                    <a:pt x="315" y="9135"/>
                    <a:pt x="251" y="9135"/>
                  </a:cubicBezTo>
                  <a:cubicBezTo>
                    <a:pt x="100" y="9135"/>
                    <a:pt x="1" y="9264"/>
                    <a:pt x="1" y="9474"/>
                  </a:cubicBezTo>
                  <a:lnTo>
                    <a:pt x="1" y="9641"/>
                  </a:lnTo>
                  <a:cubicBezTo>
                    <a:pt x="1" y="9975"/>
                    <a:pt x="168" y="10275"/>
                    <a:pt x="434" y="10442"/>
                  </a:cubicBezTo>
                  <a:lnTo>
                    <a:pt x="3904" y="12477"/>
                  </a:lnTo>
                  <a:cubicBezTo>
                    <a:pt x="4037" y="12543"/>
                    <a:pt x="4170" y="12577"/>
                    <a:pt x="4337" y="12577"/>
                  </a:cubicBezTo>
                  <a:lnTo>
                    <a:pt x="3270" y="635"/>
                  </a:lnTo>
                  <a:lnTo>
                    <a:pt x="2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73"/>
            <p:cNvSpPr/>
            <p:nvPr/>
          </p:nvSpPr>
          <p:spPr>
            <a:xfrm>
              <a:off x="5216545" y="3499510"/>
              <a:ext cx="693368" cy="398897"/>
            </a:xfrm>
            <a:custGeom>
              <a:avLst/>
              <a:gdLst/>
              <a:ahLst/>
              <a:cxnLst/>
              <a:rect l="l" t="t" r="r" b="b"/>
              <a:pathLst>
                <a:path w="34526" h="19915" extrusionOk="0">
                  <a:moveTo>
                    <a:pt x="16362" y="0"/>
                  </a:moveTo>
                  <a:cubicBezTo>
                    <a:pt x="16221" y="0"/>
                    <a:pt x="16079" y="33"/>
                    <a:pt x="15945" y="100"/>
                  </a:cubicBezTo>
                  <a:lnTo>
                    <a:pt x="1" y="9307"/>
                  </a:lnTo>
                  <a:lnTo>
                    <a:pt x="18414" y="19914"/>
                  </a:lnTo>
                  <a:lnTo>
                    <a:pt x="34359" y="10708"/>
                  </a:lnTo>
                  <a:cubicBezTo>
                    <a:pt x="34459" y="10674"/>
                    <a:pt x="34525" y="10574"/>
                    <a:pt x="34525" y="10474"/>
                  </a:cubicBezTo>
                  <a:lnTo>
                    <a:pt x="34525" y="10107"/>
                  </a:lnTo>
                  <a:lnTo>
                    <a:pt x="16779" y="100"/>
                  </a:lnTo>
                  <a:cubicBezTo>
                    <a:pt x="16646" y="33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73"/>
            <p:cNvSpPr/>
            <p:nvPr/>
          </p:nvSpPr>
          <p:spPr>
            <a:xfrm>
              <a:off x="5216545" y="3499510"/>
              <a:ext cx="693368" cy="398897"/>
            </a:xfrm>
            <a:custGeom>
              <a:avLst/>
              <a:gdLst/>
              <a:ahLst/>
              <a:cxnLst/>
              <a:rect l="l" t="t" r="r" b="b"/>
              <a:pathLst>
                <a:path w="34526" h="19915" extrusionOk="0">
                  <a:moveTo>
                    <a:pt x="16362" y="0"/>
                  </a:moveTo>
                  <a:cubicBezTo>
                    <a:pt x="16221" y="0"/>
                    <a:pt x="16079" y="33"/>
                    <a:pt x="15945" y="100"/>
                  </a:cubicBezTo>
                  <a:lnTo>
                    <a:pt x="1" y="9307"/>
                  </a:lnTo>
                  <a:lnTo>
                    <a:pt x="18414" y="19914"/>
                  </a:lnTo>
                  <a:lnTo>
                    <a:pt x="34359" y="10708"/>
                  </a:lnTo>
                  <a:cubicBezTo>
                    <a:pt x="34459" y="10674"/>
                    <a:pt x="34525" y="10574"/>
                    <a:pt x="34525" y="10474"/>
                  </a:cubicBezTo>
                  <a:lnTo>
                    <a:pt x="34525" y="10107"/>
                  </a:lnTo>
                  <a:lnTo>
                    <a:pt x="16779" y="100"/>
                  </a:lnTo>
                  <a:cubicBezTo>
                    <a:pt x="16646" y="33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73"/>
            <p:cNvSpPr/>
            <p:nvPr/>
          </p:nvSpPr>
          <p:spPr>
            <a:xfrm>
              <a:off x="5216545" y="3492159"/>
              <a:ext cx="694714" cy="398897"/>
            </a:xfrm>
            <a:custGeom>
              <a:avLst/>
              <a:gdLst/>
              <a:ahLst/>
              <a:cxnLst/>
              <a:rect l="l" t="t" r="r" b="b"/>
              <a:pathLst>
                <a:path w="34593" h="19915" extrusionOk="0">
                  <a:moveTo>
                    <a:pt x="16362" y="0"/>
                  </a:moveTo>
                  <a:cubicBezTo>
                    <a:pt x="16221" y="0"/>
                    <a:pt x="16079" y="33"/>
                    <a:pt x="15945" y="100"/>
                  </a:cubicBezTo>
                  <a:lnTo>
                    <a:pt x="1" y="9307"/>
                  </a:lnTo>
                  <a:lnTo>
                    <a:pt x="18414" y="19914"/>
                  </a:lnTo>
                  <a:lnTo>
                    <a:pt x="34359" y="10708"/>
                  </a:lnTo>
                  <a:cubicBezTo>
                    <a:pt x="34592" y="10574"/>
                    <a:pt x="34592" y="10374"/>
                    <a:pt x="34359" y="10241"/>
                  </a:cubicBezTo>
                  <a:lnTo>
                    <a:pt x="16779" y="100"/>
                  </a:lnTo>
                  <a:cubicBezTo>
                    <a:pt x="16646" y="33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73"/>
            <p:cNvSpPr/>
            <p:nvPr/>
          </p:nvSpPr>
          <p:spPr>
            <a:xfrm>
              <a:off x="5216545" y="3492159"/>
              <a:ext cx="694714" cy="398897"/>
            </a:xfrm>
            <a:custGeom>
              <a:avLst/>
              <a:gdLst/>
              <a:ahLst/>
              <a:cxnLst/>
              <a:rect l="l" t="t" r="r" b="b"/>
              <a:pathLst>
                <a:path w="34593" h="19915" extrusionOk="0">
                  <a:moveTo>
                    <a:pt x="16362" y="0"/>
                  </a:moveTo>
                  <a:cubicBezTo>
                    <a:pt x="16221" y="0"/>
                    <a:pt x="16079" y="33"/>
                    <a:pt x="15945" y="100"/>
                  </a:cubicBezTo>
                  <a:lnTo>
                    <a:pt x="1" y="9307"/>
                  </a:lnTo>
                  <a:lnTo>
                    <a:pt x="18414" y="19914"/>
                  </a:lnTo>
                  <a:lnTo>
                    <a:pt x="34359" y="10708"/>
                  </a:lnTo>
                  <a:cubicBezTo>
                    <a:pt x="34592" y="10574"/>
                    <a:pt x="34592" y="10374"/>
                    <a:pt x="34359" y="10241"/>
                  </a:cubicBezTo>
                  <a:lnTo>
                    <a:pt x="16779" y="100"/>
                  </a:lnTo>
                  <a:cubicBezTo>
                    <a:pt x="16646" y="33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73"/>
            <p:cNvSpPr/>
            <p:nvPr/>
          </p:nvSpPr>
          <p:spPr>
            <a:xfrm>
              <a:off x="5256068" y="3491658"/>
              <a:ext cx="645130" cy="371997"/>
            </a:xfrm>
            <a:custGeom>
              <a:avLst/>
              <a:gdLst/>
              <a:ahLst/>
              <a:cxnLst/>
              <a:rect l="l" t="t" r="r" b="b"/>
              <a:pathLst>
                <a:path w="32124" h="18572" extrusionOk="0">
                  <a:moveTo>
                    <a:pt x="13940" y="0"/>
                  </a:moveTo>
                  <a:cubicBezTo>
                    <a:pt x="13794" y="0"/>
                    <a:pt x="13644" y="42"/>
                    <a:pt x="13510" y="125"/>
                  </a:cubicBezTo>
                  <a:lnTo>
                    <a:pt x="1702" y="6930"/>
                  </a:lnTo>
                  <a:lnTo>
                    <a:pt x="1" y="5929"/>
                  </a:lnTo>
                  <a:lnTo>
                    <a:pt x="1" y="7931"/>
                  </a:lnTo>
                  <a:lnTo>
                    <a:pt x="18414" y="18572"/>
                  </a:lnTo>
                  <a:lnTo>
                    <a:pt x="31924" y="10733"/>
                  </a:lnTo>
                  <a:cubicBezTo>
                    <a:pt x="32057" y="10666"/>
                    <a:pt x="32124" y="10533"/>
                    <a:pt x="32090" y="10399"/>
                  </a:cubicBezTo>
                  <a:lnTo>
                    <a:pt x="32090" y="8565"/>
                  </a:lnTo>
                  <a:lnTo>
                    <a:pt x="30556" y="9465"/>
                  </a:lnTo>
                  <a:lnTo>
                    <a:pt x="14344" y="125"/>
                  </a:lnTo>
                  <a:cubicBezTo>
                    <a:pt x="14228" y="42"/>
                    <a:pt x="14086" y="0"/>
                    <a:pt x="1394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73"/>
            <p:cNvSpPr/>
            <p:nvPr/>
          </p:nvSpPr>
          <p:spPr>
            <a:xfrm>
              <a:off x="5256068" y="3452059"/>
              <a:ext cx="645813" cy="370835"/>
            </a:xfrm>
            <a:custGeom>
              <a:avLst/>
              <a:gdLst/>
              <a:ahLst/>
              <a:cxnLst/>
              <a:rect l="l" t="t" r="r" b="b"/>
              <a:pathLst>
                <a:path w="32158" h="18514" extrusionOk="0">
                  <a:moveTo>
                    <a:pt x="13927" y="1"/>
                  </a:moveTo>
                  <a:cubicBezTo>
                    <a:pt x="13786" y="1"/>
                    <a:pt x="13644" y="34"/>
                    <a:pt x="13510" y="101"/>
                  </a:cubicBezTo>
                  <a:lnTo>
                    <a:pt x="1" y="7906"/>
                  </a:lnTo>
                  <a:lnTo>
                    <a:pt x="18414" y="18514"/>
                  </a:lnTo>
                  <a:lnTo>
                    <a:pt x="31924" y="10708"/>
                  </a:lnTo>
                  <a:cubicBezTo>
                    <a:pt x="32157" y="10642"/>
                    <a:pt x="32157" y="10308"/>
                    <a:pt x="31924" y="10241"/>
                  </a:cubicBezTo>
                  <a:lnTo>
                    <a:pt x="14344" y="101"/>
                  </a:lnTo>
                  <a:cubicBezTo>
                    <a:pt x="14211" y="34"/>
                    <a:pt x="14069" y="1"/>
                    <a:pt x="1392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73"/>
            <p:cNvSpPr/>
            <p:nvPr/>
          </p:nvSpPr>
          <p:spPr>
            <a:xfrm>
              <a:off x="5256068" y="3610416"/>
              <a:ext cx="369799" cy="252578"/>
            </a:xfrm>
            <a:custGeom>
              <a:avLst/>
              <a:gdLst/>
              <a:ahLst/>
              <a:cxnLst/>
              <a:rect l="l" t="t" r="r" b="b"/>
              <a:pathLst>
                <a:path w="18414" h="12610" extrusionOk="0">
                  <a:moveTo>
                    <a:pt x="1" y="0"/>
                  </a:moveTo>
                  <a:lnTo>
                    <a:pt x="1" y="2002"/>
                  </a:lnTo>
                  <a:lnTo>
                    <a:pt x="18414" y="12609"/>
                  </a:lnTo>
                  <a:lnTo>
                    <a:pt x="18414" y="106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73"/>
            <p:cNvSpPr/>
            <p:nvPr/>
          </p:nvSpPr>
          <p:spPr>
            <a:xfrm>
              <a:off x="5618476" y="3801222"/>
              <a:ext cx="14761" cy="7651"/>
            </a:xfrm>
            <a:custGeom>
              <a:avLst/>
              <a:gdLst/>
              <a:ahLst/>
              <a:cxnLst/>
              <a:rect l="l" t="t" r="r" b="b"/>
              <a:pathLst>
                <a:path w="735" h="382" extrusionOk="0">
                  <a:moveTo>
                    <a:pt x="281" y="1"/>
                  </a:moveTo>
                  <a:cubicBezTo>
                    <a:pt x="212" y="1"/>
                    <a:pt x="148" y="24"/>
                    <a:pt x="101" y="48"/>
                  </a:cubicBezTo>
                  <a:cubicBezTo>
                    <a:pt x="101" y="48"/>
                    <a:pt x="101" y="81"/>
                    <a:pt x="101" y="81"/>
                  </a:cubicBezTo>
                  <a:cubicBezTo>
                    <a:pt x="1" y="148"/>
                    <a:pt x="1" y="248"/>
                    <a:pt x="134" y="315"/>
                  </a:cubicBezTo>
                  <a:cubicBezTo>
                    <a:pt x="168" y="348"/>
                    <a:pt x="234" y="348"/>
                    <a:pt x="301" y="381"/>
                  </a:cubicBezTo>
                  <a:lnTo>
                    <a:pt x="535" y="381"/>
                  </a:lnTo>
                  <a:cubicBezTo>
                    <a:pt x="568" y="381"/>
                    <a:pt x="601" y="348"/>
                    <a:pt x="601" y="348"/>
                  </a:cubicBezTo>
                  <a:cubicBezTo>
                    <a:pt x="735" y="281"/>
                    <a:pt x="735" y="148"/>
                    <a:pt x="568" y="81"/>
                  </a:cubicBezTo>
                  <a:cubicBezTo>
                    <a:pt x="501" y="48"/>
                    <a:pt x="435" y="15"/>
                    <a:pt x="368" y="15"/>
                  </a:cubicBezTo>
                  <a:cubicBezTo>
                    <a:pt x="339" y="5"/>
                    <a:pt x="309" y="1"/>
                    <a:pt x="2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73"/>
            <p:cNvSpPr/>
            <p:nvPr/>
          </p:nvSpPr>
          <p:spPr>
            <a:xfrm>
              <a:off x="5578954" y="3796034"/>
              <a:ext cx="50266" cy="62273"/>
            </a:xfrm>
            <a:custGeom>
              <a:avLst/>
              <a:gdLst/>
              <a:ahLst/>
              <a:cxnLst/>
              <a:rect l="l" t="t" r="r" b="b"/>
              <a:pathLst>
                <a:path w="2503" h="3109" extrusionOk="0">
                  <a:moveTo>
                    <a:pt x="1823" y="0"/>
                  </a:moveTo>
                  <a:cubicBezTo>
                    <a:pt x="1794" y="0"/>
                    <a:pt x="1765" y="2"/>
                    <a:pt x="1735" y="7"/>
                  </a:cubicBezTo>
                  <a:cubicBezTo>
                    <a:pt x="1535" y="7"/>
                    <a:pt x="1335" y="40"/>
                    <a:pt x="1168" y="173"/>
                  </a:cubicBezTo>
                  <a:cubicBezTo>
                    <a:pt x="501" y="607"/>
                    <a:pt x="68" y="1341"/>
                    <a:pt x="34" y="2142"/>
                  </a:cubicBezTo>
                  <a:cubicBezTo>
                    <a:pt x="1" y="2375"/>
                    <a:pt x="68" y="2609"/>
                    <a:pt x="234" y="2809"/>
                  </a:cubicBezTo>
                  <a:cubicBezTo>
                    <a:pt x="368" y="3009"/>
                    <a:pt x="601" y="3109"/>
                    <a:pt x="835" y="3109"/>
                  </a:cubicBezTo>
                  <a:cubicBezTo>
                    <a:pt x="1035" y="3109"/>
                    <a:pt x="1235" y="3042"/>
                    <a:pt x="1402" y="2942"/>
                  </a:cubicBezTo>
                  <a:cubicBezTo>
                    <a:pt x="1435" y="2909"/>
                    <a:pt x="1469" y="2875"/>
                    <a:pt x="1502" y="2875"/>
                  </a:cubicBezTo>
                  <a:lnTo>
                    <a:pt x="1268" y="2742"/>
                  </a:lnTo>
                  <a:cubicBezTo>
                    <a:pt x="1111" y="2826"/>
                    <a:pt x="963" y="2865"/>
                    <a:pt x="832" y="2865"/>
                  </a:cubicBezTo>
                  <a:cubicBezTo>
                    <a:pt x="494" y="2865"/>
                    <a:pt x="268" y="2599"/>
                    <a:pt x="268" y="2142"/>
                  </a:cubicBezTo>
                  <a:cubicBezTo>
                    <a:pt x="301" y="1408"/>
                    <a:pt x="668" y="774"/>
                    <a:pt x="1268" y="374"/>
                  </a:cubicBezTo>
                  <a:cubicBezTo>
                    <a:pt x="1397" y="282"/>
                    <a:pt x="1545" y="231"/>
                    <a:pt x="1692" y="231"/>
                  </a:cubicBezTo>
                  <a:cubicBezTo>
                    <a:pt x="1812" y="231"/>
                    <a:pt x="1930" y="265"/>
                    <a:pt x="2036" y="340"/>
                  </a:cubicBezTo>
                  <a:cubicBezTo>
                    <a:pt x="2136" y="407"/>
                    <a:pt x="2236" y="507"/>
                    <a:pt x="2269" y="640"/>
                  </a:cubicBezTo>
                  <a:lnTo>
                    <a:pt x="2503" y="640"/>
                  </a:lnTo>
                  <a:cubicBezTo>
                    <a:pt x="2469" y="507"/>
                    <a:pt x="2403" y="374"/>
                    <a:pt x="2336" y="274"/>
                  </a:cubicBezTo>
                  <a:cubicBezTo>
                    <a:pt x="2190" y="99"/>
                    <a:pt x="2019" y="0"/>
                    <a:pt x="18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73"/>
            <p:cNvSpPr/>
            <p:nvPr/>
          </p:nvSpPr>
          <p:spPr>
            <a:xfrm>
              <a:off x="5591024" y="3646490"/>
              <a:ext cx="318890" cy="162383"/>
            </a:xfrm>
            <a:custGeom>
              <a:avLst/>
              <a:gdLst/>
              <a:ahLst/>
              <a:cxnLst/>
              <a:rect l="l" t="t" r="r" b="b"/>
              <a:pathLst>
                <a:path w="15879" h="8107" extrusionOk="0">
                  <a:moveTo>
                    <a:pt x="15878" y="1"/>
                  </a:moveTo>
                  <a:lnTo>
                    <a:pt x="0" y="7740"/>
                  </a:lnTo>
                  <a:lnTo>
                    <a:pt x="0" y="8106"/>
                  </a:lnTo>
                  <a:lnTo>
                    <a:pt x="15678" y="601"/>
                  </a:lnTo>
                  <a:cubicBezTo>
                    <a:pt x="15812" y="534"/>
                    <a:pt x="15878" y="401"/>
                    <a:pt x="15878" y="234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73"/>
            <p:cNvSpPr/>
            <p:nvPr/>
          </p:nvSpPr>
          <p:spPr>
            <a:xfrm>
              <a:off x="5591024" y="3646490"/>
              <a:ext cx="318890" cy="162383"/>
            </a:xfrm>
            <a:custGeom>
              <a:avLst/>
              <a:gdLst/>
              <a:ahLst/>
              <a:cxnLst/>
              <a:rect l="l" t="t" r="r" b="b"/>
              <a:pathLst>
                <a:path w="15879" h="8107" extrusionOk="0">
                  <a:moveTo>
                    <a:pt x="15878" y="1"/>
                  </a:moveTo>
                  <a:lnTo>
                    <a:pt x="0" y="7740"/>
                  </a:lnTo>
                  <a:lnTo>
                    <a:pt x="0" y="8106"/>
                  </a:lnTo>
                  <a:lnTo>
                    <a:pt x="15678" y="601"/>
                  </a:lnTo>
                  <a:cubicBezTo>
                    <a:pt x="15812" y="534"/>
                    <a:pt x="15878" y="401"/>
                    <a:pt x="15878" y="234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73"/>
            <p:cNvSpPr/>
            <p:nvPr/>
          </p:nvSpPr>
          <p:spPr>
            <a:xfrm>
              <a:off x="5216545" y="3435354"/>
              <a:ext cx="694714" cy="368832"/>
            </a:xfrm>
            <a:custGeom>
              <a:avLst/>
              <a:gdLst/>
              <a:ahLst/>
              <a:cxnLst/>
              <a:rect l="l" t="t" r="r" b="b"/>
              <a:pathLst>
                <a:path w="34593" h="18414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7773"/>
                  </a:lnTo>
                  <a:lnTo>
                    <a:pt x="18414" y="18414"/>
                  </a:lnTo>
                  <a:lnTo>
                    <a:pt x="34359" y="10742"/>
                  </a:lnTo>
                  <a:cubicBezTo>
                    <a:pt x="34592" y="10675"/>
                    <a:pt x="34592" y="10341"/>
                    <a:pt x="34359" y="10275"/>
                  </a:cubicBez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73"/>
            <p:cNvSpPr/>
            <p:nvPr/>
          </p:nvSpPr>
          <p:spPr>
            <a:xfrm>
              <a:off x="5216545" y="3591027"/>
              <a:ext cx="369799" cy="307380"/>
            </a:xfrm>
            <a:custGeom>
              <a:avLst/>
              <a:gdLst/>
              <a:ahLst/>
              <a:cxnLst/>
              <a:rect l="l" t="t" r="r" b="b"/>
              <a:pathLst>
                <a:path w="18414" h="15346" extrusionOk="0">
                  <a:moveTo>
                    <a:pt x="1" y="1"/>
                  </a:moveTo>
                  <a:lnTo>
                    <a:pt x="1" y="4738"/>
                  </a:lnTo>
                  <a:lnTo>
                    <a:pt x="18414" y="15345"/>
                  </a:lnTo>
                  <a:lnTo>
                    <a:pt x="18414" y="10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73"/>
            <p:cNvSpPr/>
            <p:nvPr/>
          </p:nvSpPr>
          <p:spPr>
            <a:xfrm>
              <a:off x="5216545" y="3591027"/>
              <a:ext cx="369799" cy="307380"/>
            </a:xfrm>
            <a:custGeom>
              <a:avLst/>
              <a:gdLst/>
              <a:ahLst/>
              <a:cxnLst/>
              <a:rect l="l" t="t" r="r" b="b"/>
              <a:pathLst>
                <a:path w="18414" h="15346" extrusionOk="0">
                  <a:moveTo>
                    <a:pt x="1" y="1"/>
                  </a:moveTo>
                  <a:lnTo>
                    <a:pt x="1" y="4738"/>
                  </a:lnTo>
                  <a:lnTo>
                    <a:pt x="18414" y="15345"/>
                  </a:lnTo>
                  <a:lnTo>
                    <a:pt x="18414" y="10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73"/>
            <p:cNvSpPr/>
            <p:nvPr/>
          </p:nvSpPr>
          <p:spPr>
            <a:xfrm>
              <a:off x="5479144" y="3775443"/>
              <a:ext cx="50929" cy="62153"/>
            </a:xfrm>
            <a:custGeom>
              <a:avLst/>
              <a:gdLst/>
              <a:ahLst/>
              <a:cxnLst/>
              <a:rect l="l" t="t" r="r" b="b"/>
              <a:pathLst>
                <a:path w="2536" h="3103" extrusionOk="0">
                  <a:moveTo>
                    <a:pt x="801" y="1"/>
                  </a:moveTo>
                  <a:cubicBezTo>
                    <a:pt x="334" y="1"/>
                    <a:pt x="1" y="368"/>
                    <a:pt x="1" y="968"/>
                  </a:cubicBezTo>
                  <a:cubicBezTo>
                    <a:pt x="34" y="1769"/>
                    <a:pt x="468" y="2502"/>
                    <a:pt x="1135" y="2936"/>
                  </a:cubicBezTo>
                  <a:cubicBezTo>
                    <a:pt x="1302" y="3036"/>
                    <a:pt x="1502" y="3103"/>
                    <a:pt x="1702" y="3103"/>
                  </a:cubicBezTo>
                  <a:cubicBezTo>
                    <a:pt x="1935" y="3103"/>
                    <a:pt x="2169" y="3003"/>
                    <a:pt x="2302" y="2836"/>
                  </a:cubicBezTo>
                  <a:cubicBezTo>
                    <a:pt x="2436" y="2636"/>
                    <a:pt x="2536" y="2402"/>
                    <a:pt x="2502" y="2135"/>
                  </a:cubicBezTo>
                  <a:cubicBezTo>
                    <a:pt x="2469" y="1335"/>
                    <a:pt x="2035" y="601"/>
                    <a:pt x="1368" y="167"/>
                  </a:cubicBezTo>
                  <a:cubicBezTo>
                    <a:pt x="1202" y="67"/>
                    <a:pt x="1001" y="1"/>
                    <a:pt x="8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73"/>
            <p:cNvSpPr/>
            <p:nvPr/>
          </p:nvSpPr>
          <p:spPr>
            <a:xfrm>
              <a:off x="5483843" y="3779910"/>
              <a:ext cx="40868" cy="53220"/>
            </a:xfrm>
            <a:custGeom>
              <a:avLst/>
              <a:gdLst/>
              <a:ahLst/>
              <a:cxnLst/>
              <a:rect l="l" t="t" r="r" b="b"/>
              <a:pathLst>
                <a:path w="2035" h="2657" extrusionOk="0">
                  <a:moveTo>
                    <a:pt x="572" y="1"/>
                  </a:moveTo>
                  <a:cubicBezTo>
                    <a:pt x="234" y="1"/>
                    <a:pt x="0" y="273"/>
                    <a:pt x="0" y="745"/>
                  </a:cubicBezTo>
                  <a:cubicBezTo>
                    <a:pt x="34" y="1445"/>
                    <a:pt x="400" y="2113"/>
                    <a:pt x="1034" y="2513"/>
                  </a:cubicBezTo>
                  <a:cubicBezTo>
                    <a:pt x="1200" y="2610"/>
                    <a:pt x="1354" y="2656"/>
                    <a:pt x="1489" y="2656"/>
                  </a:cubicBezTo>
                  <a:cubicBezTo>
                    <a:pt x="1818" y="2656"/>
                    <a:pt x="2035" y="2385"/>
                    <a:pt x="2035" y="1912"/>
                  </a:cubicBezTo>
                  <a:cubicBezTo>
                    <a:pt x="2002" y="1212"/>
                    <a:pt x="1635" y="545"/>
                    <a:pt x="1034" y="145"/>
                  </a:cubicBezTo>
                  <a:cubicBezTo>
                    <a:pt x="869" y="47"/>
                    <a:pt x="712" y="1"/>
                    <a:pt x="57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73"/>
            <p:cNvSpPr/>
            <p:nvPr/>
          </p:nvSpPr>
          <p:spPr>
            <a:xfrm>
              <a:off x="5245364" y="3636295"/>
              <a:ext cx="205002" cy="157696"/>
            </a:xfrm>
            <a:custGeom>
              <a:avLst/>
              <a:gdLst/>
              <a:ahLst/>
              <a:cxnLst/>
              <a:rect l="l" t="t" r="r" b="b"/>
              <a:pathLst>
                <a:path w="10208" h="7873" extrusionOk="0">
                  <a:moveTo>
                    <a:pt x="618" y="1"/>
                  </a:moveTo>
                  <a:cubicBezTo>
                    <a:pt x="254" y="1"/>
                    <a:pt x="0" y="287"/>
                    <a:pt x="0" y="810"/>
                  </a:cubicBezTo>
                  <a:lnTo>
                    <a:pt x="0" y="1177"/>
                  </a:lnTo>
                  <a:cubicBezTo>
                    <a:pt x="33" y="1944"/>
                    <a:pt x="434" y="2678"/>
                    <a:pt x="1101" y="3111"/>
                  </a:cubicBezTo>
                  <a:lnTo>
                    <a:pt x="9073" y="7715"/>
                  </a:lnTo>
                  <a:cubicBezTo>
                    <a:pt x="9258" y="7822"/>
                    <a:pt x="9432" y="7872"/>
                    <a:pt x="9585" y="7872"/>
                  </a:cubicBezTo>
                  <a:cubicBezTo>
                    <a:pt x="9957" y="7872"/>
                    <a:pt x="10207" y="7577"/>
                    <a:pt x="10207" y="7081"/>
                  </a:cubicBezTo>
                  <a:lnTo>
                    <a:pt x="10207" y="6714"/>
                  </a:lnTo>
                  <a:cubicBezTo>
                    <a:pt x="10174" y="5914"/>
                    <a:pt x="9740" y="5213"/>
                    <a:pt x="9073" y="4779"/>
                  </a:cubicBezTo>
                  <a:lnTo>
                    <a:pt x="1101" y="143"/>
                  </a:lnTo>
                  <a:cubicBezTo>
                    <a:pt x="929" y="47"/>
                    <a:pt x="764" y="1"/>
                    <a:pt x="61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73"/>
            <p:cNvSpPr/>
            <p:nvPr/>
          </p:nvSpPr>
          <p:spPr>
            <a:xfrm>
              <a:off x="5586324" y="3801502"/>
              <a:ext cx="5382" cy="96905"/>
            </a:xfrm>
            <a:custGeom>
              <a:avLst/>
              <a:gdLst/>
              <a:ahLst/>
              <a:cxnLst/>
              <a:rect l="l" t="t" r="r" b="b"/>
              <a:pathLst>
                <a:path w="268" h="4838" extrusionOk="0">
                  <a:moveTo>
                    <a:pt x="268" y="1"/>
                  </a:moveTo>
                  <a:lnTo>
                    <a:pt x="1" y="134"/>
                  </a:lnTo>
                  <a:lnTo>
                    <a:pt x="1" y="4837"/>
                  </a:lnTo>
                  <a:lnTo>
                    <a:pt x="268" y="4704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73"/>
            <p:cNvSpPr/>
            <p:nvPr/>
          </p:nvSpPr>
          <p:spPr>
            <a:xfrm>
              <a:off x="5586324" y="3801502"/>
              <a:ext cx="5382" cy="96905"/>
            </a:xfrm>
            <a:custGeom>
              <a:avLst/>
              <a:gdLst/>
              <a:ahLst/>
              <a:cxnLst/>
              <a:rect l="l" t="t" r="r" b="b"/>
              <a:pathLst>
                <a:path w="268" h="4838" extrusionOk="0">
                  <a:moveTo>
                    <a:pt x="268" y="1"/>
                  </a:moveTo>
                  <a:lnTo>
                    <a:pt x="1" y="134"/>
                  </a:lnTo>
                  <a:lnTo>
                    <a:pt x="1" y="4837"/>
                  </a:lnTo>
                  <a:lnTo>
                    <a:pt x="268" y="4704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73"/>
            <p:cNvSpPr/>
            <p:nvPr/>
          </p:nvSpPr>
          <p:spPr>
            <a:xfrm>
              <a:off x="5219899" y="3406631"/>
              <a:ext cx="698710" cy="385197"/>
            </a:xfrm>
            <a:custGeom>
              <a:avLst/>
              <a:gdLst/>
              <a:ahLst/>
              <a:cxnLst/>
              <a:rect l="l" t="t" r="r" b="b"/>
              <a:pathLst>
                <a:path w="34792" h="19231" extrusionOk="0">
                  <a:moveTo>
                    <a:pt x="16379" y="0"/>
                  </a:moveTo>
                  <a:lnTo>
                    <a:pt x="201" y="8206"/>
                  </a:lnTo>
                  <a:cubicBezTo>
                    <a:pt x="101" y="8273"/>
                    <a:pt x="34" y="8373"/>
                    <a:pt x="0" y="8473"/>
                  </a:cubicBezTo>
                  <a:cubicBezTo>
                    <a:pt x="34" y="8573"/>
                    <a:pt x="101" y="8707"/>
                    <a:pt x="201" y="8740"/>
                  </a:cubicBezTo>
                  <a:lnTo>
                    <a:pt x="18247" y="19181"/>
                  </a:lnTo>
                  <a:cubicBezTo>
                    <a:pt x="18297" y="19214"/>
                    <a:pt x="18355" y="19231"/>
                    <a:pt x="18418" y="19231"/>
                  </a:cubicBezTo>
                  <a:cubicBezTo>
                    <a:pt x="18480" y="19231"/>
                    <a:pt x="18547" y="19214"/>
                    <a:pt x="18614" y="19181"/>
                  </a:cubicBezTo>
                  <a:lnTo>
                    <a:pt x="34792" y="11008"/>
                  </a:lnTo>
                  <a:lnTo>
                    <a:pt x="34792" y="10641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73"/>
            <p:cNvSpPr/>
            <p:nvPr/>
          </p:nvSpPr>
          <p:spPr>
            <a:xfrm>
              <a:off x="5219899" y="3570316"/>
              <a:ext cx="369799" cy="221191"/>
            </a:xfrm>
            <a:custGeom>
              <a:avLst/>
              <a:gdLst/>
              <a:ahLst/>
              <a:cxnLst/>
              <a:rect l="l" t="t" r="r" b="b"/>
              <a:pathLst>
                <a:path w="18414" h="11043" extrusionOk="0">
                  <a:moveTo>
                    <a:pt x="201" y="1"/>
                  </a:moveTo>
                  <a:lnTo>
                    <a:pt x="201" y="1"/>
                  </a:lnTo>
                  <a:cubicBezTo>
                    <a:pt x="171" y="11"/>
                    <a:pt x="151" y="29"/>
                    <a:pt x="139" y="50"/>
                  </a:cubicBezTo>
                  <a:lnTo>
                    <a:pt x="139" y="50"/>
                  </a:lnTo>
                  <a:cubicBezTo>
                    <a:pt x="158" y="32"/>
                    <a:pt x="178" y="16"/>
                    <a:pt x="201" y="1"/>
                  </a:cubicBezTo>
                  <a:close/>
                  <a:moveTo>
                    <a:pt x="139" y="50"/>
                  </a:moveTo>
                  <a:cubicBezTo>
                    <a:pt x="72" y="114"/>
                    <a:pt x="26" y="197"/>
                    <a:pt x="0" y="301"/>
                  </a:cubicBezTo>
                  <a:cubicBezTo>
                    <a:pt x="34" y="401"/>
                    <a:pt x="101" y="501"/>
                    <a:pt x="201" y="568"/>
                  </a:cubicBezTo>
                  <a:lnTo>
                    <a:pt x="18247" y="11009"/>
                  </a:lnTo>
                  <a:cubicBezTo>
                    <a:pt x="18314" y="11009"/>
                    <a:pt x="18347" y="11042"/>
                    <a:pt x="18414" y="11042"/>
                  </a:cubicBezTo>
                  <a:lnTo>
                    <a:pt x="18414" y="10675"/>
                  </a:lnTo>
                  <a:cubicBezTo>
                    <a:pt x="18347" y="10675"/>
                    <a:pt x="18280" y="10675"/>
                    <a:pt x="18247" y="10642"/>
                  </a:cubicBezTo>
                  <a:lnTo>
                    <a:pt x="201" y="201"/>
                  </a:lnTo>
                  <a:cubicBezTo>
                    <a:pt x="130" y="177"/>
                    <a:pt x="109" y="103"/>
                    <a:pt x="139" y="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73"/>
            <p:cNvSpPr/>
            <p:nvPr/>
          </p:nvSpPr>
          <p:spPr>
            <a:xfrm>
              <a:off x="5221907" y="3406631"/>
              <a:ext cx="696702" cy="377525"/>
            </a:xfrm>
            <a:custGeom>
              <a:avLst/>
              <a:gdLst/>
              <a:ahLst/>
              <a:cxnLst/>
              <a:rect l="l" t="t" r="r" b="b"/>
              <a:pathLst>
                <a:path w="34692" h="18848" extrusionOk="0">
                  <a:moveTo>
                    <a:pt x="16279" y="0"/>
                  </a:moveTo>
                  <a:lnTo>
                    <a:pt x="101" y="8173"/>
                  </a:lnTo>
                  <a:cubicBezTo>
                    <a:pt x="1" y="8206"/>
                    <a:pt x="1" y="8340"/>
                    <a:pt x="101" y="8373"/>
                  </a:cubicBezTo>
                  <a:lnTo>
                    <a:pt x="18147" y="18814"/>
                  </a:lnTo>
                  <a:cubicBezTo>
                    <a:pt x="18214" y="18847"/>
                    <a:pt x="18247" y="18847"/>
                    <a:pt x="18314" y="18847"/>
                  </a:cubicBezTo>
                  <a:cubicBezTo>
                    <a:pt x="18380" y="18847"/>
                    <a:pt x="18447" y="18847"/>
                    <a:pt x="18514" y="18814"/>
                  </a:cubicBezTo>
                  <a:lnTo>
                    <a:pt x="34692" y="10641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73"/>
            <p:cNvSpPr/>
            <p:nvPr/>
          </p:nvSpPr>
          <p:spPr>
            <a:xfrm>
              <a:off x="5589678" y="3619770"/>
              <a:ext cx="328931" cy="171737"/>
            </a:xfrm>
            <a:custGeom>
              <a:avLst/>
              <a:gdLst/>
              <a:ahLst/>
              <a:cxnLst/>
              <a:rect l="l" t="t" r="r" b="b"/>
              <a:pathLst>
                <a:path w="16379" h="8574" extrusionOk="0">
                  <a:moveTo>
                    <a:pt x="16379" y="0"/>
                  </a:moveTo>
                  <a:lnTo>
                    <a:pt x="201" y="8173"/>
                  </a:lnTo>
                  <a:cubicBezTo>
                    <a:pt x="134" y="8206"/>
                    <a:pt x="67" y="8206"/>
                    <a:pt x="1" y="8206"/>
                  </a:cubicBezTo>
                  <a:lnTo>
                    <a:pt x="1" y="8573"/>
                  </a:lnTo>
                  <a:cubicBezTo>
                    <a:pt x="67" y="8573"/>
                    <a:pt x="134" y="8540"/>
                    <a:pt x="201" y="8540"/>
                  </a:cubicBezTo>
                  <a:lnTo>
                    <a:pt x="16379" y="334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73"/>
            <p:cNvSpPr/>
            <p:nvPr/>
          </p:nvSpPr>
          <p:spPr>
            <a:xfrm>
              <a:off x="5543448" y="3315094"/>
              <a:ext cx="369819" cy="307360"/>
            </a:xfrm>
            <a:custGeom>
              <a:avLst/>
              <a:gdLst/>
              <a:ahLst/>
              <a:cxnLst/>
              <a:rect l="l" t="t" r="r" b="b"/>
              <a:pathLst>
                <a:path w="18415" h="15345" extrusionOk="0">
                  <a:moveTo>
                    <a:pt x="1" y="0"/>
                  </a:moveTo>
                  <a:lnTo>
                    <a:pt x="1" y="4704"/>
                  </a:lnTo>
                  <a:lnTo>
                    <a:pt x="18414" y="15345"/>
                  </a:lnTo>
                  <a:lnTo>
                    <a:pt x="18414" y="106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73"/>
            <p:cNvSpPr/>
            <p:nvPr/>
          </p:nvSpPr>
          <p:spPr>
            <a:xfrm>
              <a:off x="5543448" y="3315094"/>
              <a:ext cx="369819" cy="307360"/>
            </a:xfrm>
            <a:custGeom>
              <a:avLst/>
              <a:gdLst/>
              <a:ahLst/>
              <a:cxnLst/>
              <a:rect l="l" t="t" r="r" b="b"/>
              <a:pathLst>
                <a:path w="18415" h="15345" extrusionOk="0">
                  <a:moveTo>
                    <a:pt x="1" y="0"/>
                  </a:moveTo>
                  <a:lnTo>
                    <a:pt x="1" y="4704"/>
                  </a:lnTo>
                  <a:lnTo>
                    <a:pt x="18414" y="15345"/>
                  </a:lnTo>
                  <a:lnTo>
                    <a:pt x="18414" y="106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73"/>
            <p:cNvSpPr/>
            <p:nvPr/>
          </p:nvSpPr>
          <p:spPr>
            <a:xfrm>
              <a:off x="5219899" y="3376566"/>
              <a:ext cx="649809" cy="391887"/>
            </a:xfrm>
            <a:custGeom>
              <a:avLst/>
              <a:gdLst/>
              <a:ahLst/>
              <a:cxnLst/>
              <a:rect l="l" t="t" r="r" b="b"/>
              <a:pathLst>
                <a:path w="32357" h="19565" extrusionOk="0">
                  <a:moveTo>
                    <a:pt x="13944" y="0"/>
                  </a:moveTo>
                  <a:lnTo>
                    <a:pt x="234" y="7439"/>
                  </a:lnTo>
                  <a:cubicBezTo>
                    <a:pt x="101" y="7506"/>
                    <a:pt x="34" y="7672"/>
                    <a:pt x="0" y="7806"/>
                  </a:cubicBezTo>
                  <a:lnTo>
                    <a:pt x="0" y="8773"/>
                  </a:lnTo>
                  <a:cubicBezTo>
                    <a:pt x="34" y="8940"/>
                    <a:pt x="101" y="9073"/>
                    <a:pt x="234" y="9174"/>
                  </a:cubicBezTo>
                  <a:lnTo>
                    <a:pt x="18213" y="19514"/>
                  </a:lnTo>
                  <a:cubicBezTo>
                    <a:pt x="18280" y="19548"/>
                    <a:pt x="18355" y="19564"/>
                    <a:pt x="18430" y="19564"/>
                  </a:cubicBezTo>
                  <a:cubicBezTo>
                    <a:pt x="18505" y="19564"/>
                    <a:pt x="18580" y="19548"/>
                    <a:pt x="18647" y="19514"/>
                  </a:cubicBezTo>
                  <a:lnTo>
                    <a:pt x="32357" y="12109"/>
                  </a:lnTo>
                  <a:lnTo>
                    <a:pt x="32357" y="10641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73"/>
            <p:cNvSpPr/>
            <p:nvPr/>
          </p:nvSpPr>
          <p:spPr>
            <a:xfrm>
              <a:off x="5221907" y="3376566"/>
              <a:ext cx="647801" cy="362483"/>
            </a:xfrm>
            <a:custGeom>
              <a:avLst/>
              <a:gdLst/>
              <a:ahLst/>
              <a:cxnLst/>
              <a:rect l="l" t="t" r="r" b="b"/>
              <a:pathLst>
                <a:path w="32257" h="18097" extrusionOk="0">
                  <a:moveTo>
                    <a:pt x="13844" y="0"/>
                  </a:moveTo>
                  <a:lnTo>
                    <a:pt x="134" y="7439"/>
                  </a:lnTo>
                  <a:cubicBezTo>
                    <a:pt x="1" y="7472"/>
                    <a:pt x="1" y="7639"/>
                    <a:pt x="134" y="7672"/>
                  </a:cubicBezTo>
                  <a:lnTo>
                    <a:pt x="18113" y="18047"/>
                  </a:lnTo>
                  <a:cubicBezTo>
                    <a:pt x="18180" y="18080"/>
                    <a:pt x="18255" y="18097"/>
                    <a:pt x="18330" y="18097"/>
                  </a:cubicBezTo>
                  <a:cubicBezTo>
                    <a:pt x="18405" y="18097"/>
                    <a:pt x="18480" y="18080"/>
                    <a:pt x="18547" y="18047"/>
                  </a:cubicBezTo>
                  <a:lnTo>
                    <a:pt x="32257" y="10641"/>
                  </a:lnTo>
                  <a:lnTo>
                    <a:pt x="13844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73"/>
            <p:cNvSpPr/>
            <p:nvPr/>
          </p:nvSpPr>
          <p:spPr>
            <a:xfrm>
              <a:off x="5831512" y="3585699"/>
              <a:ext cx="15423" cy="7371"/>
            </a:xfrm>
            <a:custGeom>
              <a:avLst/>
              <a:gdLst/>
              <a:ahLst/>
              <a:cxnLst/>
              <a:rect l="l" t="t" r="r" b="b"/>
              <a:pathLst>
                <a:path w="768" h="368" extrusionOk="0">
                  <a:moveTo>
                    <a:pt x="367" y="0"/>
                  </a:moveTo>
                  <a:cubicBezTo>
                    <a:pt x="301" y="0"/>
                    <a:pt x="201" y="0"/>
                    <a:pt x="134" y="33"/>
                  </a:cubicBezTo>
                  <a:cubicBezTo>
                    <a:pt x="101" y="33"/>
                    <a:pt x="101" y="33"/>
                    <a:pt x="101" y="67"/>
                  </a:cubicBezTo>
                  <a:cubicBezTo>
                    <a:pt x="1" y="134"/>
                    <a:pt x="34" y="234"/>
                    <a:pt x="167" y="300"/>
                  </a:cubicBezTo>
                  <a:cubicBezTo>
                    <a:pt x="201" y="334"/>
                    <a:pt x="267" y="334"/>
                    <a:pt x="301" y="367"/>
                  </a:cubicBezTo>
                  <a:lnTo>
                    <a:pt x="568" y="367"/>
                  </a:lnTo>
                  <a:cubicBezTo>
                    <a:pt x="568" y="367"/>
                    <a:pt x="601" y="334"/>
                    <a:pt x="634" y="334"/>
                  </a:cubicBezTo>
                  <a:cubicBezTo>
                    <a:pt x="768" y="267"/>
                    <a:pt x="734" y="134"/>
                    <a:pt x="601" y="67"/>
                  </a:cubicBezTo>
                  <a:cubicBezTo>
                    <a:pt x="534" y="33"/>
                    <a:pt x="468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73"/>
            <p:cNvSpPr/>
            <p:nvPr/>
          </p:nvSpPr>
          <p:spPr>
            <a:xfrm>
              <a:off x="5219899" y="3526230"/>
              <a:ext cx="369799" cy="242543"/>
            </a:xfrm>
            <a:custGeom>
              <a:avLst/>
              <a:gdLst/>
              <a:ahLst/>
              <a:cxnLst/>
              <a:rect l="l" t="t" r="r" b="b"/>
              <a:pathLst>
                <a:path w="18414" h="12109" extrusionOk="0">
                  <a:moveTo>
                    <a:pt x="167" y="0"/>
                  </a:moveTo>
                  <a:lnTo>
                    <a:pt x="167" y="0"/>
                  </a:lnTo>
                  <a:cubicBezTo>
                    <a:pt x="67" y="67"/>
                    <a:pt x="34" y="200"/>
                    <a:pt x="0" y="334"/>
                  </a:cubicBezTo>
                  <a:lnTo>
                    <a:pt x="0" y="1301"/>
                  </a:lnTo>
                  <a:cubicBezTo>
                    <a:pt x="34" y="1468"/>
                    <a:pt x="101" y="1601"/>
                    <a:pt x="234" y="1702"/>
                  </a:cubicBezTo>
                  <a:lnTo>
                    <a:pt x="18213" y="12042"/>
                  </a:lnTo>
                  <a:cubicBezTo>
                    <a:pt x="18280" y="12076"/>
                    <a:pt x="18347" y="12109"/>
                    <a:pt x="18414" y="12109"/>
                  </a:cubicBezTo>
                  <a:lnTo>
                    <a:pt x="18414" y="10641"/>
                  </a:lnTo>
                  <a:cubicBezTo>
                    <a:pt x="18347" y="10641"/>
                    <a:pt x="18280" y="10608"/>
                    <a:pt x="18213" y="10575"/>
                  </a:cubicBezTo>
                  <a:lnTo>
                    <a:pt x="234" y="200"/>
                  </a:lnTo>
                  <a:cubicBezTo>
                    <a:pt x="134" y="167"/>
                    <a:pt x="134" y="67"/>
                    <a:pt x="167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73"/>
            <p:cNvSpPr/>
            <p:nvPr/>
          </p:nvSpPr>
          <p:spPr>
            <a:xfrm>
              <a:off x="5838882" y="3548744"/>
              <a:ext cx="54946" cy="85748"/>
            </a:xfrm>
            <a:custGeom>
              <a:avLst/>
              <a:gdLst/>
              <a:ahLst/>
              <a:cxnLst/>
              <a:rect l="l" t="t" r="r" b="b"/>
              <a:pathLst>
                <a:path w="2736" h="4281" extrusionOk="0">
                  <a:moveTo>
                    <a:pt x="1771" y="1"/>
                  </a:moveTo>
                  <a:cubicBezTo>
                    <a:pt x="1592" y="1"/>
                    <a:pt x="1415" y="52"/>
                    <a:pt x="1268" y="144"/>
                  </a:cubicBezTo>
                  <a:cubicBezTo>
                    <a:pt x="634" y="611"/>
                    <a:pt x="201" y="1278"/>
                    <a:pt x="0" y="2045"/>
                  </a:cubicBezTo>
                  <a:lnTo>
                    <a:pt x="334" y="2079"/>
                  </a:lnTo>
                  <a:cubicBezTo>
                    <a:pt x="467" y="1411"/>
                    <a:pt x="868" y="811"/>
                    <a:pt x="1435" y="411"/>
                  </a:cubicBezTo>
                  <a:cubicBezTo>
                    <a:pt x="1535" y="344"/>
                    <a:pt x="1702" y="311"/>
                    <a:pt x="1835" y="311"/>
                  </a:cubicBezTo>
                  <a:cubicBezTo>
                    <a:pt x="1855" y="301"/>
                    <a:pt x="1877" y="297"/>
                    <a:pt x="1901" y="297"/>
                  </a:cubicBezTo>
                  <a:cubicBezTo>
                    <a:pt x="1958" y="297"/>
                    <a:pt x="2021" y="320"/>
                    <a:pt x="2069" y="344"/>
                  </a:cubicBezTo>
                  <a:cubicBezTo>
                    <a:pt x="2335" y="611"/>
                    <a:pt x="2502" y="1011"/>
                    <a:pt x="2436" y="1411"/>
                  </a:cubicBezTo>
                  <a:cubicBezTo>
                    <a:pt x="2402" y="2379"/>
                    <a:pt x="1835" y="3480"/>
                    <a:pt x="1168" y="3880"/>
                  </a:cubicBezTo>
                  <a:cubicBezTo>
                    <a:pt x="1068" y="3955"/>
                    <a:pt x="949" y="3993"/>
                    <a:pt x="826" y="3993"/>
                  </a:cubicBezTo>
                  <a:cubicBezTo>
                    <a:pt x="784" y="3993"/>
                    <a:pt x="743" y="3988"/>
                    <a:pt x="701" y="3980"/>
                  </a:cubicBezTo>
                  <a:lnTo>
                    <a:pt x="367" y="4180"/>
                  </a:lnTo>
                  <a:cubicBezTo>
                    <a:pt x="501" y="4247"/>
                    <a:pt x="634" y="4280"/>
                    <a:pt x="768" y="4280"/>
                  </a:cubicBezTo>
                  <a:cubicBezTo>
                    <a:pt x="968" y="4280"/>
                    <a:pt x="1135" y="4213"/>
                    <a:pt x="1301" y="4113"/>
                  </a:cubicBezTo>
                  <a:cubicBezTo>
                    <a:pt x="2069" y="3713"/>
                    <a:pt x="2669" y="2479"/>
                    <a:pt x="2702" y="1411"/>
                  </a:cubicBezTo>
                  <a:cubicBezTo>
                    <a:pt x="2736" y="778"/>
                    <a:pt x="2536" y="311"/>
                    <a:pt x="2202" y="111"/>
                  </a:cubicBezTo>
                  <a:cubicBezTo>
                    <a:pt x="2067" y="35"/>
                    <a:pt x="1918" y="1"/>
                    <a:pt x="17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73"/>
            <p:cNvSpPr/>
            <p:nvPr/>
          </p:nvSpPr>
          <p:spPr>
            <a:xfrm>
              <a:off x="5219899" y="3312430"/>
              <a:ext cx="698710" cy="419268"/>
            </a:xfrm>
            <a:custGeom>
              <a:avLst/>
              <a:gdLst/>
              <a:ahLst/>
              <a:cxnLst/>
              <a:rect l="l" t="t" r="r" b="b"/>
              <a:pathLst>
                <a:path w="34792" h="20932" extrusionOk="0">
                  <a:moveTo>
                    <a:pt x="16379" y="0"/>
                  </a:moveTo>
                  <a:lnTo>
                    <a:pt x="201" y="9874"/>
                  </a:lnTo>
                  <a:cubicBezTo>
                    <a:pt x="101" y="9940"/>
                    <a:pt x="34" y="10041"/>
                    <a:pt x="0" y="10174"/>
                  </a:cubicBezTo>
                  <a:cubicBezTo>
                    <a:pt x="34" y="10274"/>
                    <a:pt x="101" y="10407"/>
                    <a:pt x="201" y="10441"/>
                  </a:cubicBezTo>
                  <a:lnTo>
                    <a:pt x="18247" y="20882"/>
                  </a:lnTo>
                  <a:cubicBezTo>
                    <a:pt x="18297" y="20915"/>
                    <a:pt x="18355" y="20932"/>
                    <a:pt x="18418" y="20932"/>
                  </a:cubicBezTo>
                  <a:cubicBezTo>
                    <a:pt x="18480" y="20932"/>
                    <a:pt x="18547" y="20915"/>
                    <a:pt x="18614" y="20882"/>
                  </a:cubicBezTo>
                  <a:lnTo>
                    <a:pt x="34792" y="11008"/>
                  </a:lnTo>
                  <a:lnTo>
                    <a:pt x="34792" y="10641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73"/>
            <p:cNvSpPr/>
            <p:nvPr/>
          </p:nvSpPr>
          <p:spPr>
            <a:xfrm>
              <a:off x="5219236" y="3510186"/>
              <a:ext cx="370462" cy="221171"/>
            </a:xfrm>
            <a:custGeom>
              <a:avLst/>
              <a:gdLst/>
              <a:ahLst/>
              <a:cxnLst/>
              <a:rect l="l" t="t" r="r" b="b"/>
              <a:pathLst>
                <a:path w="18447" h="11042" extrusionOk="0">
                  <a:moveTo>
                    <a:pt x="234" y="1"/>
                  </a:moveTo>
                  <a:lnTo>
                    <a:pt x="234" y="1"/>
                  </a:lnTo>
                  <a:cubicBezTo>
                    <a:pt x="221" y="5"/>
                    <a:pt x="211" y="10"/>
                    <a:pt x="202" y="17"/>
                  </a:cubicBezTo>
                  <a:lnTo>
                    <a:pt x="202" y="17"/>
                  </a:lnTo>
                  <a:cubicBezTo>
                    <a:pt x="212" y="11"/>
                    <a:pt x="222" y="6"/>
                    <a:pt x="234" y="1"/>
                  </a:cubicBezTo>
                  <a:close/>
                  <a:moveTo>
                    <a:pt x="202" y="17"/>
                  </a:moveTo>
                  <a:lnTo>
                    <a:pt x="202" y="17"/>
                  </a:lnTo>
                  <a:cubicBezTo>
                    <a:pt x="1" y="135"/>
                    <a:pt x="11" y="473"/>
                    <a:pt x="234" y="568"/>
                  </a:cubicBezTo>
                  <a:lnTo>
                    <a:pt x="18280" y="11009"/>
                  </a:lnTo>
                  <a:cubicBezTo>
                    <a:pt x="18347" y="11009"/>
                    <a:pt x="18380" y="11042"/>
                    <a:pt x="18447" y="11042"/>
                  </a:cubicBezTo>
                  <a:lnTo>
                    <a:pt x="18447" y="10675"/>
                  </a:lnTo>
                  <a:cubicBezTo>
                    <a:pt x="18380" y="10675"/>
                    <a:pt x="18313" y="10675"/>
                    <a:pt x="18280" y="10642"/>
                  </a:cubicBezTo>
                  <a:lnTo>
                    <a:pt x="234" y="201"/>
                  </a:lnTo>
                  <a:cubicBezTo>
                    <a:pt x="146" y="172"/>
                    <a:pt x="135" y="65"/>
                    <a:pt x="202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73"/>
            <p:cNvSpPr/>
            <p:nvPr/>
          </p:nvSpPr>
          <p:spPr>
            <a:xfrm>
              <a:off x="5221907" y="3312430"/>
              <a:ext cx="696702" cy="411596"/>
            </a:xfrm>
            <a:custGeom>
              <a:avLst/>
              <a:gdLst/>
              <a:ahLst/>
              <a:cxnLst/>
              <a:rect l="l" t="t" r="r" b="b"/>
              <a:pathLst>
                <a:path w="34692" h="20549" extrusionOk="0">
                  <a:moveTo>
                    <a:pt x="16279" y="0"/>
                  </a:moveTo>
                  <a:lnTo>
                    <a:pt x="101" y="9874"/>
                  </a:lnTo>
                  <a:cubicBezTo>
                    <a:pt x="1" y="9907"/>
                    <a:pt x="1" y="10041"/>
                    <a:pt x="101" y="10074"/>
                  </a:cubicBezTo>
                  <a:lnTo>
                    <a:pt x="18147" y="20515"/>
                  </a:lnTo>
                  <a:cubicBezTo>
                    <a:pt x="18214" y="20548"/>
                    <a:pt x="18247" y="20548"/>
                    <a:pt x="18314" y="20548"/>
                  </a:cubicBezTo>
                  <a:cubicBezTo>
                    <a:pt x="18380" y="20548"/>
                    <a:pt x="18447" y="20548"/>
                    <a:pt x="18514" y="20515"/>
                  </a:cubicBezTo>
                  <a:lnTo>
                    <a:pt x="34692" y="10608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73"/>
            <p:cNvSpPr/>
            <p:nvPr/>
          </p:nvSpPr>
          <p:spPr>
            <a:xfrm>
              <a:off x="5589678" y="3524888"/>
              <a:ext cx="328931" cy="206469"/>
            </a:xfrm>
            <a:custGeom>
              <a:avLst/>
              <a:gdLst/>
              <a:ahLst/>
              <a:cxnLst/>
              <a:rect l="l" t="t" r="r" b="b"/>
              <a:pathLst>
                <a:path w="16379" h="10308" extrusionOk="0">
                  <a:moveTo>
                    <a:pt x="16379" y="1"/>
                  </a:moveTo>
                  <a:lnTo>
                    <a:pt x="201" y="9908"/>
                  </a:lnTo>
                  <a:cubicBezTo>
                    <a:pt x="134" y="9941"/>
                    <a:pt x="67" y="9941"/>
                    <a:pt x="1" y="9941"/>
                  </a:cubicBezTo>
                  <a:lnTo>
                    <a:pt x="1" y="10308"/>
                  </a:lnTo>
                  <a:cubicBezTo>
                    <a:pt x="67" y="10308"/>
                    <a:pt x="134" y="10275"/>
                    <a:pt x="201" y="10275"/>
                  </a:cubicBezTo>
                  <a:lnTo>
                    <a:pt x="16379" y="368"/>
                  </a:lnTo>
                  <a:lnTo>
                    <a:pt x="163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73"/>
            <p:cNvSpPr/>
            <p:nvPr/>
          </p:nvSpPr>
          <p:spPr>
            <a:xfrm>
              <a:off x="5913247" y="3525549"/>
              <a:ext cx="5362" cy="96905"/>
            </a:xfrm>
            <a:custGeom>
              <a:avLst/>
              <a:gdLst/>
              <a:ahLst/>
              <a:cxnLst/>
              <a:rect l="l" t="t" r="r" b="b"/>
              <a:pathLst>
                <a:path w="267" h="4838" extrusionOk="0">
                  <a:moveTo>
                    <a:pt x="267" y="1"/>
                  </a:moveTo>
                  <a:lnTo>
                    <a:pt x="0" y="168"/>
                  </a:lnTo>
                  <a:lnTo>
                    <a:pt x="0" y="4838"/>
                  </a:lnTo>
                  <a:lnTo>
                    <a:pt x="267" y="470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73"/>
            <p:cNvSpPr/>
            <p:nvPr/>
          </p:nvSpPr>
          <p:spPr>
            <a:xfrm>
              <a:off x="5913247" y="3525549"/>
              <a:ext cx="5362" cy="96905"/>
            </a:xfrm>
            <a:custGeom>
              <a:avLst/>
              <a:gdLst/>
              <a:ahLst/>
              <a:cxnLst/>
              <a:rect l="l" t="t" r="r" b="b"/>
              <a:pathLst>
                <a:path w="267" h="4838" extrusionOk="0">
                  <a:moveTo>
                    <a:pt x="267" y="1"/>
                  </a:moveTo>
                  <a:lnTo>
                    <a:pt x="0" y="168"/>
                  </a:lnTo>
                  <a:lnTo>
                    <a:pt x="0" y="4838"/>
                  </a:lnTo>
                  <a:lnTo>
                    <a:pt x="267" y="470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73"/>
            <p:cNvSpPr/>
            <p:nvPr/>
          </p:nvSpPr>
          <p:spPr>
            <a:xfrm>
              <a:off x="5216545" y="3309085"/>
              <a:ext cx="693368" cy="398897"/>
            </a:xfrm>
            <a:custGeom>
              <a:avLst/>
              <a:gdLst/>
              <a:ahLst/>
              <a:cxnLst/>
              <a:rect l="l" t="t" r="r" b="b"/>
              <a:pathLst>
                <a:path w="34526" h="19915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9307"/>
                  </a:lnTo>
                  <a:lnTo>
                    <a:pt x="18414" y="19915"/>
                  </a:lnTo>
                  <a:lnTo>
                    <a:pt x="34359" y="10708"/>
                  </a:lnTo>
                  <a:cubicBezTo>
                    <a:pt x="34459" y="10675"/>
                    <a:pt x="34525" y="10574"/>
                    <a:pt x="34525" y="10474"/>
                  </a:cubicBezTo>
                  <a:lnTo>
                    <a:pt x="34525" y="10107"/>
                  </a:ln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73"/>
            <p:cNvSpPr/>
            <p:nvPr/>
          </p:nvSpPr>
          <p:spPr>
            <a:xfrm>
              <a:off x="5216545" y="3309085"/>
              <a:ext cx="693368" cy="398897"/>
            </a:xfrm>
            <a:custGeom>
              <a:avLst/>
              <a:gdLst/>
              <a:ahLst/>
              <a:cxnLst/>
              <a:rect l="l" t="t" r="r" b="b"/>
              <a:pathLst>
                <a:path w="34526" h="19915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9307"/>
                  </a:lnTo>
                  <a:lnTo>
                    <a:pt x="18414" y="19915"/>
                  </a:lnTo>
                  <a:lnTo>
                    <a:pt x="34359" y="10708"/>
                  </a:lnTo>
                  <a:cubicBezTo>
                    <a:pt x="34459" y="10675"/>
                    <a:pt x="34525" y="10574"/>
                    <a:pt x="34525" y="10474"/>
                  </a:cubicBezTo>
                  <a:lnTo>
                    <a:pt x="34525" y="10107"/>
                  </a:ln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73"/>
            <p:cNvSpPr/>
            <p:nvPr/>
          </p:nvSpPr>
          <p:spPr>
            <a:xfrm>
              <a:off x="5216545" y="3301734"/>
              <a:ext cx="694714" cy="399558"/>
            </a:xfrm>
            <a:custGeom>
              <a:avLst/>
              <a:gdLst/>
              <a:ahLst/>
              <a:cxnLst/>
              <a:rect l="l" t="t" r="r" b="b"/>
              <a:pathLst>
                <a:path w="34593" h="19948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9307"/>
                  </a:lnTo>
                  <a:lnTo>
                    <a:pt x="18414" y="19948"/>
                  </a:lnTo>
                  <a:lnTo>
                    <a:pt x="34359" y="10741"/>
                  </a:lnTo>
                  <a:cubicBezTo>
                    <a:pt x="34592" y="10641"/>
                    <a:pt x="34592" y="10341"/>
                    <a:pt x="34359" y="10241"/>
                  </a:cubicBez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73"/>
            <p:cNvSpPr/>
            <p:nvPr/>
          </p:nvSpPr>
          <p:spPr>
            <a:xfrm>
              <a:off x="5216545" y="3301734"/>
              <a:ext cx="694714" cy="399558"/>
            </a:xfrm>
            <a:custGeom>
              <a:avLst/>
              <a:gdLst/>
              <a:ahLst/>
              <a:cxnLst/>
              <a:rect l="l" t="t" r="r" b="b"/>
              <a:pathLst>
                <a:path w="34593" h="19948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9307"/>
                  </a:lnTo>
                  <a:lnTo>
                    <a:pt x="18414" y="19948"/>
                  </a:lnTo>
                  <a:lnTo>
                    <a:pt x="34359" y="10741"/>
                  </a:lnTo>
                  <a:cubicBezTo>
                    <a:pt x="34592" y="10641"/>
                    <a:pt x="34592" y="10341"/>
                    <a:pt x="34359" y="10241"/>
                  </a:cubicBez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73"/>
            <p:cNvSpPr/>
            <p:nvPr/>
          </p:nvSpPr>
          <p:spPr>
            <a:xfrm>
              <a:off x="5256068" y="3301734"/>
              <a:ext cx="645130" cy="370835"/>
            </a:xfrm>
            <a:custGeom>
              <a:avLst/>
              <a:gdLst/>
              <a:ahLst/>
              <a:cxnLst/>
              <a:rect l="l" t="t" r="r" b="b"/>
              <a:pathLst>
                <a:path w="32124" h="18514" extrusionOk="0">
                  <a:moveTo>
                    <a:pt x="13940" y="0"/>
                  </a:moveTo>
                  <a:cubicBezTo>
                    <a:pt x="13794" y="0"/>
                    <a:pt x="13644" y="34"/>
                    <a:pt x="13510" y="100"/>
                  </a:cubicBezTo>
                  <a:lnTo>
                    <a:pt x="1702" y="6905"/>
                  </a:lnTo>
                  <a:lnTo>
                    <a:pt x="1" y="5905"/>
                  </a:lnTo>
                  <a:lnTo>
                    <a:pt x="1" y="7906"/>
                  </a:lnTo>
                  <a:lnTo>
                    <a:pt x="18414" y="18514"/>
                  </a:lnTo>
                  <a:lnTo>
                    <a:pt x="31924" y="10708"/>
                  </a:lnTo>
                  <a:cubicBezTo>
                    <a:pt x="32057" y="10641"/>
                    <a:pt x="32124" y="10508"/>
                    <a:pt x="32090" y="10374"/>
                  </a:cubicBezTo>
                  <a:lnTo>
                    <a:pt x="32090" y="8573"/>
                  </a:lnTo>
                  <a:lnTo>
                    <a:pt x="30556" y="9474"/>
                  </a:lnTo>
                  <a:lnTo>
                    <a:pt x="14344" y="100"/>
                  </a:lnTo>
                  <a:cubicBezTo>
                    <a:pt x="14228" y="34"/>
                    <a:pt x="14086" y="0"/>
                    <a:pt x="1394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73"/>
            <p:cNvSpPr/>
            <p:nvPr/>
          </p:nvSpPr>
          <p:spPr>
            <a:xfrm>
              <a:off x="5256068" y="3261634"/>
              <a:ext cx="645813" cy="371516"/>
            </a:xfrm>
            <a:custGeom>
              <a:avLst/>
              <a:gdLst/>
              <a:ahLst/>
              <a:cxnLst/>
              <a:rect l="l" t="t" r="r" b="b"/>
              <a:pathLst>
                <a:path w="32158" h="18548" extrusionOk="0">
                  <a:moveTo>
                    <a:pt x="13927" y="1"/>
                  </a:moveTo>
                  <a:cubicBezTo>
                    <a:pt x="13786" y="1"/>
                    <a:pt x="13644" y="34"/>
                    <a:pt x="13510" y="101"/>
                  </a:cubicBezTo>
                  <a:lnTo>
                    <a:pt x="1" y="7907"/>
                  </a:lnTo>
                  <a:lnTo>
                    <a:pt x="18414" y="18547"/>
                  </a:lnTo>
                  <a:lnTo>
                    <a:pt x="31924" y="10742"/>
                  </a:lnTo>
                  <a:cubicBezTo>
                    <a:pt x="32157" y="10642"/>
                    <a:pt x="32157" y="10342"/>
                    <a:pt x="31924" y="10242"/>
                  </a:cubicBezTo>
                  <a:lnTo>
                    <a:pt x="14344" y="101"/>
                  </a:lnTo>
                  <a:cubicBezTo>
                    <a:pt x="14211" y="34"/>
                    <a:pt x="14069" y="1"/>
                    <a:pt x="1392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73"/>
            <p:cNvSpPr/>
            <p:nvPr/>
          </p:nvSpPr>
          <p:spPr>
            <a:xfrm>
              <a:off x="5256068" y="3419991"/>
              <a:ext cx="369799" cy="252578"/>
            </a:xfrm>
            <a:custGeom>
              <a:avLst/>
              <a:gdLst/>
              <a:ahLst/>
              <a:cxnLst/>
              <a:rect l="l" t="t" r="r" b="b"/>
              <a:pathLst>
                <a:path w="18414" h="12610" extrusionOk="0">
                  <a:moveTo>
                    <a:pt x="1" y="1"/>
                  </a:moveTo>
                  <a:lnTo>
                    <a:pt x="1" y="2002"/>
                  </a:lnTo>
                  <a:lnTo>
                    <a:pt x="18414" y="12610"/>
                  </a:lnTo>
                  <a:lnTo>
                    <a:pt x="18414" y="106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73"/>
            <p:cNvSpPr/>
            <p:nvPr/>
          </p:nvSpPr>
          <p:spPr>
            <a:xfrm>
              <a:off x="5618476" y="3611077"/>
              <a:ext cx="14761" cy="7872"/>
            </a:xfrm>
            <a:custGeom>
              <a:avLst/>
              <a:gdLst/>
              <a:ahLst/>
              <a:cxnLst/>
              <a:rect l="l" t="t" r="r" b="b"/>
              <a:pathLst>
                <a:path w="735" h="393" extrusionOk="0">
                  <a:moveTo>
                    <a:pt x="368" y="1"/>
                  </a:moveTo>
                  <a:cubicBezTo>
                    <a:pt x="268" y="1"/>
                    <a:pt x="168" y="1"/>
                    <a:pt x="101" y="34"/>
                  </a:cubicBezTo>
                  <a:cubicBezTo>
                    <a:pt x="1" y="134"/>
                    <a:pt x="1" y="234"/>
                    <a:pt x="134" y="301"/>
                  </a:cubicBezTo>
                  <a:cubicBezTo>
                    <a:pt x="168" y="334"/>
                    <a:pt x="234" y="368"/>
                    <a:pt x="301" y="368"/>
                  </a:cubicBezTo>
                  <a:cubicBezTo>
                    <a:pt x="335" y="384"/>
                    <a:pt x="368" y="393"/>
                    <a:pt x="405" y="393"/>
                  </a:cubicBezTo>
                  <a:cubicBezTo>
                    <a:pt x="443" y="393"/>
                    <a:pt x="485" y="384"/>
                    <a:pt x="535" y="368"/>
                  </a:cubicBezTo>
                  <a:cubicBezTo>
                    <a:pt x="568" y="368"/>
                    <a:pt x="601" y="368"/>
                    <a:pt x="601" y="334"/>
                  </a:cubicBezTo>
                  <a:cubicBezTo>
                    <a:pt x="735" y="268"/>
                    <a:pt x="735" y="134"/>
                    <a:pt x="568" y="67"/>
                  </a:cubicBezTo>
                  <a:cubicBezTo>
                    <a:pt x="501" y="34"/>
                    <a:pt x="435" y="1"/>
                    <a:pt x="3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73"/>
            <p:cNvSpPr/>
            <p:nvPr/>
          </p:nvSpPr>
          <p:spPr>
            <a:xfrm>
              <a:off x="5578954" y="3605068"/>
              <a:ext cx="50266" cy="62834"/>
            </a:xfrm>
            <a:custGeom>
              <a:avLst/>
              <a:gdLst/>
              <a:ahLst/>
              <a:cxnLst/>
              <a:rect l="l" t="t" r="r" b="b"/>
              <a:pathLst>
                <a:path w="2503" h="3137" extrusionOk="0">
                  <a:moveTo>
                    <a:pt x="1735" y="0"/>
                  </a:moveTo>
                  <a:cubicBezTo>
                    <a:pt x="1535" y="34"/>
                    <a:pt x="1335" y="67"/>
                    <a:pt x="1168" y="201"/>
                  </a:cubicBezTo>
                  <a:cubicBezTo>
                    <a:pt x="468" y="634"/>
                    <a:pt x="68" y="1368"/>
                    <a:pt x="34" y="2169"/>
                  </a:cubicBezTo>
                  <a:cubicBezTo>
                    <a:pt x="1" y="2402"/>
                    <a:pt x="101" y="2669"/>
                    <a:pt x="234" y="2836"/>
                  </a:cubicBezTo>
                  <a:cubicBezTo>
                    <a:pt x="368" y="3036"/>
                    <a:pt x="601" y="3136"/>
                    <a:pt x="835" y="3136"/>
                  </a:cubicBezTo>
                  <a:cubicBezTo>
                    <a:pt x="1035" y="3136"/>
                    <a:pt x="1235" y="3069"/>
                    <a:pt x="1402" y="2969"/>
                  </a:cubicBezTo>
                  <a:cubicBezTo>
                    <a:pt x="1435" y="2936"/>
                    <a:pt x="1469" y="2936"/>
                    <a:pt x="1502" y="2903"/>
                  </a:cubicBezTo>
                  <a:lnTo>
                    <a:pt x="1268" y="2769"/>
                  </a:lnTo>
                  <a:cubicBezTo>
                    <a:pt x="1111" y="2853"/>
                    <a:pt x="963" y="2892"/>
                    <a:pt x="832" y="2892"/>
                  </a:cubicBezTo>
                  <a:cubicBezTo>
                    <a:pt x="494" y="2892"/>
                    <a:pt x="268" y="2626"/>
                    <a:pt x="268" y="2169"/>
                  </a:cubicBezTo>
                  <a:cubicBezTo>
                    <a:pt x="301" y="1435"/>
                    <a:pt x="668" y="768"/>
                    <a:pt x="1268" y="401"/>
                  </a:cubicBezTo>
                  <a:cubicBezTo>
                    <a:pt x="1397" y="291"/>
                    <a:pt x="1546" y="241"/>
                    <a:pt x="1692" y="241"/>
                  </a:cubicBezTo>
                  <a:cubicBezTo>
                    <a:pt x="1812" y="241"/>
                    <a:pt x="1931" y="274"/>
                    <a:pt x="2036" y="334"/>
                  </a:cubicBezTo>
                  <a:cubicBezTo>
                    <a:pt x="2169" y="401"/>
                    <a:pt x="2236" y="534"/>
                    <a:pt x="2269" y="668"/>
                  </a:cubicBezTo>
                  <a:lnTo>
                    <a:pt x="2503" y="668"/>
                  </a:lnTo>
                  <a:cubicBezTo>
                    <a:pt x="2469" y="534"/>
                    <a:pt x="2403" y="401"/>
                    <a:pt x="2336" y="301"/>
                  </a:cubicBezTo>
                  <a:cubicBezTo>
                    <a:pt x="2169" y="101"/>
                    <a:pt x="1969" y="0"/>
                    <a:pt x="17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73"/>
            <p:cNvSpPr/>
            <p:nvPr/>
          </p:nvSpPr>
          <p:spPr>
            <a:xfrm>
              <a:off x="5591024" y="3455404"/>
              <a:ext cx="318890" cy="163044"/>
            </a:xfrm>
            <a:custGeom>
              <a:avLst/>
              <a:gdLst/>
              <a:ahLst/>
              <a:cxnLst/>
              <a:rect l="l" t="t" r="r" b="b"/>
              <a:pathLst>
                <a:path w="15879" h="8140" extrusionOk="0">
                  <a:moveTo>
                    <a:pt x="15878" y="0"/>
                  </a:moveTo>
                  <a:lnTo>
                    <a:pt x="0" y="7773"/>
                  </a:lnTo>
                  <a:lnTo>
                    <a:pt x="0" y="8140"/>
                  </a:lnTo>
                  <a:lnTo>
                    <a:pt x="15678" y="634"/>
                  </a:lnTo>
                  <a:cubicBezTo>
                    <a:pt x="15812" y="534"/>
                    <a:pt x="15878" y="401"/>
                    <a:pt x="15878" y="267"/>
                  </a:cubicBezTo>
                  <a:lnTo>
                    <a:pt x="15878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73"/>
            <p:cNvSpPr/>
            <p:nvPr/>
          </p:nvSpPr>
          <p:spPr>
            <a:xfrm>
              <a:off x="5591024" y="3455404"/>
              <a:ext cx="318890" cy="163044"/>
            </a:xfrm>
            <a:custGeom>
              <a:avLst/>
              <a:gdLst/>
              <a:ahLst/>
              <a:cxnLst/>
              <a:rect l="l" t="t" r="r" b="b"/>
              <a:pathLst>
                <a:path w="15879" h="8140" extrusionOk="0">
                  <a:moveTo>
                    <a:pt x="15878" y="0"/>
                  </a:moveTo>
                  <a:lnTo>
                    <a:pt x="0" y="7773"/>
                  </a:lnTo>
                  <a:lnTo>
                    <a:pt x="0" y="8140"/>
                  </a:lnTo>
                  <a:lnTo>
                    <a:pt x="15678" y="634"/>
                  </a:lnTo>
                  <a:cubicBezTo>
                    <a:pt x="15812" y="534"/>
                    <a:pt x="15878" y="401"/>
                    <a:pt x="15878" y="267"/>
                  </a:cubicBezTo>
                  <a:lnTo>
                    <a:pt x="158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73"/>
            <p:cNvSpPr/>
            <p:nvPr/>
          </p:nvSpPr>
          <p:spPr>
            <a:xfrm>
              <a:off x="5216545" y="3245610"/>
              <a:ext cx="694714" cy="368171"/>
            </a:xfrm>
            <a:custGeom>
              <a:avLst/>
              <a:gdLst/>
              <a:ahLst/>
              <a:cxnLst/>
              <a:rect l="l" t="t" r="r" b="b"/>
              <a:pathLst>
                <a:path w="34593" h="18381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7739"/>
                  </a:lnTo>
                  <a:lnTo>
                    <a:pt x="18414" y="18380"/>
                  </a:lnTo>
                  <a:lnTo>
                    <a:pt x="34359" y="10708"/>
                  </a:lnTo>
                  <a:cubicBezTo>
                    <a:pt x="34592" y="10575"/>
                    <a:pt x="34592" y="10374"/>
                    <a:pt x="34359" y="10241"/>
                  </a:cubicBez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73"/>
            <p:cNvSpPr/>
            <p:nvPr/>
          </p:nvSpPr>
          <p:spPr>
            <a:xfrm>
              <a:off x="5216545" y="3400622"/>
              <a:ext cx="369799" cy="307360"/>
            </a:xfrm>
            <a:custGeom>
              <a:avLst/>
              <a:gdLst/>
              <a:ahLst/>
              <a:cxnLst/>
              <a:rect l="l" t="t" r="r" b="b"/>
              <a:pathLst>
                <a:path w="18414" h="15345" extrusionOk="0">
                  <a:moveTo>
                    <a:pt x="1" y="0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4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73"/>
            <p:cNvSpPr/>
            <p:nvPr/>
          </p:nvSpPr>
          <p:spPr>
            <a:xfrm>
              <a:off x="5216545" y="3400622"/>
              <a:ext cx="369799" cy="307360"/>
            </a:xfrm>
            <a:custGeom>
              <a:avLst/>
              <a:gdLst/>
              <a:ahLst/>
              <a:cxnLst/>
              <a:rect l="l" t="t" r="r" b="b"/>
              <a:pathLst>
                <a:path w="18414" h="15345" extrusionOk="0">
                  <a:moveTo>
                    <a:pt x="1" y="0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4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73"/>
            <p:cNvSpPr/>
            <p:nvPr/>
          </p:nvSpPr>
          <p:spPr>
            <a:xfrm>
              <a:off x="5479144" y="3585018"/>
              <a:ext cx="50929" cy="62153"/>
            </a:xfrm>
            <a:custGeom>
              <a:avLst/>
              <a:gdLst/>
              <a:ahLst/>
              <a:cxnLst/>
              <a:rect l="l" t="t" r="r" b="b"/>
              <a:pathLst>
                <a:path w="2536" h="3103" extrusionOk="0">
                  <a:moveTo>
                    <a:pt x="801" y="1"/>
                  </a:moveTo>
                  <a:cubicBezTo>
                    <a:pt x="334" y="1"/>
                    <a:pt x="1" y="368"/>
                    <a:pt x="1" y="968"/>
                  </a:cubicBezTo>
                  <a:cubicBezTo>
                    <a:pt x="34" y="1769"/>
                    <a:pt x="468" y="2503"/>
                    <a:pt x="1135" y="2936"/>
                  </a:cubicBezTo>
                  <a:cubicBezTo>
                    <a:pt x="1302" y="3036"/>
                    <a:pt x="1502" y="3103"/>
                    <a:pt x="1702" y="3103"/>
                  </a:cubicBezTo>
                  <a:cubicBezTo>
                    <a:pt x="1935" y="3103"/>
                    <a:pt x="2169" y="3003"/>
                    <a:pt x="2302" y="2836"/>
                  </a:cubicBezTo>
                  <a:cubicBezTo>
                    <a:pt x="2436" y="2636"/>
                    <a:pt x="2536" y="2402"/>
                    <a:pt x="2502" y="2136"/>
                  </a:cubicBezTo>
                  <a:cubicBezTo>
                    <a:pt x="2469" y="1335"/>
                    <a:pt x="2035" y="601"/>
                    <a:pt x="1368" y="168"/>
                  </a:cubicBezTo>
                  <a:cubicBezTo>
                    <a:pt x="1202" y="67"/>
                    <a:pt x="1001" y="1"/>
                    <a:pt x="8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73"/>
            <p:cNvSpPr/>
            <p:nvPr/>
          </p:nvSpPr>
          <p:spPr>
            <a:xfrm>
              <a:off x="5483843" y="3589906"/>
              <a:ext cx="40868" cy="52799"/>
            </a:xfrm>
            <a:custGeom>
              <a:avLst/>
              <a:gdLst/>
              <a:ahLst/>
              <a:cxnLst/>
              <a:rect l="l" t="t" r="r" b="b"/>
              <a:pathLst>
                <a:path w="2035" h="2636" extrusionOk="0">
                  <a:moveTo>
                    <a:pt x="592" y="1"/>
                  </a:moveTo>
                  <a:cubicBezTo>
                    <a:pt x="243" y="1"/>
                    <a:pt x="0" y="267"/>
                    <a:pt x="0" y="724"/>
                  </a:cubicBezTo>
                  <a:cubicBezTo>
                    <a:pt x="34" y="1458"/>
                    <a:pt x="434" y="2092"/>
                    <a:pt x="1034" y="2492"/>
                  </a:cubicBezTo>
                  <a:cubicBezTo>
                    <a:pt x="1200" y="2589"/>
                    <a:pt x="1354" y="2636"/>
                    <a:pt x="1489" y="2636"/>
                  </a:cubicBezTo>
                  <a:cubicBezTo>
                    <a:pt x="1818" y="2636"/>
                    <a:pt x="2035" y="2364"/>
                    <a:pt x="2035" y="1892"/>
                  </a:cubicBezTo>
                  <a:cubicBezTo>
                    <a:pt x="2002" y="1191"/>
                    <a:pt x="1635" y="524"/>
                    <a:pt x="1034" y="124"/>
                  </a:cubicBezTo>
                  <a:cubicBezTo>
                    <a:pt x="876" y="40"/>
                    <a:pt x="726" y="1"/>
                    <a:pt x="59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73"/>
            <p:cNvSpPr/>
            <p:nvPr/>
          </p:nvSpPr>
          <p:spPr>
            <a:xfrm>
              <a:off x="5245364" y="3446250"/>
              <a:ext cx="205002" cy="157436"/>
            </a:xfrm>
            <a:custGeom>
              <a:avLst/>
              <a:gdLst/>
              <a:ahLst/>
              <a:cxnLst/>
              <a:rect l="l" t="t" r="r" b="b"/>
              <a:pathLst>
                <a:path w="10208" h="7860" extrusionOk="0">
                  <a:moveTo>
                    <a:pt x="614" y="1"/>
                  </a:moveTo>
                  <a:cubicBezTo>
                    <a:pt x="252" y="1"/>
                    <a:pt x="0" y="303"/>
                    <a:pt x="0" y="824"/>
                  </a:cubicBezTo>
                  <a:lnTo>
                    <a:pt x="0" y="1191"/>
                  </a:lnTo>
                  <a:cubicBezTo>
                    <a:pt x="33" y="1959"/>
                    <a:pt x="434" y="2692"/>
                    <a:pt x="1101" y="3126"/>
                  </a:cubicBezTo>
                  <a:lnTo>
                    <a:pt x="9073" y="7696"/>
                  </a:lnTo>
                  <a:cubicBezTo>
                    <a:pt x="9264" y="7807"/>
                    <a:pt x="9443" y="7860"/>
                    <a:pt x="9600" y="7860"/>
                  </a:cubicBezTo>
                  <a:cubicBezTo>
                    <a:pt x="9963" y="7860"/>
                    <a:pt x="10207" y="7575"/>
                    <a:pt x="10207" y="7062"/>
                  </a:cubicBezTo>
                  <a:lnTo>
                    <a:pt x="10207" y="6695"/>
                  </a:lnTo>
                  <a:cubicBezTo>
                    <a:pt x="10174" y="5895"/>
                    <a:pt x="9740" y="5194"/>
                    <a:pt x="9073" y="4761"/>
                  </a:cubicBezTo>
                  <a:lnTo>
                    <a:pt x="1101" y="157"/>
                  </a:lnTo>
                  <a:cubicBezTo>
                    <a:pt x="927" y="51"/>
                    <a:pt x="761" y="1"/>
                    <a:pt x="61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73"/>
            <p:cNvSpPr/>
            <p:nvPr/>
          </p:nvSpPr>
          <p:spPr>
            <a:xfrm>
              <a:off x="5586324" y="3611077"/>
              <a:ext cx="5382" cy="96905"/>
            </a:xfrm>
            <a:custGeom>
              <a:avLst/>
              <a:gdLst/>
              <a:ahLst/>
              <a:cxnLst/>
              <a:rect l="l" t="t" r="r" b="b"/>
              <a:pathLst>
                <a:path w="268" h="4838" extrusionOk="0">
                  <a:moveTo>
                    <a:pt x="268" y="1"/>
                  </a:moveTo>
                  <a:lnTo>
                    <a:pt x="1" y="134"/>
                  </a:lnTo>
                  <a:lnTo>
                    <a:pt x="1" y="4838"/>
                  </a:lnTo>
                  <a:lnTo>
                    <a:pt x="268" y="4704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73"/>
            <p:cNvSpPr/>
            <p:nvPr/>
          </p:nvSpPr>
          <p:spPr>
            <a:xfrm>
              <a:off x="5586324" y="3611077"/>
              <a:ext cx="5382" cy="96905"/>
            </a:xfrm>
            <a:custGeom>
              <a:avLst/>
              <a:gdLst/>
              <a:ahLst/>
              <a:cxnLst/>
              <a:rect l="l" t="t" r="r" b="b"/>
              <a:pathLst>
                <a:path w="268" h="4838" extrusionOk="0">
                  <a:moveTo>
                    <a:pt x="268" y="1"/>
                  </a:moveTo>
                  <a:lnTo>
                    <a:pt x="1" y="134"/>
                  </a:lnTo>
                  <a:lnTo>
                    <a:pt x="1" y="4838"/>
                  </a:lnTo>
                  <a:lnTo>
                    <a:pt x="268" y="4704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73"/>
            <p:cNvSpPr/>
            <p:nvPr/>
          </p:nvSpPr>
          <p:spPr>
            <a:xfrm>
              <a:off x="5219899" y="3210858"/>
              <a:ext cx="698710" cy="384716"/>
            </a:xfrm>
            <a:custGeom>
              <a:avLst/>
              <a:gdLst/>
              <a:ahLst/>
              <a:cxnLst/>
              <a:rect l="l" t="t" r="r" b="b"/>
              <a:pathLst>
                <a:path w="34792" h="19207" extrusionOk="0">
                  <a:moveTo>
                    <a:pt x="16379" y="1"/>
                  </a:moveTo>
                  <a:lnTo>
                    <a:pt x="201" y="8173"/>
                  </a:lnTo>
                  <a:cubicBezTo>
                    <a:pt x="101" y="8240"/>
                    <a:pt x="34" y="8340"/>
                    <a:pt x="0" y="8473"/>
                  </a:cubicBezTo>
                  <a:cubicBezTo>
                    <a:pt x="34" y="8574"/>
                    <a:pt x="101" y="8674"/>
                    <a:pt x="201" y="8740"/>
                  </a:cubicBezTo>
                  <a:lnTo>
                    <a:pt x="18247" y="19181"/>
                  </a:lnTo>
                  <a:cubicBezTo>
                    <a:pt x="18297" y="19198"/>
                    <a:pt x="18355" y="19206"/>
                    <a:pt x="18418" y="19206"/>
                  </a:cubicBezTo>
                  <a:cubicBezTo>
                    <a:pt x="18480" y="19206"/>
                    <a:pt x="18547" y="19198"/>
                    <a:pt x="18614" y="19181"/>
                  </a:cubicBezTo>
                  <a:lnTo>
                    <a:pt x="34792" y="10975"/>
                  </a:lnTo>
                  <a:lnTo>
                    <a:pt x="34792" y="10608"/>
                  </a:lnTo>
                  <a:lnTo>
                    <a:pt x="16379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73"/>
            <p:cNvSpPr/>
            <p:nvPr/>
          </p:nvSpPr>
          <p:spPr>
            <a:xfrm>
              <a:off x="5219236" y="3374563"/>
              <a:ext cx="370462" cy="220510"/>
            </a:xfrm>
            <a:custGeom>
              <a:avLst/>
              <a:gdLst/>
              <a:ahLst/>
              <a:cxnLst/>
              <a:rect l="l" t="t" r="r" b="b"/>
              <a:pathLst>
                <a:path w="18447" h="11009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22" y="4"/>
                    <a:pt x="212" y="9"/>
                    <a:pt x="203" y="15"/>
                  </a:cubicBezTo>
                  <a:lnTo>
                    <a:pt x="203" y="15"/>
                  </a:lnTo>
                  <a:cubicBezTo>
                    <a:pt x="213" y="10"/>
                    <a:pt x="223" y="5"/>
                    <a:pt x="234" y="0"/>
                  </a:cubicBezTo>
                  <a:close/>
                  <a:moveTo>
                    <a:pt x="203" y="15"/>
                  </a:moveTo>
                  <a:lnTo>
                    <a:pt x="203" y="15"/>
                  </a:lnTo>
                  <a:cubicBezTo>
                    <a:pt x="1" y="130"/>
                    <a:pt x="11" y="440"/>
                    <a:pt x="234" y="567"/>
                  </a:cubicBezTo>
                  <a:lnTo>
                    <a:pt x="18280" y="10975"/>
                  </a:lnTo>
                  <a:cubicBezTo>
                    <a:pt x="18347" y="11008"/>
                    <a:pt x="18380" y="11008"/>
                    <a:pt x="18447" y="11008"/>
                  </a:cubicBezTo>
                  <a:lnTo>
                    <a:pt x="18447" y="10675"/>
                  </a:lnTo>
                  <a:cubicBezTo>
                    <a:pt x="18380" y="10675"/>
                    <a:pt x="18347" y="10641"/>
                    <a:pt x="18280" y="10608"/>
                  </a:cubicBezTo>
                  <a:lnTo>
                    <a:pt x="234" y="200"/>
                  </a:lnTo>
                  <a:cubicBezTo>
                    <a:pt x="145" y="171"/>
                    <a:pt x="135" y="63"/>
                    <a:pt x="203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73"/>
            <p:cNvSpPr/>
            <p:nvPr/>
          </p:nvSpPr>
          <p:spPr>
            <a:xfrm>
              <a:off x="5221907" y="3210858"/>
              <a:ext cx="696702" cy="377525"/>
            </a:xfrm>
            <a:custGeom>
              <a:avLst/>
              <a:gdLst/>
              <a:ahLst/>
              <a:cxnLst/>
              <a:rect l="l" t="t" r="r" b="b"/>
              <a:pathLst>
                <a:path w="34692" h="18848" extrusionOk="0">
                  <a:moveTo>
                    <a:pt x="16279" y="1"/>
                  </a:moveTo>
                  <a:lnTo>
                    <a:pt x="101" y="8173"/>
                  </a:lnTo>
                  <a:cubicBezTo>
                    <a:pt x="1" y="8207"/>
                    <a:pt x="1" y="8340"/>
                    <a:pt x="101" y="8407"/>
                  </a:cubicBezTo>
                  <a:lnTo>
                    <a:pt x="18147" y="18814"/>
                  </a:lnTo>
                  <a:cubicBezTo>
                    <a:pt x="18214" y="18848"/>
                    <a:pt x="18247" y="18848"/>
                    <a:pt x="18314" y="18848"/>
                  </a:cubicBezTo>
                  <a:cubicBezTo>
                    <a:pt x="18380" y="18848"/>
                    <a:pt x="18447" y="18848"/>
                    <a:pt x="18514" y="18814"/>
                  </a:cubicBezTo>
                  <a:lnTo>
                    <a:pt x="34692" y="10608"/>
                  </a:lnTo>
                  <a:lnTo>
                    <a:pt x="162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73"/>
            <p:cNvSpPr/>
            <p:nvPr/>
          </p:nvSpPr>
          <p:spPr>
            <a:xfrm>
              <a:off x="5589678" y="3423336"/>
              <a:ext cx="328931" cy="171737"/>
            </a:xfrm>
            <a:custGeom>
              <a:avLst/>
              <a:gdLst/>
              <a:ahLst/>
              <a:cxnLst/>
              <a:rect l="l" t="t" r="r" b="b"/>
              <a:pathLst>
                <a:path w="16379" h="8574" extrusionOk="0">
                  <a:moveTo>
                    <a:pt x="16379" y="0"/>
                  </a:moveTo>
                  <a:lnTo>
                    <a:pt x="201" y="8173"/>
                  </a:lnTo>
                  <a:cubicBezTo>
                    <a:pt x="134" y="8206"/>
                    <a:pt x="67" y="8240"/>
                    <a:pt x="1" y="8240"/>
                  </a:cubicBezTo>
                  <a:lnTo>
                    <a:pt x="1" y="8573"/>
                  </a:lnTo>
                  <a:cubicBezTo>
                    <a:pt x="67" y="8573"/>
                    <a:pt x="134" y="8573"/>
                    <a:pt x="201" y="8540"/>
                  </a:cubicBezTo>
                  <a:lnTo>
                    <a:pt x="16379" y="367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73"/>
            <p:cNvSpPr/>
            <p:nvPr/>
          </p:nvSpPr>
          <p:spPr>
            <a:xfrm>
              <a:off x="5543448" y="3118660"/>
              <a:ext cx="369819" cy="307360"/>
            </a:xfrm>
            <a:custGeom>
              <a:avLst/>
              <a:gdLst/>
              <a:ahLst/>
              <a:cxnLst/>
              <a:rect l="l" t="t" r="r" b="b"/>
              <a:pathLst>
                <a:path w="18415" h="15345" extrusionOk="0">
                  <a:moveTo>
                    <a:pt x="1" y="0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73"/>
            <p:cNvSpPr/>
            <p:nvPr/>
          </p:nvSpPr>
          <p:spPr>
            <a:xfrm>
              <a:off x="5543448" y="3118660"/>
              <a:ext cx="369819" cy="307360"/>
            </a:xfrm>
            <a:custGeom>
              <a:avLst/>
              <a:gdLst/>
              <a:ahLst/>
              <a:cxnLst/>
              <a:rect l="l" t="t" r="r" b="b"/>
              <a:pathLst>
                <a:path w="18415" h="15345" extrusionOk="0">
                  <a:moveTo>
                    <a:pt x="1" y="0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73"/>
            <p:cNvSpPr/>
            <p:nvPr/>
          </p:nvSpPr>
          <p:spPr>
            <a:xfrm>
              <a:off x="5219899" y="3180793"/>
              <a:ext cx="649809" cy="391887"/>
            </a:xfrm>
            <a:custGeom>
              <a:avLst/>
              <a:gdLst/>
              <a:ahLst/>
              <a:cxnLst/>
              <a:rect l="l" t="t" r="r" b="b"/>
              <a:pathLst>
                <a:path w="32357" h="19565" extrusionOk="0">
                  <a:moveTo>
                    <a:pt x="13944" y="1"/>
                  </a:moveTo>
                  <a:lnTo>
                    <a:pt x="234" y="7406"/>
                  </a:lnTo>
                  <a:cubicBezTo>
                    <a:pt x="101" y="7506"/>
                    <a:pt x="34" y="7639"/>
                    <a:pt x="0" y="7806"/>
                  </a:cubicBezTo>
                  <a:lnTo>
                    <a:pt x="0" y="8774"/>
                  </a:lnTo>
                  <a:cubicBezTo>
                    <a:pt x="34" y="8907"/>
                    <a:pt x="101" y="9074"/>
                    <a:pt x="234" y="9141"/>
                  </a:cubicBezTo>
                  <a:lnTo>
                    <a:pt x="18213" y="19515"/>
                  </a:lnTo>
                  <a:cubicBezTo>
                    <a:pt x="18280" y="19548"/>
                    <a:pt x="18355" y="19565"/>
                    <a:pt x="18430" y="19565"/>
                  </a:cubicBezTo>
                  <a:cubicBezTo>
                    <a:pt x="18505" y="19565"/>
                    <a:pt x="18580" y="19548"/>
                    <a:pt x="18647" y="19515"/>
                  </a:cubicBezTo>
                  <a:lnTo>
                    <a:pt x="32357" y="12109"/>
                  </a:lnTo>
                  <a:lnTo>
                    <a:pt x="32357" y="10608"/>
                  </a:lnTo>
                  <a:lnTo>
                    <a:pt x="1394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73"/>
            <p:cNvSpPr/>
            <p:nvPr/>
          </p:nvSpPr>
          <p:spPr>
            <a:xfrm>
              <a:off x="5221907" y="3180793"/>
              <a:ext cx="647801" cy="362483"/>
            </a:xfrm>
            <a:custGeom>
              <a:avLst/>
              <a:gdLst/>
              <a:ahLst/>
              <a:cxnLst/>
              <a:rect l="l" t="t" r="r" b="b"/>
              <a:pathLst>
                <a:path w="32257" h="18097" extrusionOk="0">
                  <a:moveTo>
                    <a:pt x="13844" y="1"/>
                  </a:moveTo>
                  <a:lnTo>
                    <a:pt x="134" y="7406"/>
                  </a:lnTo>
                  <a:cubicBezTo>
                    <a:pt x="1" y="7473"/>
                    <a:pt x="1" y="7639"/>
                    <a:pt x="134" y="7673"/>
                  </a:cubicBezTo>
                  <a:lnTo>
                    <a:pt x="18113" y="18047"/>
                  </a:lnTo>
                  <a:cubicBezTo>
                    <a:pt x="18180" y="18080"/>
                    <a:pt x="18255" y="18097"/>
                    <a:pt x="18330" y="18097"/>
                  </a:cubicBezTo>
                  <a:cubicBezTo>
                    <a:pt x="18405" y="18097"/>
                    <a:pt x="18480" y="18080"/>
                    <a:pt x="18547" y="18047"/>
                  </a:cubicBezTo>
                  <a:lnTo>
                    <a:pt x="32257" y="10608"/>
                  </a:lnTo>
                  <a:lnTo>
                    <a:pt x="13844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73"/>
            <p:cNvSpPr/>
            <p:nvPr/>
          </p:nvSpPr>
          <p:spPr>
            <a:xfrm>
              <a:off x="5831512" y="3389265"/>
              <a:ext cx="15423" cy="7872"/>
            </a:xfrm>
            <a:custGeom>
              <a:avLst/>
              <a:gdLst/>
              <a:ahLst/>
              <a:cxnLst/>
              <a:rect l="l" t="t" r="r" b="b"/>
              <a:pathLst>
                <a:path w="768" h="393" extrusionOk="0">
                  <a:moveTo>
                    <a:pt x="367" y="0"/>
                  </a:moveTo>
                  <a:cubicBezTo>
                    <a:pt x="301" y="0"/>
                    <a:pt x="201" y="0"/>
                    <a:pt x="134" y="67"/>
                  </a:cubicBezTo>
                  <a:cubicBezTo>
                    <a:pt x="134" y="50"/>
                    <a:pt x="126" y="42"/>
                    <a:pt x="117" y="42"/>
                  </a:cubicBezTo>
                  <a:cubicBezTo>
                    <a:pt x="109" y="42"/>
                    <a:pt x="101" y="50"/>
                    <a:pt x="101" y="67"/>
                  </a:cubicBezTo>
                  <a:cubicBezTo>
                    <a:pt x="1" y="134"/>
                    <a:pt x="34" y="267"/>
                    <a:pt x="167" y="334"/>
                  </a:cubicBezTo>
                  <a:cubicBezTo>
                    <a:pt x="201" y="334"/>
                    <a:pt x="267" y="367"/>
                    <a:pt x="301" y="367"/>
                  </a:cubicBezTo>
                  <a:cubicBezTo>
                    <a:pt x="351" y="384"/>
                    <a:pt x="392" y="392"/>
                    <a:pt x="434" y="392"/>
                  </a:cubicBezTo>
                  <a:cubicBezTo>
                    <a:pt x="476" y="392"/>
                    <a:pt x="518" y="384"/>
                    <a:pt x="568" y="367"/>
                  </a:cubicBezTo>
                  <a:cubicBezTo>
                    <a:pt x="568" y="367"/>
                    <a:pt x="601" y="367"/>
                    <a:pt x="634" y="334"/>
                  </a:cubicBezTo>
                  <a:cubicBezTo>
                    <a:pt x="768" y="267"/>
                    <a:pt x="734" y="167"/>
                    <a:pt x="601" y="67"/>
                  </a:cubicBezTo>
                  <a:cubicBezTo>
                    <a:pt x="534" y="33"/>
                    <a:pt x="468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73"/>
            <p:cNvSpPr/>
            <p:nvPr/>
          </p:nvSpPr>
          <p:spPr>
            <a:xfrm>
              <a:off x="5219899" y="3330457"/>
              <a:ext cx="369799" cy="242563"/>
            </a:xfrm>
            <a:custGeom>
              <a:avLst/>
              <a:gdLst/>
              <a:ahLst/>
              <a:cxnLst/>
              <a:rect l="l" t="t" r="r" b="b"/>
              <a:pathLst>
                <a:path w="18414" h="12110" extrusionOk="0">
                  <a:moveTo>
                    <a:pt x="167" y="1"/>
                  </a:moveTo>
                  <a:lnTo>
                    <a:pt x="167" y="1"/>
                  </a:lnTo>
                  <a:cubicBezTo>
                    <a:pt x="67" y="67"/>
                    <a:pt x="34" y="201"/>
                    <a:pt x="0" y="334"/>
                  </a:cubicBezTo>
                  <a:lnTo>
                    <a:pt x="0" y="1302"/>
                  </a:lnTo>
                  <a:cubicBezTo>
                    <a:pt x="34" y="1435"/>
                    <a:pt x="101" y="1602"/>
                    <a:pt x="234" y="1669"/>
                  </a:cubicBezTo>
                  <a:lnTo>
                    <a:pt x="18213" y="12043"/>
                  </a:lnTo>
                  <a:cubicBezTo>
                    <a:pt x="18280" y="12076"/>
                    <a:pt x="18347" y="12109"/>
                    <a:pt x="18414" y="12109"/>
                  </a:cubicBezTo>
                  <a:lnTo>
                    <a:pt x="18414" y="10608"/>
                  </a:lnTo>
                  <a:cubicBezTo>
                    <a:pt x="18347" y="10608"/>
                    <a:pt x="18280" y="10608"/>
                    <a:pt x="18180" y="10575"/>
                  </a:cubicBezTo>
                  <a:lnTo>
                    <a:pt x="234" y="201"/>
                  </a:lnTo>
                  <a:cubicBezTo>
                    <a:pt x="134" y="134"/>
                    <a:pt x="134" y="67"/>
                    <a:pt x="167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73"/>
            <p:cNvSpPr/>
            <p:nvPr/>
          </p:nvSpPr>
          <p:spPr>
            <a:xfrm>
              <a:off x="5838882" y="3352750"/>
              <a:ext cx="54946" cy="85969"/>
            </a:xfrm>
            <a:custGeom>
              <a:avLst/>
              <a:gdLst/>
              <a:ahLst/>
              <a:cxnLst/>
              <a:rect l="l" t="t" r="r" b="b"/>
              <a:pathLst>
                <a:path w="2736" h="4292" extrusionOk="0">
                  <a:moveTo>
                    <a:pt x="1745" y="1"/>
                  </a:moveTo>
                  <a:cubicBezTo>
                    <a:pt x="1574" y="1"/>
                    <a:pt x="1408" y="51"/>
                    <a:pt x="1268" y="155"/>
                  </a:cubicBezTo>
                  <a:cubicBezTo>
                    <a:pt x="634" y="622"/>
                    <a:pt x="201" y="1289"/>
                    <a:pt x="0" y="2057"/>
                  </a:cubicBezTo>
                  <a:lnTo>
                    <a:pt x="334" y="2090"/>
                  </a:lnTo>
                  <a:cubicBezTo>
                    <a:pt x="467" y="1423"/>
                    <a:pt x="868" y="822"/>
                    <a:pt x="1435" y="422"/>
                  </a:cubicBezTo>
                  <a:cubicBezTo>
                    <a:pt x="1535" y="355"/>
                    <a:pt x="1702" y="289"/>
                    <a:pt x="1835" y="289"/>
                  </a:cubicBezTo>
                  <a:cubicBezTo>
                    <a:pt x="1902" y="289"/>
                    <a:pt x="2002" y="322"/>
                    <a:pt x="2069" y="355"/>
                  </a:cubicBezTo>
                  <a:cubicBezTo>
                    <a:pt x="2335" y="622"/>
                    <a:pt x="2502" y="1023"/>
                    <a:pt x="2436" y="1423"/>
                  </a:cubicBezTo>
                  <a:cubicBezTo>
                    <a:pt x="2402" y="2390"/>
                    <a:pt x="1835" y="3491"/>
                    <a:pt x="1168" y="3891"/>
                  </a:cubicBezTo>
                  <a:cubicBezTo>
                    <a:pt x="1059" y="3946"/>
                    <a:pt x="928" y="4000"/>
                    <a:pt x="793" y="4000"/>
                  </a:cubicBezTo>
                  <a:cubicBezTo>
                    <a:pt x="762" y="4000"/>
                    <a:pt x="732" y="3997"/>
                    <a:pt x="701" y="3991"/>
                  </a:cubicBezTo>
                  <a:lnTo>
                    <a:pt x="367" y="4191"/>
                  </a:lnTo>
                  <a:cubicBezTo>
                    <a:pt x="501" y="4258"/>
                    <a:pt x="634" y="4292"/>
                    <a:pt x="768" y="4292"/>
                  </a:cubicBezTo>
                  <a:cubicBezTo>
                    <a:pt x="968" y="4292"/>
                    <a:pt x="1135" y="4225"/>
                    <a:pt x="1301" y="4125"/>
                  </a:cubicBezTo>
                  <a:cubicBezTo>
                    <a:pt x="2069" y="3724"/>
                    <a:pt x="2669" y="2490"/>
                    <a:pt x="2702" y="1423"/>
                  </a:cubicBezTo>
                  <a:cubicBezTo>
                    <a:pt x="2736" y="789"/>
                    <a:pt x="2536" y="322"/>
                    <a:pt x="2202" y="122"/>
                  </a:cubicBezTo>
                  <a:cubicBezTo>
                    <a:pt x="2059" y="42"/>
                    <a:pt x="1900" y="1"/>
                    <a:pt x="1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73"/>
            <p:cNvSpPr/>
            <p:nvPr/>
          </p:nvSpPr>
          <p:spPr>
            <a:xfrm>
              <a:off x="5219899" y="3116657"/>
              <a:ext cx="698710" cy="419288"/>
            </a:xfrm>
            <a:custGeom>
              <a:avLst/>
              <a:gdLst/>
              <a:ahLst/>
              <a:cxnLst/>
              <a:rect l="l" t="t" r="r" b="b"/>
              <a:pathLst>
                <a:path w="34792" h="20933" extrusionOk="0">
                  <a:moveTo>
                    <a:pt x="16379" y="0"/>
                  </a:moveTo>
                  <a:lnTo>
                    <a:pt x="201" y="9874"/>
                  </a:lnTo>
                  <a:cubicBezTo>
                    <a:pt x="101" y="9941"/>
                    <a:pt x="34" y="10041"/>
                    <a:pt x="0" y="10174"/>
                  </a:cubicBezTo>
                  <a:cubicBezTo>
                    <a:pt x="34" y="10308"/>
                    <a:pt x="101" y="10408"/>
                    <a:pt x="201" y="10475"/>
                  </a:cubicBezTo>
                  <a:lnTo>
                    <a:pt x="18247" y="20882"/>
                  </a:lnTo>
                  <a:cubicBezTo>
                    <a:pt x="18297" y="20915"/>
                    <a:pt x="18355" y="20932"/>
                    <a:pt x="18418" y="20932"/>
                  </a:cubicBezTo>
                  <a:cubicBezTo>
                    <a:pt x="18480" y="20932"/>
                    <a:pt x="18547" y="20915"/>
                    <a:pt x="18614" y="20882"/>
                  </a:cubicBezTo>
                  <a:lnTo>
                    <a:pt x="34792" y="11008"/>
                  </a:lnTo>
                  <a:lnTo>
                    <a:pt x="34792" y="10608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73"/>
            <p:cNvSpPr/>
            <p:nvPr/>
          </p:nvSpPr>
          <p:spPr>
            <a:xfrm>
              <a:off x="5219236" y="3314433"/>
              <a:ext cx="370462" cy="220490"/>
            </a:xfrm>
            <a:custGeom>
              <a:avLst/>
              <a:gdLst/>
              <a:ahLst/>
              <a:cxnLst/>
              <a:rect l="l" t="t" r="r" b="b"/>
              <a:pathLst>
                <a:path w="18447" h="11008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22" y="4"/>
                    <a:pt x="212" y="9"/>
                    <a:pt x="203" y="15"/>
                  </a:cubicBezTo>
                  <a:lnTo>
                    <a:pt x="203" y="15"/>
                  </a:lnTo>
                  <a:cubicBezTo>
                    <a:pt x="213" y="10"/>
                    <a:pt x="223" y="5"/>
                    <a:pt x="234" y="0"/>
                  </a:cubicBezTo>
                  <a:close/>
                  <a:moveTo>
                    <a:pt x="203" y="15"/>
                  </a:moveTo>
                  <a:lnTo>
                    <a:pt x="203" y="15"/>
                  </a:lnTo>
                  <a:cubicBezTo>
                    <a:pt x="1" y="130"/>
                    <a:pt x="11" y="440"/>
                    <a:pt x="234" y="567"/>
                  </a:cubicBezTo>
                  <a:lnTo>
                    <a:pt x="18280" y="10975"/>
                  </a:lnTo>
                  <a:cubicBezTo>
                    <a:pt x="18347" y="11008"/>
                    <a:pt x="18380" y="11008"/>
                    <a:pt x="18447" y="11008"/>
                  </a:cubicBezTo>
                  <a:lnTo>
                    <a:pt x="18447" y="10674"/>
                  </a:lnTo>
                  <a:cubicBezTo>
                    <a:pt x="18380" y="10674"/>
                    <a:pt x="18313" y="10641"/>
                    <a:pt x="18280" y="10608"/>
                  </a:cubicBezTo>
                  <a:lnTo>
                    <a:pt x="234" y="200"/>
                  </a:lnTo>
                  <a:cubicBezTo>
                    <a:pt x="145" y="171"/>
                    <a:pt x="135" y="63"/>
                    <a:pt x="203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73"/>
            <p:cNvSpPr/>
            <p:nvPr/>
          </p:nvSpPr>
          <p:spPr>
            <a:xfrm>
              <a:off x="5221907" y="3115996"/>
              <a:ext cx="696702" cy="412257"/>
            </a:xfrm>
            <a:custGeom>
              <a:avLst/>
              <a:gdLst/>
              <a:ahLst/>
              <a:cxnLst/>
              <a:rect l="l" t="t" r="r" b="b"/>
              <a:pathLst>
                <a:path w="34692" h="20582" extrusionOk="0">
                  <a:moveTo>
                    <a:pt x="16279" y="0"/>
                  </a:moveTo>
                  <a:lnTo>
                    <a:pt x="101" y="9907"/>
                  </a:lnTo>
                  <a:cubicBezTo>
                    <a:pt x="1" y="9940"/>
                    <a:pt x="1" y="10074"/>
                    <a:pt x="101" y="10107"/>
                  </a:cubicBezTo>
                  <a:lnTo>
                    <a:pt x="18147" y="20515"/>
                  </a:lnTo>
                  <a:cubicBezTo>
                    <a:pt x="18214" y="20548"/>
                    <a:pt x="18247" y="20581"/>
                    <a:pt x="18314" y="20581"/>
                  </a:cubicBezTo>
                  <a:cubicBezTo>
                    <a:pt x="18380" y="20581"/>
                    <a:pt x="18447" y="20548"/>
                    <a:pt x="18514" y="20515"/>
                  </a:cubicBezTo>
                  <a:lnTo>
                    <a:pt x="34692" y="10641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73"/>
            <p:cNvSpPr/>
            <p:nvPr/>
          </p:nvSpPr>
          <p:spPr>
            <a:xfrm>
              <a:off x="5589678" y="3329115"/>
              <a:ext cx="328931" cy="205808"/>
            </a:xfrm>
            <a:custGeom>
              <a:avLst/>
              <a:gdLst/>
              <a:ahLst/>
              <a:cxnLst/>
              <a:rect l="l" t="t" r="r" b="b"/>
              <a:pathLst>
                <a:path w="16379" h="10275" extrusionOk="0">
                  <a:moveTo>
                    <a:pt x="16379" y="1"/>
                  </a:moveTo>
                  <a:lnTo>
                    <a:pt x="201" y="9875"/>
                  </a:lnTo>
                  <a:cubicBezTo>
                    <a:pt x="134" y="9908"/>
                    <a:pt x="67" y="9941"/>
                    <a:pt x="1" y="9941"/>
                  </a:cubicBezTo>
                  <a:lnTo>
                    <a:pt x="1" y="10275"/>
                  </a:lnTo>
                  <a:cubicBezTo>
                    <a:pt x="67" y="10275"/>
                    <a:pt x="134" y="10275"/>
                    <a:pt x="201" y="10242"/>
                  </a:cubicBezTo>
                  <a:lnTo>
                    <a:pt x="16379" y="335"/>
                  </a:lnTo>
                  <a:lnTo>
                    <a:pt x="163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73"/>
            <p:cNvSpPr/>
            <p:nvPr/>
          </p:nvSpPr>
          <p:spPr>
            <a:xfrm>
              <a:off x="5913247" y="3329115"/>
              <a:ext cx="5362" cy="96905"/>
            </a:xfrm>
            <a:custGeom>
              <a:avLst/>
              <a:gdLst/>
              <a:ahLst/>
              <a:cxnLst/>
              <a:rect l="l" t="t" r="r" b="b"/>
              <a:pathLst>
                <a:path w="267" h="4838" extrusionOk="0">
                  <a:moveTo>
                    <a:pt x="267" y="1"/>
                  </a:moveTo>
                  <a:lnTo>
                    <a:pt x="0" y="168"/>
                  </a:lnTo>
                  <a:lnTo>
                    <a:pt x="0" y="4838"/>
                  </a:lnTo>
                  <a:lnTo>
                    <a:pt x="267" y="470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73"/>
            <p:cNvSpPr/>
            <p:nvPr/>
          </p:nvSpPr>
          <p:spPr>
            <a:xfrm>
              <a:off x="5913247" y="3329115"/>
              <a:ext cx="5362" cy="96905"/>
            </a:xfrm>
            <a:custGeom>
              <a:avLst/>
              <a:gdLst/>
              <a:ahLst/>
              <a:cxnLst/>
              <a:rect l="l" t="t" r="r" b="b"/>
              <a:pathLst>
                <a:path w="267" h="4838" extrusionOk="0">
                  <a:moveTo>
                    <a:pt x="267" y="1"/>
                  </a:moveTo>
                  <a:lnTo>
                    <a:pt x="0" y="168"/>
                  </a:lnTo>
                  <a:lnTo>
                    <a:pt x="0" y="4838"/>
                  </a:lnTo>
                  <a:lnTo>
                    <a:pt x="267" y="470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73"/>
            <p:cNvSpPr/>
            <p:nvPr/>
          </p:nvSpPr>
          <p:spPr>
            <a:xfrm>
              <a:off x="5216545" y="3113312"/>
              <a:ext cx="693368" cy="399578"/>
            </a:xfrm>
            <a:custGeom>
              <a:avLst/>
              <a:gdLst/>
              <a:ahLst/>
              <a:cxnLst/>
              <a:rect l="l" t="t" r="r" b="b"/>
              <a:pathLst>
                <a:path w="34526" h="19949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9307"/>
                  </a:lnTo>
                  <a:lnTo>
                    <a:pt x="18414" y="19948"/>
                  </a:lnTo>
                  <a:lnTo>
                    <a:pt x="34359" y="10708"/>
                  </a:lnTo>
                  <a:cubicBezTo>
                    <a:pt x="34459" y="10675"/>
                    <a:pt x="34525" y="10575"/>
                    <a:pt x="34525" y="10475"/>
                  </a:cubicBezTo>
                  <a:lnTo>
                    <a:pt x="34525" y="10108"/>
                  </a:ln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73"/>
            <p:cNvSpPr/>
            <p:nvPr/>
          </p:nvSpPr>
          <p:spPr>
            <a:xfrm>
              <a:off x="5216545" y="3113312"/>
              <a:ext cx="693368" cy="399578"/>
            </a:xfrm>
            <a:custGeom>
              <a:avLst/>
              <a:gdLst/>
              <a:ahLst/>
              <a:cxnLst/>
              <a:rect l="l" t="t" r="r" b="b"/>
              <a:pathLst>
                <a:path w="34526" h="19949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9307"/>
                  </a:lnTo>
                  <a:lnTo>
                    <a:pt x="18414" y="19948"/>
                  </a:lnTo>
                  <a:lnTo>
                    <a:pt x="34359" y="10708"/>
                  </a:lnTo>
                  <a:cubicBezTo>
                    <a:pt x="34459" y="10675"/>
                    <a:pt x="34525" y="10575"/>
                    <a:pt x="34525" y="10475"/>
                  </a:cubicBezTo>
                  <a:lnTo>
                    <a:pt x="34525" y="10108"/>
                  </a:ln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73"/>
            <p:cNvSpPr/>
            <p:nvPr/>
          </p:nvSpPr>
          <p:spPr>
            <a:xfrm>
              <a:off x="5216545" y="3105961"/>
              <a:ext cx="694714" cy="398897"/>
            </a:xfrm>
            <a:custGeom>
              <a:avLst/>
              <a:gdLst/>
              <a:ahLst/>
              <a:cxnLst/>
              <a:rect l="l" t="t" r="r" b="b"/>
              <a:pathLst>
                <a:path w="34593" h="19915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9307"/>
                  </a:lnTo>
                  <a:lnTo>
                    <a:pt x="18414" y="19915"/>
                  </a:lnTo>
                  <a:lnTo>
                    <a:pt x="34359" y="10708"/>
                  </a:lnTo>
                  <a:cubicBezTo>
                    <a:pt x="34592" y="10575"/>
                    <a:pt x="34592" y="10375"/>
                    <a:pt x="34359" y="10241"/>
                  </a:cubicBez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73"/>
            <p:cNvSpPr/>
            <p:nvPr/>
          </p:nvSpPr>
          <p:spPr>
            <a:xfrm>
              <a:off x="5216545" y="3105961"/>
              <a:ext cx="694714" cy="398897"/>
            </a:xfrm>
            <a:custGeom>
              <a:avLst/>
              <a:gdLst/>
              <a:ahLst/>
              <a:cxnLst/>
              <a:rect l="l" t="t" r="r" b="b"/>
              <a:pathLst>
                <a:path w="34593" h="19915" extrusionOk="0">
                  <a:moveTo>
                    <a:pt x="16362" y="1"/>
                  </a:moveTo>
                  <a:cubicBezTo>
                    <a:pt x="16221" y="1"/>
                    <a:pt x="16079" y="34"/>
                    <a:pt x="15945" y="101"/>
                  </a:cubicBezTo>
                  <a:lnTo>
                    <a:pt x="1" y="9307"/>
                  </a:lnTo>
                  <a:lnTo>
                    <a:pt x="18414" y="19915"/>
                  </a:lnTo>
                  <a:lnTo>
                    <a:pt x="34359" y="10708"/>
                  </a:lnTo>
                  <a:cubicBezTo>
                    <a:pt x="34592" y="10575"/>
                    <a:pt x="34592" y="10375"/>
                    <a:pt x="34359" y="10241"/>
                  </a:cubicBezTo>
                  <a:lnTo>
                    <a:pt x="16779" y="101"/>
                  </a:lnTo>
                  <a:cubicBezTo>
                    <a:pt x="16646" y="34"/>
                    <a:pt x="16504" y="1"/>
                    <a:pt x="163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73"/>
            <p:cNvSpPr/>
            <p:nvPr/>
          </p:nvSpPr>
          <p:spPr>
            <a:xfrm>
              <a:off x="5256068" y="3105300"/>
              <a:ext cx="645130" cy="371496"/>
            </a:xfrm>
            <a:custGeom>
              <a:avLst/>
              <a:gdLst/>
              <a:ahLst/>
              <a:cxnLst/>
              <a:rect l="l" t="t" r="r" b="b"/>
              <a:pathLst>
                <a:path w="32124" h="18547" extrusionOk="0">
                  <a:moveTo>
                    <a:pt x="13940" y="0"/>
                  </a:moveTo>
                  <a:cubicBezTo>
                    <a:pt x="13794" y="0"/>
                    <a:pt x="13644" y="34"/>
                    <a:pt x="13510" y="100"/>
                  </a:cubicBezTo>
                  <a:lnTo>
                    <a:pt x="1702" y="6939"/>
                  </a:lnTo>
                  <a:lnTo>
                    <a:pt x="1" y="5938"/>
                  </a:lnTo>
                  <a:lnTo>
                    <a:pt x="1" y="7906"/>
                  </a:lnTo>
                  <a:lnTo>
                    <a:pt x="18414" y="18547"/>
                  </a:lnTo>
                  <a:lnTo>
                    <a:pt x="31924" y="10741"/>
                  </a:lnTo>
                  <a:cubicBezTo>
                    <a:pt x="32057" y="10675"/>
                    <a:pt x="32124" y="10541"/>
                    <a:pt x="32057" y="10408"/>
                  </a:cubicBezTo>
                  <a:lnTo>
                    <a:pt x="32090" y="10408"/>
                  </a:lnTo>
                  <a:lnTo>
                    <a:pt x="32090" y="8606"/>
                  </a:lnTo>
                  <a:lnTo>
                    <a:pt x="30556" y="9507"/>
                  </a:lnTo>
                  <a:lnTo>
                    <a:pt x="14344" y="100"/>
                  </a:lnTo>
                  <a:cubicBezTo>
                    <a:pt x="14228" y="34"/>
                    <a:pt x="14086" y="0"/>
                    <a:pt x="1394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73"/>
            <p:cNvSpPr/>
            <p:nvPr/>
          </p:nvSpPr>
          <p:spPr>
            <a:xfrm>
              <a:off x="5256068" y="3065881"/>
              <a:ext cx="645813" cy="370835"/>
            </a:xfrm>
            <a:custGeom>
              <a:avLst/>
              <a:gdLst/>
              <a:ahLst/>
              <a:cxnLst/>
              <a:rect l="l" t="t" r="r" b="b"/>
              <a:pathLst>
                <a:path w="32158" h="18514" extrusionOk="0">
                  <a:moveTo>
                    <a:pt x="13927" y="0"/>
                  </a:moveTo>
                  <a:cubicBezTo>
                    <a:pt x="13786" y="0"/>
                    <a:pt x="13644" y="34"/>
                    <a:pt x="13510" y="100"/>
                  </a:cubicBezTo>
                  <a:lnTo>
                    <a:pt x="1" y="7906"/>
                  </a:lnTo>
                  <a:lnTo>
                    <a:pt x="18414" y="18513"/>
                  </a:lnTo>
                  <a:lnTo>
                    <a:pt x="31924" y="10708"/>
                  </a:lnTo>
                  <a:cubicBezTo>
                    <a:pt x="32157" y="10641"/>
                    <a:pt x="32157" y="10308"/>
                    <a:pt x="31924" y="10241"/>
                  </a:cubicBezTo>
                  <a:lnTo>
                    <a:pt x="14344" y="100"/>
                  </a:lnTo>
                  <a:cubicBezTo>
                    <a:pt x="14211" y="34"/>
                    <a:pt x="14069" y="0"/>
                    <a:pt x="1392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73"/>
            <p:cNvSpPr/>
            <p:nvPr/>
          </p:nvSpPr>
          <p:spPr>
            <a:xfrm>
              <a:off x="5256068" y="3224218"/>
              <a:ext cx="369799" cy="252578"/>
            </a:xfrm>
            <a:custGeom>
              <a:avLst/>
              <a:gdLst/>
              <a:ahLst/>
              <a:cxnLst/>
              <a:rect l="l" t="t" r="r" b="b"/>
              <a:pathLst>
                <a:path w="18414" h="12610" extrusionOk="0">
                  <a:moveTo>
                    <a:pt x="1" y="1"/>
                  </a:moveTo>
                  <a:lnTo>
                    <a:pt x="1" y="1969"/>
                  </a:lnTo>
                  <a:lnTo>
                    <a:pt x="18414" y="12610"/>
                  </a:lnTo>
                  <a:lnTo>
                    <a:pt x="18414" y="106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73"/>
            <p:cNvSpPr/>
            <p:nvPr/>
          </p:nvSpPr>
          <p:spPr>
            <a:xfrm>
              <a:off x="5618476" y="3415044"/>
              <a:ext cx="14761" cy="7631"/>
            </a:xfrm>
            <a:custGeom>
              <a:avLst/>
              <a:gdLst/>
              <a:ahLst/>
              <a:cxnLst/>
              <a:rect l="l" t="t" r="r" b="b"/>
              <a:pathLst>
                <a:path w="735" h="381" extrusionOk="0">
                  <a:moveTo>
                    <a:pt x="281" y="0"/>
                  </a:moveTo>
                  <a:cubicBezTo>
                    <a:pt x="212" y="0"/>
                    <a:pt x="148" y="24"/>
                    <a:pt x="101" y="47"/>
                  </a:cubicBezTo>
                  <a:cubicBezTo>
                    <a:pt x="101" y="47"/>
                    <a:pt x="101" y="47"/>
                    <a:pt x="101" y="81"/>
                  </a:cubicBezTo>
                  <a:cubicBezTo>
                    <a:pt x="1" y="147"/>
                    <a:pt x="1" y="248"/>
                    <a:pt x="134" y="314"/>
                  </a:cubicBezTo>
                  <a:cubicBezTo>
                    <a:pt x="168" y="348"/>
                    <a:pt x="234" y="348"/>
                    <a:pt x="301" y="381"/>
                  </a:cubicBezTo>
                  <a:lnTo>
                    <a:pt x="535" y="381"/>
                  </a:lnTo>
                  <a:cubicBezTo>
                    <a:pt x="568" y="348"/>
                    <a:pt x="601" y="348"/>
                    <a:pt x="601" y="348"/>
                  </a:cubicBezTo>
                  <a:cubicBezTo>
                    <a:pt x="735" y="281"/>
                    <a:pt x="735" y="147"/>
                    <a:pt x="568" y="81"/>
                  </a:cubicBezTo>
                  <a:cubicBezTo>
                    <a:pt x="501" y="14"/>
                    <a:pt x="435" y="14"/>
                    <a:pt x="368" y="14"/>
                  </a:cubicBezTo>
                  <a:cubicBezTo>
                    <a:pt x="339" y="4"/>
                    <a:pt x="309" y="0"/>
                    <a:pt x="28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73"/>
            <p:cNvSpPr/>
            <p:nvPr/>
          </p:nvSpPr>
          <p:spPr>
            <a:xfrm>
              <a:off x="5578954" y="3409295"/>
              <a:ext cx="50266" cy="62834"/>
            </a:xfrm>
            <a:custGeom>
              <a:avLst/>
              <a:gdLst/>
              <a:ahLst/>
              <a:cxnLst/>
              <a:rect l="l" t="t" r="r" b="b"/>
              <a:pathLst>
                <a:path w="2503" h="3137" extrusionOk="0">
                  <a:moveTo>
                    <a:pt x="1735" y="1"/>
                  </a:moveTo>
                  <a:cubicBezTo>
                    <a:pt x="1535" y="1"/>
                    <a:pt x="1335" y="68"/>
                    <a:pt x="1168" y="201"/>
                  </a:cubicBezTo>
                  <a:cubicBezTo>
                    <a:pt x="501" y="635"/>
                    <a:pt x="68" y="1368"/>
                    <a:pt x="34" y="2169"/>
                  </a:cubicBezTo>
                  <a:cubicBezTo>
                    <a:pt x="1" y="2403"/>
                    <a:pt x="68" y="2636"/>
                    <a:pt x="234" y="2836"/>
                  </a:cubicBezTo>
                  <a:cubicBezTo>
                    <a:pt x="368" y="3036"/>
                    <a:pt x="601" y="3136"/>
                    <a:pt x="835" y="3136"/>
                  </a:cubicBezTo>
                  <a:cubicBezTo>
                    <a:pt x="1035" y="3103"/>
                    <a:pt x="1235" y="3070"/>
                    <a:pt x="1402" y="2936"/>
                  </a:cubicBezTo>
                  <a:cubicBezTo>
                    <a:pt x="1435" y="2936"/>
                    <a:pt x="1469" y="2903"/>
                    <a:pt x="1502" y="2903"/>
                  </a:cubicBezTo>
                  <a:lnTo>
                    <a:pt x="1268" y="2769"/>
                  </a:lnTo>
                  <a:cubicBezTo>
                    <a:pt x="1111" y="2853"/>
                    <a:pt x="963" y="2893"/>
                    <a:pt x="832" y="2893"/>
                  </a:cubicBezTo>
                  <a:cubicBezTo>
                    <a:pt x="494" y="2893"/>
                    <a:pt x="268" y="2626"/>
                    <a:pt x="268" y="2169"/>
                  </a:cubicBezTo>
                  <a:cubicBezTo>
                    <a:pt x="301" y="1435"/>
                    <a:pt x="668" y="768"/>
                    <a:pt x="1268" y="401"/>
                  </a:cubicBezTo>
                  <a:cubicBezTo>
                    <a:pt x="1397" y="291"/>
                    <a:pt x="1546" y="241"/>
                    <a:pt x="1692" y="241"/>
                  </a:cubicBezTo>
                  <a:cubicBezTo>
                    <a:pt x="1812" y="241"/>
                    <a:pt x="1931" y="274"/>
                    <a:pt x="2036" y="334"/>
                  </a:cubicBezTo>
                  <a:cubicBezTo>
                    <a:pt x="2136" y="434"/>
                    <a:pt x="2236" y="535"/>
                    <a:pt x="2269" y="668"/>
                  </a:cubicBezTo>
                  <a:lnTo>
                    <a:pt x="2503" y="668"/>
                  </a:lnTo>
                  <a:cubicBezTo>
                    <a:pt x="2469" y="535"/>
                    <a:pt x="2403" y="401"/>
                    <a:pt x="2336" y="301"/>
                  </a:cubicBezTo>
                  <a:cubicBezTo>
                    <a:pt x="2169" y="101"/>
                    <a:pt x="1969" y="1"/>
                    <a:pt x="17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73"/>
            <p:cNvSpPr/>
            <p:nvPr/>
          </p:nvSpPr>
          <p:spPr>
            <a:xfrm>
              <a:off x="5591024" y="3259631"/>
              <a:ext cx="318890" cy="162383"/>
            </a:xfrm>
            <a:custGeom>
              <a:avLst/>
              <a:gdLst/>
              <a:ahLst/>
              <a:cxnLst/>
              <a:rect l="l" t="t" r="r" b="b"/>
              <a:pathLst>
                <a:path w="15879" h="8107" extrusionOk="0">
                  <a:moveTo>
                    <a:pt x="15878" y="1"/>
                  </a:moveTo>
                  <a:lnTo>
                    <a:pt x="0" y="7740"/>
                  </a:lnTo>
                  <a:lnTo>
                    <a:pt x="0" y="8107"/>
                  </a:lnTo>
                  <a:lnTo>
                    <a:pt x="15678" y="601"/>
                  </a:lnTo>
                  <a:cubicBezTo>
                    <a:pt x="15812" y="535"/>
                    <a:pt x="15878" y="401"/>
                    <a:pt x="15878" y="234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73"/>
            <p:cNvSpPr/>
            <p:nvPr/>
          </p:nvSpPr>
          <p:spPr>
            <a:xfrm>
              <a:off x="5591024" y="3259631"/>
              <a:ext cx="318890" cy="162383"/>
            </a:xfrm>
            <a:custGeom>
              <a:avLst/>
              <a:gdLst/>
              <a:ahLst/>
              <a:cxnLst/>
              <a:rect l="l" t="t" r="r" b="b"/>
              <a:pathLst>
                <a:path w="15879" h="8107" extrusionOk="0">
                  <a:moveTo>
                    <a:pt x="15878" y="1"/>
                  </a:moveTo>
                  <a:lnTo>
                    <a:pt x="0" y="7740"/>
                  </a:lnTo>
                  <a:lnTo>
                    <a:pt x="0" y="8107"/>
                  </a:lnTo>
                  <a:lnTo>
                    <a:pt x="15678" y="601"/>
                  </a:lnTo>
                  <a:cubicBezTo>
                    <a:pt x="15812" y="535"/>
                    <a:pt x="15878" y="401"/>
                    <a:pt x="15878" y="234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73"/>
            <p:cNvSpPr/>
            <p:nvPr/>
          </p:nvSpPr>
          <p:spPr>
            <a:xfrm>
              <a:off x="5216545" y="3049176"/>
              <a:ext cx="694714" cy="368171"/>
            </a:xfrm>
            <a:custGeom>
              <a:avLst/>
              <a:gdLst/>
              <a:ahLst/>
              <a:cxnLst/>
              <a:rect l="l" t="t" r="r" b="b"/>
              <a:pathLst>
                <a:path w="34593" h="18381" extrusionOk="0">
                  <a:moveTo>
                    <a:pt x="16362" y="0"/>
                  </a:moveTo>
                  <a:cubicBezTo>
                    <a:pt x="16221" y="0"/>
                    <a:pt x="16079" y="34"/>
                    <a:pt x="15945" y="100"/>
                  </a:cubicBezTo>
                  <a:lnTo>
                    <a:pt x="1" y="7773"/>
                  </a:lnTo>
                  <a:lnTo>
                    <a:pt x="18414" y="18380"/>
                  </a:lnTo>
                  <a:lnTo>
                    <a:pt x="34359" y="10741"/>
                  </a:lnTo>
                  <a:cubicBezTo>
                    <a:pt x="34592" y="10641"/>
                    <a:pt x="34592" y="10341"/>
                    <a:pt x="34359" y="10241"/>
                  </a:cubicBezTo>
                  <a:lnTo>
                    <a:pt x="16779" y="100"/>
                  </a:lnTo>
                  <a:cubicBezTo>
                    <a:pt x="16646" y="34"/>
                    <a:pt x="16504" y="0"/>
                    <a:pt x="163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73"/>
            <p:cNvSpPr/>
            <p:nvPr/>
          </p:nvSpPr>
          <p:spPr>
            <a:xfrm>
              <a:off x="5216545" y="3204849"/>
              <a:ext cx="369799" cy="307360"/>
            </a:xfrm>
            <a:custGeom>
              <a:avLst/>
              <a:gdLst/>
              <a:ahLst/>
              <a:cxnLst/>
              <a:rect l="l" t="t" r="r" b="b"/>
              <a:pathLst>
                <a:path w="18414" h="15345" extrusionOk="0">
                  <a:moveTo>
                    <a:pt x="1" y="1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73"/>
            <p:cNvSpPr/>
            <p:nvPr/>
          </p:nvSpPr>
          <p:spPr>
            <a:xfrm>
              <a:off x="5216545" y="3204849"/>
              <a:ext cx="369799" cy="307360"/>
            </a:xfrm>
            <a:custGeom>
              <a:avLst/>
              <a:gdLst/>
              <a:ahLst/>
              <a:cxnLst/>
              <a:rect l="l" t="t" r="r" b="b"/>
              <a:pathLst>
                <a:path w="18414" h="15345" extrusionOk="0">
                  <a:moveTo>
                    <a:pt x="1" y="1"/>
                  </a:moveTo>
                  <a:lnTo>
                    <a:pt x="1" y="4737"/>
                  </a:lnTo>
                  <a:lnTo>
                    <a:pt x="18414" y="15345"/>
                  </a:lnTo>
                  <a:lnTo>
                    <a:pt x="18414" y="106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73"/>
            <p:cNvSpPr/>
            <p:nvPr/>
          </p:nvSpPr>
          <p:spPr>
            <a:xfrm>
              <a:off x="5479144" y="3388584"/>
              <a:ext cx="50929" cy="62834"/>
            </a:xfrm>
            <a:custGeom>
              <a:avLst/>
              <a:gdLst/>
              <a:ahLst/>
              <a:cxnLst/>
              <a:rect l="l" t="t" r="r" b="b"/>
              <a:pathLst>
                <a:path w="2536" h="3137" extrusionOk="0">
                  <a:moveTo>
                    <a:pt x="801" y="1"/>
                  </a:moveTo>
                  <a:cubicBezTo>
                    <a:pt x="334" y="1"/>
                    <a:pt x="1" y="401"/>
                    <a:pt x="1" y="1001"/>
                  </a:cubicBezTo>
                  <a:cubicBezTo>
                    <a:pt x="34" y="1802"/>
                    <a:pt x="468" y="2536"/>
                    <a:pt x="1135" y="2970"/>
                  </a:cubicBezTo>
                  <a:cubicBezTo>
                    <a:pt x="1302" y="3070"/>
                    <a:pt x="1502" y="3136"/>
                    <a:pt x="1702" y="3136"/>
                  </a:cubicBezTo>
                  <a:cubicBezTo>
                    <a:pt x="1935" y="3136"/>
                    <a:pt x="2169" y="3036"/>
                    <a:pt x="2302" y="2869"/>
                  </a:cubicBezTo>
                  <a:cubicBezTo>
                    <a:pt x="2436" y="2669"/>
                    <a:pt x="2536" y="2402"/>
                    <a:pt x="2502" y="2169"/>
                  </a:cubicBezTo>
                  <a:cubicBezTo>
                    <a:pt x="2469" y="1368"/>
                    <a:pt x="2035" y="635"/>
                    <a:pt x="1368" y="201"/>
                  </a:cubicBezTo>
                  <a:cubicBezTo>
                    <a:pt x="1202" y="67"/>
                    <a:pt x="1001" y="34"/>
                    <a:pt x="8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73"/>
            <p:cNvSpPr/>
            <p:nvPr/>
          </p:nvSpPr>
          <p:spPr>
            <a:xfrm>
              <a:off x="5483843" y="3393732"/>
              <a:ext cx="40868" cy="52799"/>
            </a:xfrm>
            <a:custGeom>
              <a:avLst/>
              <a:gdLst/>
              <a:ahLst/>
              <a:cxnLst/>
              <a:rect l="l" t="t" r="r" b="b"/>
              <a:pathLst>
                <a:path w="2035" h="2636" extrusionOk="0">
                  <a:moveTo>
                    <a:pt x="572" y="0"/>
                  </a:moveTo>
                  <a:cubicBezTo>
                    <a:pt x="234" y="0"/>
                    <a:pt x="0" y="272"/>
                    <a:pt x="0" y="744"/>
                  </a:cubicBezTo>
                  <a:cubicBezTo>
                    <a:pt x="34" y="1445"/>
                    <a:pt x="400" y="2112"/>
                    <a:pt x="1034" y="2512"/>
                  </a:cubicBezTo>
                  <a:cubicBezTo>
                    <a:pt x="1192" y="2596"/>
                    <a:pt x="1340" y="2636"/>
                    <a:pt x="1470" y="2636"/>
                  </a:cubicBezTo>
                  <a:cubicBezTo>
                    <a:pt x="1809" y="2636"/>
                    <a:pt x="2035" y="2369"/>
                    <a:pt x="2035" y="1912"/>
                  </a:cubicBezTo>
                  <a:cubicBezTo>
                    <a:pt x="2002" y="1178"/>
                    <a:pt x="1635" y="544"/>
                    <a:pt x="1034" y="144"/>
                  </a:cubicBezTo>
                  <a:cubicBezTo>
                    <a:pt x="869" y="47"/>
                    <a:pt x="712" y="0"/>
                    <a:pt x="57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73"/>
            <p:cNvSpPr/>
            <p:nvPr/>
          </p:nvSpPr>
          <p:spPr>
            <a:xfrm>
              <a:off x="5245364" y="3249796"/>
              <a:ext cx="205002" cy="157977"/>
            </a:xfrm>
            <a:custGeom>
              <a:avLst/>
              <a:gdLst/>
              <a:ahLst/>
              <a:cxnLst/>
              <a:rect l="l" t="t" r="r" b="b"/>
              <a:pathLst>
                <a:path w="10208" h="7887" extrusionOk="0">
                  <a:moveTo>
                    <a:pt x="610" y="1"/>
                  </a:moveTo>
                  <a:cubicBezTo>
                    <a:pt x="251" y="1"/>
                    <a:pt x="0" y="296"/>
                    <a:pt x="0" y="792"/>
                  </a:cubicBezTo>
                  <a:lnTo>
                    <a:pt x="0" y="1159"/>
                  </a:lnTo>
                  <a:cubicBezTo>
                    <a:pt x="33" y="1960"/>
                    <a:pt x="434" y="2660"/>
                    <a:pt x="1101" y="3127"/>
                  </a:cubicBezTo>
                  <a:lnTo>
                    <a:pt x="9073" y="7730"/>
                  </a:lnTo>
                  <a:cubicBezTo>
                    <a:pt x="9257" y="7837"/>
                    <a:pt x="9429" y="7887"/>
                    <a:pt x="9581" y="7887"/>
                  </a:cubicBezTo>
                  <a:cubicBezTo>
                    <a:pt x="9955" y="7887"/>
                    <a:pt x="10207" y="7584"/>
                    <a:pt x="10207" y="7063"/>
                  </a:cubicBezTo>
                  <a:lnTo>
                    <a:pt x="10207" y="6730"/>
                  </a:lnTo>
                  <a:cubicBezTo>
                    <a:pt x="10174" y="5929"/>
                    <a:pt x="9740" y="5195"/>
                    <a:pt x="9073" y="4795"/>
                  </a:cubicBezTo>
                  <a:lnTo>
                    <a:pt x="1101" y="158"/>
                  </a:lnTo>
                  <a:cubicBezTo>
                    <a:pt x="925" y="51"/>
                    <a:pt x="759" y="1"/>
                    <a:pt x="61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73"/>
            <p:cNvSpPr/>
            <p:nvPr/>
          </p:nvSpPr>
          <p:spPr>
            <a:xfrm>
              <a:off x="5586324" y="3415324"/>
              <a:ext cx="5382" cy="96885"/>
            </a:xfrm>
            <a:custGeom>
              <a:avLst/>
              <a:gdLst/>
              <a:ahLst/>
              <a:cxnLst/>
              <a:rect l="l" t="t" r="r" b="b"/>
              <a:pathLst>
                <a:path w="268" h="4837" extrusionOk="0">
                  <a:moveTo>
                    <a:pt x="268" y="0"/>
                  </a:moveTo>
                  <a:lnTo>
                    <a:pt x="1" y="100"/>
                  </a:lnTo>
                  <a:lnTo>
                    <a:pt x="1" y="4837"/>
                  </a:lnTo>
                  <a:lnTo>
                    <a:pt x="268" y="4703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73"/>
            <p:cNvSpPr/>
            <p:nvPr/>
          </p:nvSpPr>
          <p:spPr>
            <a:xfrm>
              <a:off x="5586324" y="3415324"/>
              <a:ext cx="5382" cy="96885"/>
            </a:xfrm>
            <a:custGeom>
              <a:avLst/>
              <a:gdLst/>
              <a:ahLst/>
              <a:cxnLst/>
              <a:rect l="l" t="t" r="r" b="b"/>
              <a:pathLst>
                <a:path w="268" h="4837" extrusionOk="0">
                  <a:moveTo>
                    <a:pt x="268" y="0"/>
                  </a:moveTo>
                  <a:lnTo>
                    <a:pt x="1" y="100"/>
                  </a:lnTo>
                  <a:lnTo>
                    <a:pt x="1" y="4837"/>
                  </a:lnTo>
                  <a:lnTo>
                    <a:pt x="268" y="4703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73"/>
            <p:cNvSpPr/>
            <p:nvPr/>
          </p:nvSpPr>
          <p:spPr>
            <a:xfrm>
              <a:off x="5681455" y="3696605"/>
              <a:ext cx="380523" cy="452358"/>
            </a:xfrm>
            <a:custGeom>
              <a:avLst/>
              <a:gdLst/>
              <a:ahLst/>
              <a:cxnLst/>
              <a:rect l="l" t="t" r="r" b="b"/>
              <a:pathLst>
                <a:path w="18948" h="22584" extrusionOk="0">
                  <a:moveTo>
                    <a:pt x="1" y="0"/>
                  </a:moveTo>
                  <a:lnTo>
                    <a:pt x="1" y="11609"/>
                  </a:lnTo>
                  <a:lnTo>
                    <a:pt x="18947" y="22583"/>
                  </a:lnTo>
                  <a:lnTo>
                    <a:pt x="18947" y="109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73"/>
            <p:cNvSpPr/>
            <p:nvPr/>
          </p:nvSpPr>
          <p:spPr>
            <a:xfrm>
              <a:off x="6061958" y="3764086"/>
              <a:ext cx="263964" cy="384876"/>
            </a:xfrm>
            <a:custGeom>
              <a:avLst/>
              <a:gdLst/>
              <a:ahLst/>
              <a:cxnLst/>
              <a:rect l="l" t="t" r="r" b="b"/>
              <a:pathLst>
                <a:path w="13144" h="19215" extrusionOk="0">
                  <a:moveTo>
                    <a:pt x="13143" y="1"/>
                  </a:moveTo>
                  <a:lnTo>
                    <a:pt x="0" y="7573"/>
                  </a:lnTo>
                  <a:lnTo>
                    <a:pt x="0" y="19214"/>
                  </a:lnTo>
                  <a:lnTo>
                    <a:pt x="13143" y="11609"/>
                  </a:lnTo>
                  <a:lnTo>
                    <a:pt x="1314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73"/>
            <p:cNvSpPr/>
            <p:nvPr/>
          </p:nvSpPr>
          <p:spPr>
            <a:xfrm>
              <a:off x="5681455" y="3544257"/>
              <a:ext cx="644468" cy="371516"/>
            </a:xfrm>
            <a:custGeom>
              <a:avLst/>
              <a:gdLst/>
              <a:ahLst/>
              <a:cxnLst/>
              <a:rect l="l" t="t" r="r" b="b"/>
              <a:pathLst>
                <a:path w="32091" h="18548" extrusionOk="0">
                  <a:moveTo>
                    <a:pt x="13143" y="1"/>
                  </a:moveTo>
                  <a:lnTo>
                    <a:pt x="1" y="7606"/>
                  </a:lnTo>
                  <a:lnTo>
                    <a:pt x="18947" y="18548"/>
                  </a:lnTo>
                  <a:lnTo>
                    <a:pt x="32090" y="10976"/>
                  </a:lnTo>
                  <a:lnTo>
                    <a:pt x="13143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73"/>
            <p:cNvSpPr/>
            <p:nvPr/>
          </p:nvSpPr>
          <p:spPr>
            <a:xfrm>
              <a:off x="5879750" y="3889034"/>
              <a:ext cx="291417" cy="111587"/>
            </a:xfrm>
            <a:custGeom>
              <a:avLst/>
              <a:gdLst/>
              <a:ahLst/>
              <a:cxnLst/>
              <a:rect l="l" t="t" r="r" b="b"/>
              <a:pathLst>
                <a:path w="14511" h="5571" extrusionOk="0">
                  <a:moveTo>
                    <a:pt x="0" y="0"/>
                  </a:moveTo>
                  <a:lnTo>
                    <a:pt x="9073" y="5571"/>
                  </a:lnTo>
                  <a:lnTo>
                    <a:pt x="14511" y="2102"/>
                  </a:lnTo>
                  <a:lnTo>
                    <a:pt x="9073" y="5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73"/>
            <p:cNvSpPr/>
            <p:nvPr/>
          </p:nvSpPr>
          <p:spPr>
            <a:xfrm>
              <a:off x="5770561" y="3884347"/>
              <a:ext cx="510477" cy="174421"/>
            </a:xfrm>
            <a:custGeom>
              <a:avLst/>
              <a:gdLst/>
              <a:ahLst/>
              <a:cxnLst/>
              <a:rect l="l" t="t" r="r" b="b"/>
              <a:pathLst>
                <a:path w="25419" h="8708" extrusionOk="0">
                  <a:moveTo>
                    <a:pt x="0" y="1"/>
                  </a:moveTo>
                  <a:lnTo>
                    <a:pt x="14510" y="8707"/>
                  </a:lnTo>
                  <a:lnTo>
                    <a:pt x="25418" y="2102"/>
                  </a:lnTo>
                  <a:lnTo>
                    <a:pt x="25418" y="2102"/>
                  </a:lnTo>
                  <a:lnTo>
                    <a:pt x="14510" y="840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73"/>
            <p:cNvSpPr/>
            <p:nvPr/>
          </p:nvSpPr>
          <p:spPr>
            <a:xfrm>
              <a:off x="5713607" y="3782794"/>
              <a:ext cx="129311" cy="72188"/>
            </a:xfrm>
            <a:custGeom>
              <a:avLst/>
              <a:gdLst/>
              <a:ahLst/>
              <a:cxnLst/>
              <a:rect l="l" t="t" r="r" b="b"/>
              <a:pathLst>
                <a:path w="6439" h="3604" extrusionOk="0">
                  <a:moveTo>
                    <a:pt x="201" y="1"/>
                  </a:moveTo>
                  <a:cubicBezTo>
                    <a:pt x="67" y="834"/>
                    <a:pt x="1" y="1702"/>
                    <a:pt x="67" y="2569"/>
                  </a:cubicBezTo>
                  <a:cubicBezTo>
                    <a:pt x="67" y="2569"/>
                    <a:pt x="95" y="2568"/>
                    <a:pt x="149" y="2568"/>
                  </a:cubicBezTo>
                  <a:cubicBezTo>
                    <a:pt x="599" y="2568"/>
                    <a:pt x="2868" y="2621"/>
                    <a:pt x="6439" y="3603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73"/>
            <p:cNvSpPr/>
            <p:nvPr/>
          </p:nvSpPr>
          <p:spPr>
            <a:xfrm>
              <a:off x="5704911" y="3782794"/>
              <a:ext cx="138007" cy="72188"/>
            </a:xfrm>
            <a:custGeom>
              <a:avLst/>
              <a:gdLst/>
              <a:ahLst/>
              <a:cxnLst/>
              <a:rect l="l" t="t" r="r" b="b"/>
              <a:pathLst>
                <a:path w="6872" h="3604" extrusionOk="0">
                  <a:moveTo>
                    <a:pt x="634" y="1"/>
                  </a:moveTo>
                  <a:lnTo>
                    <a:pt x="0" y="1602"/>
                  </a:lnTo>
                  <a:lnTo>
                    <a:pt x="6872" y="3603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73"/>
            <p:cNvSpPr/>
            <p:nvPr/>
          </p:nvSpPr>
          <p:spPr>
            <a:xfrm>
              <a:off x="5879750" y="3983916"/>
              <a:ext cx="167488" cy="126289"/>
            </a:xfrm>
            <a:custGeom>
              <a:avLst/>
              <a:gdLst/>
              <a:ahLst/>
              <a:cxnLst/>
              <a:rect l="l" t="t" r="r" b="b"/>
              <a:pathLst>
                <a:path w="8340" h="6305" extrusionOk="0">
                  <a:moveTo>
                    <a:pt x="0" y="0"/>
                  </a:moveTo>
                  <a:lnTo>
                    <a:pt x="6838" y="6305"/>
                  </a:lnTo>
                  <a:cubicBezTo>
                    <a:pt x="6838" y="6305"/>
                    <a:pt x="7039" y="5437"/>
                    <a:pt x="8340" y="48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73"/>
            <p:cNvSpPr/>
            <p:nvPr/>
          </p:nvSpPr>
          <p:spPr>
            <a:xfrm>
              <a:off x="5879750" y="3983916"/>
              <a:ext cx="167488" cy="108242"/>
            </a:xfrm>
            <a:custGeom>
              <a:avLst/>
              <a:gdLst/>
              <a:ahLst/>
              <a:cxnLst/>
              <a:rect l="l" t="t" r="r" b="b"/>
              <a:pathLst>
                <a:path w="8340" h="5404" extrusionOk="0">
                  <a:moveTo>
                    <a:pt x="0" y="0"/>
                  </a:moveTo>
                  <a:lnTo>
                    <a:pt x="6405" y="5404"/>
                  </a:lnTo>
                  <a:lnTo>
                    <a:pt x="8340" y="4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73"/>
            <p:cNvSpPr/>
            <p:nvPr/>
          </p:nvSpPr>
          <p:spPr>
            <a:xfrm>
              <a:off x="6193920" y="3854963"/>
              <a:ext cx="99167" cy="50115"/>
            </a:xfrm>
            <a:custGeom>
              <a:avLst/>
              <a:gdLst/>
              <a:ahLst/>
              <a:cxnLst/>
              <a:rect l="l" t="t" r="r" b="b"/>
              <a:pathLst>
                <a:path w="4938" h="2502" extrusionOk="0">
                  <a:moveTo>
                    <a:pt x="4337" y="0"/>
                  </a:moveTo>
                  <a:lnTo>
                    <a:pt x="1" y="2502"/>
                  </a:lnTo>
                  <a:lnTo>
                    <a:pt x="4871" y="2068"/>
                  </a:lnTo>
                  <a:cubicBezTo>
                    <a:pt x="4938" y="1368"/>
                    <a:pt x="4771" y="667"/>
                    <a:pt x="4371" y="67"/>
                  </a:cubicBezTo>
                  <a:cubicBezTo>
                    <a:pt x="4371" y="67"/>
                    <a:pt x="4337" y="33"/>
                    <a:pt x="43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73"/>
            <p:cNvSpPr/>
            <p:nvPr/>
          </p:nvSpPr>
          <p:spPr>
            <a:xfrm>
              <a:off x="6193920" y="3854963"/>
              <a:ext cx="115916" cy="50115"/>
            </a:xfrm>
            <a:custGeom>
              <a:avLst/>
              <a:gdLst/>
              <a:ahLst/>
              <a:cxnLst/>
              <a:rect l="l" t="t" r="r" b="b"/>
              <a:pathLst>
                <a:path w="5772" h="2502" extrusionOk="0">
                  <a:moveTo>
                    <a:pt x="4337" y="0"/>
                  </a:moveTo>
                  <a:lnTo>
                    <a:pt x="1" y="2502"/>
                  </a:lnTo>
                  <a:lnTo>
                    <a:pt x="5772" y="767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73"/>
            <p:cNvSpPr/>
            <p:nvPr/>
          </p:nvSpPr>
          <p:spPr>
            <a:xfrm>
              <a:off x="5743751" y="3579650"/>
              <a:ext cx="227113" cy="132999"/>
            </a:xfrm>
            <a:custGeom>
              <a:avLst/>
              <a:gdLst/>
              <a:ahLst/>
              <a:cxnLst/>
              <a:rect l="l" t="t" r="r" b="b"/>
              <a:pathLst>
                <a:path w="11309" h="6640" extrusionOk="0">
                  <a:moveTo>
                    <a:pt x="11131" y="1"/>
                  </a:moveTo>
                  <a:cubicBezTo>
                    <a:pt x="11098" y="1"/>
                    <a:pt x="11066" y="12"/>
                    <a:pt x="11042" y="35"/>
                  </a:cubicBezTo>
                  <a:lnTo>
                    <a:pt x="168" y="6306"/>
                  </a:lnTo>
                  <a:cubicBezTo>
                    <a:pt x="1" y="6407"/>
                    <a:pt x="67" y="6640"/>
                    <a:pt x="234" y="6640"/>
                  </a:cubicBezTo>
                  <a:cubicBezTo>
                    <a:pt x="268" y="6640"/>
                    <a:pt x="301" y="6640"/>
                    <a:pt x="301" y="6607"/>
                  </a:cubicBezTo>
                  <a:lnTo>
                    <a:pt x="11209" y="335"/>
                  </a:lnTo>
                  <a:cubicBezTo>
                    <a:pt x="11275" y="269"/>
                    <a:pt x="11309" y="169"/>
                    <a:pt x="11275" y="102"/>
                  </a:cubicBezTo>
                  <a:cubicBezTo>
                    <a:pt x="11254" y="37"/>
                    <a:pt x="11191" y="1"/>
                    <a:pt x="111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73"/>
            <p:cNvSpPr/>
            <p:nvPr/>
          </p:nvSpPr>
          <p:spPr>
            <a:xfrm>
              <a:off x="5780602" y="3600822"/>
              <a:ext cx="227374" cy="132559"/>
            </a:xfrm>
            <a:custGeom>
              <a:avLst/>
              <a:gdLst/>
              <a:ahLst/>
              <a:cxnLst/>
              <a:rect l="l" t="t" r="r" b="b"/>
              <a:pathLst>
                <a:path w="11322" h="6618" extrusionOk="0">
                  <a:moveTo>
                    <a:pt x="11077" y="1"/>
                  </a:moveTo>
                  <a:cubicBezTo>
                    <a:pt x="11056" y="1"/>
                    <a:pt x="11032" y="4"/>
                    <a:pt x="11008" y="12"/>
                  </a:cubicBezTo>
                  <a:lnTo>
                    <a:pt x="134" y="6317"/>
                  </a:lnTo>
                  <a:cubicBezTo>
                    <a:pt x="34" y="6350"/>
                    <a:pt x="0" y="6450"/>
                    <a:pt x="67" y="6550"/>
                  </a:cubicBezTo>
                  <a:cubicBezTo>
                    <a:pt x="100" y="6584"/>
                    <a:pt x="134" y="6617"/>
                    <a:pt x="201" y="6617"/>
                  </a:cubicBezTo>
                  <a:lnTo>
                    <a:pt x="301" y="6617"/>
                  </a:lnTo>
                  <a:lnTo>
                    <a:pt x="11175" y="313"/>
                  </a:lnTo>
                  <a:cubicBezTo>
                    <a:pt x="11322" y="195"/>
                    <a:pt x="11236" y="1"/>
                    <a:pt x="1107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73"/>
            <p:cNvSpPr/>
            <p:nvPr/>
          </p:nvSpPr>
          <p:spPr>
            <a:xfrm>
              <a:off x="5817454" y="3621813"/>
              <a:ext cx="227796" cy="132939"/>
            </a:xfrm>
            <a:custGeom>
              <a:avLst/>
              <a:gdLst/>
              <a:ahLst/>
              <a:cxnLst/>
              <a:rect l="l" t="t" r="r" b="b"/>
              <a:pathLst>
                <a:path w="11343" h="6637" extrusionOk="0">
                  <a:moveTo>
                    <a:pt x="11101" y="1"/>
                  </a:moveTo>
                  <a:cubicBezTo>
                    <a:pt x="11072" y="1"/>
                    <a:pt x="11040" y="10"/>
                    <a:pt x="11008" y="32"/>
                  </a:cubicBezTo>
                  <a:lnTo>
                    <a:pt x="100" y="6336"/>
                  </a:lnTo>
                  <a:cubicBezTo>
                    <a:pt x="33" y="6370"/>
                    <a:pt x="0" y="6470"/>
                    <a:pt x="33" y="6570"/>
                  </a:cubicBezTo>
                  <a:cubicBezTo>
                    <a:pt x="67" y="6603"/>
                    <a:pt x="133" y="6637"/>
                    <a:pt x="200" y="6637"/>
                  </a:cubicBezTo>
                  <a:cubicBezTo>
                    <a:pt x="234" y="6637"/>
                    <a:pt x="234" y="6637"/>
                    <a:pt x="267" y="6603"/>
                  </a:cubicBezTo>
                  <a:lnTo>
                    <a:pt x="11175" y="332"/>
                  </a:lnTo>
                  <a:cubicBezTo>
                    <a:pt x="11342" y="248"/>
                    <a:pt x="11253" y="1"/>
                    <a:pt x="111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73"/>
            <p:cNvSpPr/>
            <p:nvPr/>
          </p:nvSpPr>
          <p:spPr>
            <a:xfrm>
              <a:off x="5852940" y="3642745"/>
              <a:ext cx="228659" cy="132719"/>
            </a:xfrm>
            <a:custGeom>
              <a:avLst/>
              <a:gdLst/>
              <a:ahLst/>
              <a:cxnLst/>
              <a:rect l="l" t="t" r="r" b="b"/>
              <a:pathLst>
                <a:path w="11386" h="6626" extrusionOk="0">
                  <a:moveTo>
                    <a:pt x="11144" y="1"/>
                  </a:moveTo>
                  <a:cubicBezTo>
                    <a:pt x="11122" y="1"/>
                    <a:pt x="11099" y="7"/>
                    <a:pt x="11076" y="21"/>
                  </a:cubicBezTo>
                  <a:lnTo>
                    <a:pt x="168" y="6325"/>
                  </a:lnTo>
                  <a:cubicBezTo>
                    <a:pt x="1" y="6392"/>
                    <a:pt x="68" y="6626"/>
                    <a:pt x="234" y="6626"/>
                  </a:cubicBezTo>
                  <a:cubicBezTo>
                    <a:pt x="268" y="6626"/>
                    <a:pt x="301" y="6626"/>
                    <a:pt x="335" y="6592"/>
                  </a:cubicBezTo>
                  <a:lnTo>
                    <a:pt x="11242" y="321"/>
                  </a:lnTo>
                  <a:cubicBezTo>
                    <a:pt x="11386" y="235"/>
                    <a:pt x="11282" y="1"/>
                    <a:pt x="111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73"/>
            <p:cNvSpPr/>
            <p:nvPr/>
          </p:nvSpPr>
          <p:spPr>
            <a:xfrm>
              <a:off x="5889128" y="3663856"/>
              <a:ext cx="229081" cy="132979"/>
            </a:xfrm>
            <a:custGeom>
              <a:avLst/>
              <a:gdLst/>
              <a:ahLst/>
              <a:cxnLst/>
              <a:rect l="l" t="t" r="r" b="b"/>
              <a:pathLst>
                <a:path w="11407" h="6639" extrusionOk="0">
                  <a:moveTo>
                    <a:pt x="11176" y="1"/>
                  </a:moveTo>
                  <a:cubicBezTo>
                    <a:pt x="11144" y="1"/>
                    <a:pt x="11110" y="11"/>
                    <a:pt x="11075" y="34"/>
                  </a:cubicBezTo>
                  <a:lnTo>
                    <a:pt x="167" y="6305"/>
                  </a:lnTo>
                  <a:cubicBezTo>
                    <a:pt x="0" y="6406"/>
                    <a:pt x="67" y="6639"/>
                    <a:pt x="267" y="6639"/>
                  </a:cubicBezTo>
                  <a:cubicBezTo>
                    <a:pt x="267" y="6639"/>
                    <a:pt x="300" y="6606"/>
                    <a:pt x="334" y="6606"/>
                  </a:cubicBezTo>
                  <a:lnTo>
                    <a:pt x="11242" y="301"/>
                  </a:lnTo>
                  <a:cubicBezTo>
                    <a:pt x="11406" y="219"/>
                    <a:pt x="11322" y="1"/>
                    <a:pt x="1117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73"/>
            <p:cNvSpPr/>
            <p:nvPr/>
          </p:nvSpPr>
          <p:spPr>
            <a:xfrm>
              <a:off x="5925960" y="3684808"/>
              <a:ext cx="228519" cy="132759"/>
            </a:xfrm>
            <a:custGeom>
              <a:avLst/>
              <a:gdLst/>
              <a:ahLst/>
              <a:cxnLst/>
              <a:rect l="l" t="t" r="r" b="b"/>
              <a:pathLst>
                <a:path w="11379" h="6628" extrusionOk="0">
                  <a:moveTo>
                    <a:pt x="11130" y="0"/>
                  </a:moveTo>
                  <a:cubicBezTo>
                    <a:pt x="11102" y="0"/>
                    <a:pt x="11073" y="7"/>
                    <a:pt x="11042" y="22"/>
                  </a:cubicBezTo>
                  <a:lnTo>
                    <a:pt x="168" y="6327"/>
                  </a:lnTo>
                  <a:cubicBezTo>
                    <a:pt x="1" y="6394"/>
                    <a:pt x="68" y="6627"/>
                    <a:pt x="234" y="6627"/>
                  </a:cubicBezTo>
                  <a:cubicBezTo>
                    <a:pt x="268" y="6627"/>
                    <a:pt x="301" y="6627"/>
                    <a:pt x="334" y="6594"/>
                  </a:cubicBezTo>
                  <a:lnTo>
                    <a:pt x="11209" y="323"/>
                  </a:lnTo>
                  <a:cubicBezTo>
                    <a:pt x="11379" y="209"/>
                    <a:pt x="11284" y="0"/>
                    <a:pt x="1113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73"/>
            <p:cNvSpPr/>
            <p:nvPr/>
          </p:nvSpPr>
          <p:spPr>
            <a:xfrm>
              <a:off x="5963474" y="3705719"/>
              <a:ext cx="226711" cy="132559"/>
            </a:xfrm>
            <a:custGeom>
              <a:avLst/>
              <a:gdLst/>
              <a:ahLst/>
              <a:cxnLst/>
              <a:rect l="l" t="t" r="r" b="b"/>
              <a:pathLst>
                <a:path w="11289" h="6618" extrusionOk="0">
                  <a:moveTo>
                    <a:pt x="11035" y="1"/>
                  </a:moveTo>
                  <a:cubicBezTo>
                    <a:pt x="11016" y="1"/>
                    <a:pt x="10996" y="4"/>
                    <a:pt x="10975" y="12"/>
                  </a:cubicBezTo>
                  <a:lnTo>
                    <a:pt x="101" y="6317"/>
                  </a:lnTo>
                  <a:cubicBezTo>
                    <a:pt x="1" y="6350"/>
                    <a:pt x="1" y="6450"/>
                    <a:pt x="34" y="6550"/>
                  </a:cubicBezTo>
                  <a:cubicBezTo>
                    <a:pt x="68" y="6584"/>
                    <a:pt x="134" y="6617"/>
                    <a:pt x="168" y="6617"/>
                  </a:cubicBezTo>
                  <a:lnTo>
                    <a:pt x="268" y="6617"/>
                  </a:lnTo>
                  <a:lnTo>
                    <a:pt x="11142" y="313"/>
                  </a:lnTo>
                  <a:cubicBezTo>
                    <a:pt x="11289" y="195"/>
                    <a:pt x="11178" y="1"/>
                    <a:pt x="110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73"/>
            <p:cNvSpPr/>
            <p:nvPr/>
          </p:nvSpPr>
          <p:spPr>
            <a:xfrm>
              <a:off x="5999662" y="3726670"/>
              <a:ext cx="227736" cy="132979"/>
            </a:xfrm>
            <a:custGeom>
              <a:avLst/>
              <a:gdLst/>
              <a:ahLst/>
              <a:cxnLst/>
              <a:rect l="l" t="t" r="r" b="b"/>
              <a:pathLst>
                <a:path w="11340" h="6639" extrusionOk="0">
                  <a:moveTo>
                    <a:pt x="11108" y="0"/>
                  </a:moveTo>
                  <a:cubicBezTo>
                    <a:pt x="11077" y="0"/>
                    <a:pt x="11043" y="11"/>
                    <a:pt x="11008" y="34"/>
                  </a:cubicBezTo>
                  <a:lnTo>
                    <a:pt x="100" y="6305"/>
                  </a:lnTo>
                  <a:cubicBezTo>
                    <a:pt x="34" y="6372"/>
                    <a:pt x="0" y="6472"/>
                    <a:pt x="67" y="6539"/>
                  </a:cubicBezTo>
                  <a:cubicBezTo>
                    <a:pt x="67" y="6605"/>
                    <a:pt x="134" y="6639"/>
                    <a:pt x="200" y="6639"/>
                  </a:cubicBezTo>
                  <a:cubicBezTo>
                    <a:pt x="234" y="6639"/>
                    <a:pt x="267" y="6605"/>
                    <a:pt x="267" y="6605"/>
                  </a:cubicBezTo>
                  <a:lnTo>
                    <a:pt x="11175" y="334"/>
                  </a:lnTo>
                  <a:cubicBezTo>
                    <a:pt x="11340" y="224"/>
                    <a:pt x="11255" y="0"/>
                    <a:pt x="111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73"/>
            <p:cNvSpPr/>
            <p:nvPr/>
          </p:nvSpPr>
          <p:spPr>
            <a:xfrm>
              <a:off x="6035168" y="3747782"/>
              <a:ext cx="227776" cy="132579"/>
            </a:xfrm>
            <a:custGeom>
              <a:avLst/>
              <a:gdLst/>
              <a:ahLst/>
              <a:cxnLst/>
              <a:rect l="l" t="t" r="r" b="b"/>
              <a:pathLst>
                <a:path w="11342" h="6619" extrusionOk="0">
                  <a:moveTo>
                    <a:pt x="11120" y="1"/>
                  </a:moveTo>
                  <a:cubicBezTo>
                    <a:pt x="11095" y="1"/>
                    <a:pt x="11068" y="5"/>
                    <a:pt x="11041" y="14"/>
                  </a:cubicBezTo>
                  <a:lnTo>
                    <a:pt x="167" y="6318"/>
                  </a:lnTo>
                  <a:cubicBezTo>
                    <a:pt x="0" y="6385"/>
                    <a:pt x="67" y="6619"/>
                    <a:pt x="234" y="6619"/>
                  </a:cubicBezTo>
                  <a:lnTo>
                    <a:pt x="334" y="6619"/>
                  </a:lnTo>
                  <a:lnTo>
                    <a:pt x="11208" y="314"/>
                  </a:lnTo>
                  <a:cubicBezTo>
                    <a:pt x="11308" y="281"/>
                    <a:pt x="11342" y="181"/>
                    <a:pt x="11275" y="81"/>
                  </a:cubicBezTo>
                  <a:cubicBezTo>
                    <a:pt x="11250" y="32"/>
                    <a:pt x="11190" y="1"/>
                    <a:pt x="111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73"/>
            <p:cNvSpPr/>
            <p:nvPr/>
          </p:nvSpPr>
          <p:spPr>
            <a:xfrm>
              <a:off x="7694485" y="950532"/>
              <a:ext cx="75048" cy="123625"/>
            </a:xfrm>
            <a:custGeom>
              <a:avLst/>
              <a:gdLst/>
              <a:ahLst/>
              <a:cxnLst/>
              <a:rect l="l" t="t" r="r" b="b"/>
              <a:pathLst>
                <a:path w="3737" h="6172" extrusionOk="0">
                  <a:moveTo>
                    <a:pt x="1" y="0"/>
                  </a:moveTo>
                  <a:lnTo>
                    <a:pt x="1" y="6171"/>
                  </a:lnTo>
                  <a:lnTo>
                    <a:pt x="3637" y="2269"/>
                  </a:lnTo>
                  <a:cubicBezTo>
                    <a:pt x="3737" y="2102"/>
                    <a:pt x="3703" y="1868"/>
                    <a:pt x="3537" y="1768"/>
                  </a:cubicBezTo>
                  <a:lnTo>
                    <a:pt x="534" y="34"/>
                  </a:lnTo>
                  <a:cubicBezTo>
                    <a:pt x="468" y="0"/>
                    <a:pt x="434" y="0"/>
                    <a:pt x="3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73"/>
            <p:cNvSpPr/>
            <p:nvPr/>
          </p:nvSpPr>
          <p:spPr>
            <a:xfrm>
              <a:off x="7694485" y="950532"/>
              <a:ext cx="75048" cy="123625"/>
            </a:xfrm>
            <a:custGeom>
              <a:avLst/>
              <a:gdLst/>
              <a:ahLst/>
              <a:cxnLst/>
              <a:rect l="l" t="t" r="r" b="b"/>
              <a:pathLst>
                <a:path w="3737" h="6172" extrusionOk="0">
                  <a:moveTo>
                    <a:pt x="1" y="0"/>
                  </a:moveTo>
                  <a:lnTo>
                    <a:pt x="1" y="6171"/>
                  </a:lnTo>
                  <a:lnTo>
                    <a:pt x="3637" y="2269"/>
                  </a:lnTo>
                  <a:cubicBezTo>
                    <a:pt x="3737" y="2102"/>
                    <a:pt x="3703" y="1868"/>
                    <a:pt x="3537" y="1768"/>
                  </a:cubicBezTo>
                  <a:lnTo>
                    <a:pt x="534" y="34"/>
                  </a:lnTo>
                  <a:cubicBezTo>
                    <a:pt x="468" y="0"/>
                    <a:pt x="434" y="0"/>
                    <a:pt x="3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73"/>
            <p:cNvSpPr/>
            <p:nvPr/>
          </p:nvSpPr>
          <p:spPr>
            <a:xfrm>
              <a:off x="7677736" y="985264"/>
              <a:ext cx="93143" cy="88893"/>
            </a:xfrm>
            <a:custGeom>
              <a:avLst/>
              <a:gdLst/>
              <a:ahLst/>
              <a:cxnLst/>
              <a:rect l="l" t="t" r="r" b="b"/>
              <a:pathLst>
                <a:path w="4638" h="4438" extrusionOk="0">
                  <a:moveTo>
                    <a:pt x="835" y="1"/>
                  </a:moveTo>
                  <a:lnTo>
                    <a:pt x="1" y="701"/>
                  </a:lnTo>
                  <a:lnTo>
                    <a:pt x="835" y="4437"/>
                  </a:lnTo>
                  <a:lnTo>
                    <a:pt x="4471" y="535"/>
                  </a:lnTo>
                  <a:cubicBezTo>
                    <a:pt x="4637" y="334"/>
                    <a:pt x="4471" y="1"/>
                    <a:pt x="420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73"/>
            <p:cNvSpPr/>
            <p:nvPr/>
          </p:nvSpPr>
          <p:spPr>
            <a:xfrm>
              <a:off x="7072831" y="855811"/>
              <a:ext cx="621674" cy="624415"/>
            </a:xfrm>
            <a:custGeom>
              <a:avLst/>
              <a:gdLst/>
              <a:ahLst/>
              <a:cxnLst/>
              <a:rect l="l" t="t" r="r" b="b"/>
              <a:pathLst>
                <a:path w="30956" h="31174" extrusionOk="0">
                  <a:moveTo>
                    <a:pt x="28120" y="1"/>
                  </a:moveTo>
                  <a:cubicBezTo>
                    <a:pt x="27628" y="1"/>
                    <a:pt x="27136" y="109"/>
                    <a:pt x="26686" y="326"/>
                  </a:cubicBezTo>
                  <a:lnTo>
                    <a:pt x="1435" y="14937"/>
                  </a:lnTo>
                  <a:cubicBezTo>
                    <a:pt x="567" y="15470"/>
                    <a:pt x="34" y="16404"/>
                    <a:pt x="0" y="17405"/>
                  </a:cubicBezTo>
                  <a:lnTo>
                    <a:pt x="0" y="28380"/>
                  </a:lnTo>
                  <a:cubicBezTo>
                    <a:pt x="34" y="29380"/>
                    <a:pt x="567" y="30281"/>
                    <a:pt x="1435" y="30848"/>
                  </a:cubicBezTo>
                  <a:cubicBezTo>
                    <a:pt x="1868" y="31065"/>
                    <a:pt x="2352" y="31173"/>
                    <a:pt x="2840" y="31173"/>
                  </a:cubicBezTo>
                  <a:cubicBezTo>
                    <a:pt x="3328" y="31173"/>
                    <a:pt x="3820" y="31065"/>
                    <a:pt x="4270" y="30848"/>
                  </a:cubicBezTo>
                  <a:lnTo>
                    <a:pt x="29688" y="16171"/>
                  </a:lnTo>
                  <a:cubicBezTo>
                    <a:pt x="30956" y="15437"/>
                    <a:pt x="30956" y="14703"/>
                    <a:pt x="30956" y="13802"/>
                  </a:cubicBezTo>
                  <a:lnTo>
                    <a:pt x="30956" y="2795"/>
                  </a:lnTo>
                  <a:cubicBezTo>
                    <a:pt x="30889" y="1794"/>
                    <a:pt x="30389" y="893"/>
                    <a:pt x="29555" y="326"/>
                  </a:cubicBezTo>
                  <a:cubicBezTo>
                    <a:pt x="29104" y="109"/>
                    <a:pt x="28612" y="1"/>
                    <a:pt x="2812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73"/>
            <p:cNvSpPr/>
            <p:nvPr/>
          </p:nvSpPr>
          <p:spPr>
            <a:xfrm>
              <a:off x="7072831" y="1175690"/>
              <a:ext cx="80410" cy="304296"/>
            </a:xfrm>
            <a:custGeom>
              <a:avLst/>
              <a:gdLst/>
              <a:ahLst/>
              <a:cxnLst/>
              <a:rect l="l" t="t" r="r" b="b"/>
              <a:pathLst>
                <a:path w="4004" h="15192" extrusionOk="0">
                  <a:moveTo>
                    <a:pt x="401" y="1"/>
                  </a:moveTo>
                  <a:cubicBezTo>
                    <a:pt x="134" y="434"/>
                    <a:pt x="0" y="901"/>
                    <a:pt x="0" y="1402"/>
                  </a:cubicBezTo>
                  <a:lnTo>
                    <a:pt x="0" y="12376"/>
                  </a:lnTo>
                  <a:cubicBezTo>
                    <a:pt x="34" y="13377"/>
                    <a:pt x="567" y="14311"/>
                    <a:pt x="1401" y="14845"/>
                  </a:cubicBezTo>
                  <a:cubicBezTo>
                    <a:pt x="1875" y="15072"/>
                    <a:pt x="2381" y="15192"/>
                    <a:pt x="2882" y="15192"/>
                  </a:cubicBezTo>
                  <a:cubicBezTo>
                    <a:pt x="3264" y="15192"/>
                    <a:pt x="3643" y="15122"/>
                    <a:pt x="4003" y="14978"/>
                  </a:cubicBezTo>
                  <a:lnTo>
                    <a:pt x="4003" y="14978"/>
                  </a:lnTo>
                  <a:cubicBezTo>
                    <a:pt x="3871" y="15024"/>
                    <a:pt x="3744" y="15047"/>
                    <a:pt x="3628" y="15047"/>
                  </a:cubicBezTo>
                  <a:cubicBezTo>
                    <a:pt x="3157" y="15047"/>
                    <a:pt x="2836" y="14679"/>
                    <a:pt x="2836" y="14011"/>
                  </a:cubicBezTo>
                  <a:lnTo>
                    <a:pt x="2836" y="3036"/>
                  </a:lnTo>
                  <a:cubicBezTo>
                    <a:pt x="2869" y="2536"/>
                    <a:pt x="3002" y="2069"/>
                    <a:pt x="3269" y="1635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73"/>
            <p:cNvSpPr/>
            <p:nvPr/>
          </p:nvSpPr>
          <p:spPr>
            <a:xfrm>
              <a:off x="7080864" y="855991"/>
              <a:ext cx="612978" cy="353129"/>
            </a:xfrm>
            <a:custGeom>
              <a:avLst/>
              <a:gdLst/>
              <a:ahLst/>
              <a:cxnLst/>
              <a:rect l="l" t="t" r="r" b="b"/>
              <a:pathLst>
                <a:path w="30523" h="17630" extrusionOk="0">
                  <a:moveTo>
                    <a:pt x="27704" y="0"/>
                  </a:moveTo>
                  <a:cubicBezTo>
                    <a:pt x="27220" y="0"/>
                    <a:pt x="26736" y="117"/>
                    <a:pt x="26286" y="350"/>
                  </a:cubicBezTo>
                  <a:lnTo>
                    <a:pt x="1001" y="14928"/>
                  </a:lnTo>
                  <a:cubicBezTo>
                    <a:pt x="601" y="15194"/>
                    <a:pt x="234" y="15561"/>
                    <a:pt x="1" y="15995"/>
                  </a:cubicBezTo>
                  <a:lnTo>
                    <a:pt x="2836" y="17630"/>
                  </a:lnTo>
                  <a:cubicBezTo>
                    <a:pt x="3069" y="17196"/>
                    <a:pt x="3436" y="16829"/>
                    <a:pt x="3837" y="16562"/>
                  </a:cubicBezTo>
                  <a:lnTo>
                    <a:pt x="29121" y="1985"/>
                  </a:lnTo>
                  <a:cubicBezTo>
                    <a:pt x="29358" y="1843"/>
                    <a:pt x="29582" y="1777"/>
                    <a:pt x="29779" y="1777"/>
                  </a:cubicBezTo>
                  <a:cubicBezTo>
                    <a:pt x="30140" y="1777"/>
                    <a:pt x="30415" y="1998"/>
                    <a:pt x="30522" y="2385"/>
                  </a:cubicBezTo>
                  <a:cubicBezTo>
                    <a:pt x="30356" y="1551"/>
                    <a:pt x="29855" y="817"/>
                    <a:pt x="29121" y="350"/>
                  </a:cubicBezTo>
                  <a:cubicBezTo>
                    <a:pt x="28671" y="117"/>
                    <a:pt x="28187" y="0"/>
                    <a:pt x="27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73"/>
            <p:cNvSpPr/>
            <p:nvPr/>
          </p:nvSpPr>
          <p:spPr>
            <a:xfrm>
              <a:off x="7174649" y="1244673"/>
              <a:ext cx="58299" cy="130656"/>
            </a:xfrm>
            <a:custGeom>
              <a:avLst/>
              <a:gdLst/>
              <a:ahLst/>
              <a:cxnLst/>
              <a:rect l="l" t="t" r="r" b="b"/>
              <a:pathLst>
                <a:path w="2903" h="6523" extrusionOk="0">
                  <a:moveTo>
                    <a:pt x="951" y="1"/>
                  </a:moveTo>
                  <a:cubicBezTo>
                    <a:pt x="935" y="1"/>
                    <a:pt x="918" y="9"/>
                    <a:pt x="901" y="26"/>
                  </a:cubicBezTo>
                  <a:lnTo>
                    <a:pt x="167" y="426"/>
                  </a:lnTo>
                  <a:cubicBezTo>
                    <a:pt x="101" y="459"/>
                    <a:pt x="67" y="526"/>
                    <a:pt x="34" y="560"/>
                  </a:cubicBezTo>
                  <a:cubicBezTo>
                    <a:pt x="1" y="626"/>
                    <a:pt x="1" y="693"/>
                    <a:pt x="1" y="760"/>
                  </a:cubicBezTo>
                  <a:lnTo>
                    <a:pt x="1" y="6364"/>
                  </a:lnTo>
                  <a:cubicBezTo>
                    <a:pt x="1" y="6397"/>
                    <a:pt x="1" y="6464"/>
                    <a:pt x="34" y="6497"/>
                  </a:cubicBezTo>
                  <a:cubicBezTo>
                    <a:pt x="51" y="6514"/>
                    <a:pt x="76" y="6522"/>
                    <a:pt x="101" y="6522"/>
                  </a:cubicBezTo>
                  <a:cubicBezTo>
                    <a:pt x="126" y="6522"/>
                    <a:pt x="151" y="6514"/>
                    <a:pt x="167" y="6497"/>
                  </a:cubicBezTo>
                  <a:lnTo>
                    <a:pt x="2769" y="4996"/>
                  </a:lnTo>
                  <a:cubicBezTo>
                    <a:pt x="2803" y="4963"/>
                    <a:pt x="2836" y="4929"/>
                    <a:pt x="2869" y="4863"/>
                  </a:cubicBezTo>
                  <a:cubicBezTo>
                    <a:pt x="2903" y="4796"/>
                    <a:pt x="2903" y="4729"/>
                    <a:pt x="2903" y="4662"/>
                  </a:cubicBezTo>
                  <a:lnTo>
                    <a:pt x="2903" y="3762"/>
                  </a:lnTo>
                  <a:cubicBezTo>
                    <a:pt x="2903" y="3695"/>
                    <a:pt x="2903" y="3662"/>
                    <a:pt x="2869" y="3628"/>
                  </a:cubicBezTo>
                  <a:cubicBezTo>
                    <a:pt x="2853" y="3612"/>
                    <a:pt x="2836" y="3603"/>
                    <a:pt x="2819" y="3603"/>
                  </a:cubicBezTo>
                  <a:cubicBezTo>
                    <a:pt x="2803" y="3603"/>
                    <a:pt x="2786" y="3612"/>
                    <a:pt x="2769" y="3628"/>
                  </a:cubicBezTo>
                  <a:lnTo>
                    <a:pt x="1035" y="4596"/>
                  </a:lnTo>
                  <a:lnTo>
                    <a:pt x="1035" y="159"/>
                  </a:lnTo>
                  <a:cubicBezTo>
                    <a:pt x="1035" y="126"/>
                    <a:pt x="1035" y="59"/>
                    <a:pt x="1001" y="26"/>
                  </a:cubicBezTo>
                  <a:cubicBezTo>
                    <a:pt x="985" y="9"/>
                    <a:pt x="968" y="1"/>
                    <a:pt x="95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73"/>
            <p:cNvSpPr/>
            <p:nvPr/>
          </p:nvSpPr>
          <p:spPr>
            <a:xfrm>
              <a:off x="7238291" y="1226305"/>
              <a:ext cx="61653" cy="101752"/>
            </a:xfrm>
            <a:custGeom>
              <a:avLst/>
              <a:gdLst/>
              <a:ahLst/>
              <a:cxnLst/>
              <a:rect l="l" t="t" r="r" b="b"/>
              <a:pathLst>
                <a:path w="3070" h="5080" extrusionOk="0">
                  <a:moveTo>
                    <a:pt x="1761" y="1297"/>
                  </a:moveTo>
                  <a:cubicBezTo>
                    <a:pt x="1812" y="1297"/>
                    <a:pt x="1857" y="1313"/>
                    <a:pt x="1902" y="1343"/>
                  </a:cubicBezTo>
                  <a:cubicBezTo>
                    <a:pt x="2002" y="1477"/>
                    <a:pt x="2035" y="1610"/>
                    <a:pt x="2035" y="1777"/>
                  </a:cubicBezTo>
                  <a:lnTo>
                    <a:pt x="1035" y="2344"/>
                  </a:lnTo>
                  <a:cubicBezTo>
                    <a:pt x="1035" y="2144"/>
                    <a:pt x="1101" y="1977"/>
                    <a:pt x="1168" y="1777"/>
                  </a:cubicBezTo>
                  <a:cubicBezTo>
                    <a:pt x="1235" y="1610"/>
                    <a:pt x="1368" y="1443"/>
                    <a:pt x="1535" y="1376"/>
                  </a:cubicBezTo>
                  <a:cubicBezTo>
                    <a:pt x="1627" y="1321"/>
                    <a:pt x="1698" y="1297"/>
                    <a:pt x="1761" y="1297"/>
                  </a:cubicBezTo>
                  <a:close/>
                  <a:moveTo>
                    <a:pt x="2113" y="0"/>
                  </a:moveTo>
                  <a:cubicBezTo>
                    <a:pt x="1912" y="0"/>
                    <a:pt x="1701" y="65"/>
                    <a:pt x="1535" y="176"/>
                  </a:cubicBezTo>
                  <a:cubicBezTo>
                    <a:pt x="1301" y="342"/>
                    <a:pt x="1068" y="509"/>
                    <a:pt x="901" y="743"/>
                  </a:cubicBezTo>
                  <a:cubicBezTo>
                    <a:pt x="701" y="976"/>
                    <a:pt x="534" y="1243"/>
                    <a:pt x="401" y="1510"/>
                  </a:cubicBezTo>
                  <a:cubicBezTo>
                    <a:pt x="267" y="1810"/>
                    <a:pt x="167" y="2110"/>
                    <a:pt x="134" y="2411"/>
                  </a:cubicBezTo>
                  <a:cubicBezTo>
                    <a:pt x="67" y="2744"/>
                    <a:pt x="34" y="3078"/>
                    <a:pt x="34" y="3411"/>
                  </a:cubicBezTo>
                  <a:cubicBezTo>
                    <a:pt x="1" y="3711"/>
                    <a:pt x="34" y="4012"/>
                    <a:pt x="134" y="4312"/>
                  </a:cubicBezTo>
                  <a:cubicBezTo>
                    <a:pt x="167" y="4545"/>
                    <a:pt x="267" y="4746"/>
                    <a:pt x="401" y="4879"/>
                  </a:cubicBezTo>
                  <a:cubicBezTo>
                    <a:pt x="534" y="5012"/>
                    <a:pt x="701" y="5079"/>
                    <a:pt x="901" y="5079"/>
                  </a:cubicBezTo>
                  <a:cubicBezTo>
                    <a:pt x="1135" y="5046"/>
                    <a:pt x="1335" y="4979"/>
                    <a:pt x="1535" y="4879"/>
                  </a:cubicBezTo>
                  <a:cubicBezTo>
                    <a:pt x="1802" y="4712"/>
                    <a:pt x="2035" y="4545"/>
                    <a:pt x="2202" y="4312"/>
                  </a:cubicBezTo>
                  <a:cubicBezTo>
                    <a:pt x="2369" y="4112"/>
                    <a:pt x="2536" y="3878"/>
                    <a:pt x="2669" y="3678"/>
                  </a:cubicBezTo>
                  <a:cubicBezTo>
                    <a:pt x="2769" y="3478"/>
                    <a:pt x="2869" y="3278"/>
                    <a:pt x="2936" y="3078"/>
                  </a:cubicBezTo>
                  <a:cubicBezTo>
                    <a:pt x="2969" y="2978"/>
                    <a:pt x="3003" y="2844"/>
                    <a:pt x="3003" y="2711"/>
                  </a:cubicBezTo>
                  <a:cubicBezTo>
                    <a:pt x="3003" y="2639"/>
                    <a:pt x="2985" y="2584"/>
                    <a:pt x="2951" y="2584"/>
                  </a:cubicBezTo>
                  <a:cubicBezTo>
                    <a:pt x="2937" y="2584"/>
                    <a:pt x="2921" y="2592"/>
                    <a:pt x="2903" y="2611"/>
                  </a:cubicBezTo>
                  <a:lnTo>
                    <a:pt x="2169" y="3011"/>
                  </a:lnTo>
                  <a:cubicBezTo>
                    <a:pt x="2135" y="3044"/>
                    <a:pt x="2102" y="3044"/>
                    <a:pt x="2069" y="3078"/>
                  </a:cubicBezTo>
                  <a:lnTo>
                    <a:pt x="1969" y="3244"/>
                  </a:lnTo>
                  <a:cubicBezTo>
                    <a:pt x="1935" y="3345"/>
                    <a:pt x="1869" y="3411"/>
                    <a:pt x="1802" y="3478"/>
                  </a:cubicBezTo>
                  <a:cubicBezTo>
                    <a:pt x="1735" y="3578"/>
                    <a:pt x="1635" y="3645"/>
                    <a:pt x="1535" y="3678"/>
                  </a:cubicBezTo>
                  <a:cubicBezTo>
                    <a:pt x="1468" y="3711"/>
                    <a:pt x="1435" y="3745"/>
                    <a:pt x="1368" y="3778"/>
                  </a:cubicBezTo>
                  <a:lnTo>
                    <a:pt x="1201" y="3778"/>
                  </a:lnTo>
                  <a:cubicBezTo>
                    <a:pt x="1135" y="3745"/>
                    <a:pt x="1101" y="3678"/>
                    <a:pt x="1068" y="3611"/>
                  </a:cubicBezTo>
                  <a:cubicBezTo>
                    <a:pt x="1035" y="3511"/>
                    <a:pt x="1035" y="3411"/>
                    <a:pt x="1035" y="3311"/>
                  </a:cubicBezTo>
                  <a:lnTo>
                    <a:pt x="2903" y="2244"/>
                  </a:lnTo>
                  <a:cubicBezTo>
                    <a:pt x="2969" y="2210"/>
                    <a:pt x="3003" y="2144"/>
                    <a:pt x="3003" y="2110"/>
                  </a:cubicBezTo>
                  <a:cubicBezTo>
                    <a:pt x="3036" y="2044"/>
                    <a:pt x="3069" y="1977"/>
                    <a:pt x="3069" y="1910"/>
                  </a:cubicBezTo>
                  <a:lnTo>
                    <a:pt x="3069" y="1677"/>
                  </a:lnTo>
                  <a:cubicBezTo>
                    <a:pt x="3069" y="1410"/>
                    <a:pt x="3036" y="1143"/>
                    <a:pt x="2969" y="876"/>
                  </a:cubicBezTo>
                  <a:cubicBezTo>
                    <a:pt x="2936" y="643"/>
                    <a:pt x="2836" y="442"/>
                    <a:pt x="2702" y="276"/>
                  </a:cubicBezTo>
                  <a:cubicBezTo>
                    <a:pt x="2602" y="109"/>
                    <a:pt x="2436" y="9"/>
                    <a:pt x="2235" y="9"/>
                  </a:cubicBezTo>
                  <a:cubicBezTo>
                    <a:pt x="2195" y="3"/>
                    <a:pt x="2154" y="0"/>
                    <a:pt x="21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73"/>
            <p:cNvSpPr/>
            <p:nvPr/>
          </p:nvSpPr>
          <p:spPr>
            <a:xfrm>
              <a:off x="7304603" y="1161168"/>
              <a:ext cx="48921" cy="123445"/>
            </a:xfrm>
            <a:custGeom>
              <a:avLst/>
              <a:gdLst/>
              <a:ahLst/>
              <a:cxnLst/>
              <a:rect l="l" t="t" r="r" b="b"/>
              <a:pathLst>
                <a:path w="2436" h="6163" extrusionOk="0">
                  <a:moveTo>
                    <a:pt x="1485" y="0"/>
                  </a:moveTo>
                  <a:cubicBezTo>
                    <a:pt x="1469" y="0"/>
                    <a:pt x="1452" y="8"/>
                    <a:pt x="1435" y="25"/>
                  </a:cubicBezTo>
                  <a:lnTo>
                    <a:pt x="735" y="425"/>
                  </a:lnTo>
                  <a:cubicBezTo>
                    <a:pt x="668" y="459"/>
                    <a:pt x="635" y="526"/>
                    <a:pt x="635" y="559"/>
                  </a:cubicBezTo>
                  <a:cubicBezTo>
                    <a:pt x="601" y="626"/>
                    <a:pt x="568" y="692"/>
                    <a:pt x="568" y="759"/>
                  </a:cubicBezTo>
                  <a:lnTo>
                    <a:pt x="568" y="2160"/>
                  </a:lnTo>
                  <a:lnTo>
                    <a:pt x="168" y="2394"/>
                  </a:lnTo>
                  <a:cubicBezTo>
                    <a:pt x="101" y="2427"/>
                    <a:pt x="68" y="2494"/>
                    <a:pt x="68" y="2527"/>
                  </a:cubicBezTo>
                  <a:cubicBezTo>
                    <a:pt x="34" y="2594"/>
                    <a:pt x="1" y="2660"/>
                    <a:pt x="1" y="2727"/>
                  </a:cubicBezTo>
                  <a:lnTo>
                    <a:pt x="1" y="3594"/>
                  </a:lnTo>
                  <a:cubicBezTo>
                    <a:pt x="1" y="3661"/>
                    <a:pt x="34" y="3694"/>
                    <a:pt x="68" y="3728"/>
                  </a:cubicBezTo>
                  <a:cubicBezTo>
                    <a:pt x="68" y="3744"/>
                    <a:pt x="84" y="3753"/>
                    <a:pt x="105" y="3753"/>
                  </a:cubicBezTo>
                  <a:cubicBezTo>
                    <a:pt x="126" y="3753"/>
                    <a:pt x="151" y="3744"/>
                    <a:pt x="168" y="3728"/>
                  </a:cubicBezTo>
                  <a:lnTo>
                    <a:pt x="568" y="3494"/>
                  </a:lnTo>
                  <a:lnTo>
                    <a:pt x="568" y="4962"/>
                  </a:lnTo>
                  <a:cubicBezTo>
                    <a:pt x="568" y="5196"/>
                    <a:pt x="601" y="5396"/>
                    <a:pt x="668" y="5629"/>
                  </a:cubicBezTo>
                  <a:cubicBezTo>
                    <a:pt x="701" y="5796"/>
                    <a:pt x="768" y="5929"/>
                    <a:pt x="902" y="6029"/>
                  </a:cubicBezTo>
                  <a:cubicBezTo>
                    <a:pt x="1002" y="6130"/>
                    <a:pt x="1135" y="6163"/>
                    <a:pt x="1268" y="6163"/>
                  </a:cubicBezTo>
                  <a:cubicBezTo>
                    <a:pt x="1435" y="6163"/>
                    <a:pt x="1602" y="6096"/>
                    <a:pt x="1735" y="5996"/>
                  </a:cubicBezTo>
                  <a:lnTo>
                    <a:pt x="2269" y="5696"/>
                  </a:lnTo>
                  <a:cubicBezTo>
                    <a:pt x="2336" y="5663"/>
                    <a:pt x="2369" y="5629"/>
                    <a:pt x="2403" y="5562"/>
                  </a:cubicBezTo>
                  <a:cubicBezTo>
                    <a:pt x="2403" y="5496"/>
                    <a:pt x="2436" y="5429"/>
                    <a:pt x="2436" y="5362"/>
                  </a:cubicBezTo>
                  <a:lnTo>
                    <a:pt x="2436" y="4495"/>
                  </a:lnTo>
                  <a:cubicBezTo>
                    <a:pt x="2436" y="4462"/>
                    <a:pt x="2436" y="4395"/>
                    <a:pt x="2403" y="4362"/>
                  </a:cubicBezTo>
                  <a:cubicBezTo>
                    <a:pt x="2386" y="4345"/>
                    <a:pt x="2361" y="4337"/>
                    <a:pt x="2336" y="4337"/>
                  </a:cubicBezTo>
                  <a:cubicBezTo>
                    <a:pt x="2311" y="4337"/>
                    <a:pt x="2286" y="4345"/>
                    <a:pt x="2269" y="4362"/>
                  </a:cubicBezTo>
                  <a:lnTo>
                    <a:pt x="1836" y="4628"/>
                  </a:lnTo>
                  <a:cubicBezTo>
                    <a:pt x="1786" y="4645"/>
                    <a:pt x="1744" y="4653"/>
                    <a:pt x="1710" y="4653"/>
                  </a:cubicBezTo>
                  <a:cubicBezTo>
                    <a:pt x="1677" y="4653"/>
                    <a:pt x="1652" y="4645"/>
                    <a:pt x="1635" y="4628"/>
                  </a:cubicBezTo>
                  <a:cubicBezTo>
                    <a:pt x="1602" y="4528"/>
                    <a:pt x="1569" y="4428"/>
                    <a:pt x="1602" y="4362"/>
                  </a:cubicBezTo>
                  <a:lnTo>
                    <a:pt x="1602" y="2894"/>
                  </a:lnTo>
                  <a:lnTo>
                    <a:pt x="2236" y="2527"/>
                  </a:lnTo>
                  <a:cubicBezTo>
                    <a:pt x="2269" y="2494"/>
                    <a:pt x="2303" y="2460"/>
                    <a:pt x="2336" y="2394"/>
                  </a:cubicBezTo>
                  <a:cubicBezTo>
                    <a:pt x="2369" y="2360"/>
                    <a:pt x="2369" y="2293"/>
                    <a:pt x="2369" y="2227"/>
                  </a:cubicBezTo>
                  <a:lnTo>
                    <a:pt x="2369" y="1326"/>
                  </a:lnTo>
                  <a:cubicBezTo>
                    <a:pt x="2369" y="1293"/>
                    <a:pt x="2369" y="1226"/>
                    <a:pt x="2336" y="1193"/>
                  </a:cubicBezTo>
                  <a:cubicBezTo>
                    <a:pt x="2319" y="1176"/>
                    <a:pt x="2303" y="1168"/>
                    <a:pt x="2286" y="1168"/>
                  </a:cubicBezTo>
                  <a:cubicBezTo>
                    <a:pt x="2269" y="1168"/>
                    <a:pt x="2253" y="1176"/>
                    <a:pt x="2236" y="1193"/>
                  </a:cubicBezTo>
                  <a:lnTo>
                    <a:pt x="1602" y="1560"/>
                  </a:lnTo>
                  <a:lnTo>
                    <a:pt x="1602" y="159"/>
                  </a:lnTo>
                  <a:cubicBezTo>
                    <a:pt x="1602" y="92"/>
                    <a:pt x="1569" y="59"/>
                    <a:pt x="1535" y="25"/>
                  </a:cubicBezTo>
                  <a:cubicBezTo>
                    <a:pt x="1519" y="8"/>
                    <a:pt x="1502" y="0"/>
                    <a:pt x="148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73"/>
            <p:cNvSpPr/>
            <p:nvPr/>
          </p:nvSpPr>
          <p:spPr>
            <a:xfrm>
              <a:off x="7362882" y="1119986"/>
              <a:ext cx="32192" cy="44627"/>
            </a:xfrm>
            <a:custGeom>
              <a:avLst/>
              <a:gdLst/>
              <a:ahLst/>
              <a:cxnLst/>
              <a:rect l="l" t="t" r="r" b="b"/>
              <a:pathLst>
                <a:path w="1603" h="2228" extrusionOk="0">
                  <a:moveTo>
                    <a:pt x="1546" y="1"/>
                  </a:moveTo>
                  <a:cubicBezTo>
                    <a:pt x="1533" y="1"/>
                    <a:pt x="1519" y="5"/>
                    <a:pt x="1502" y="13"/>
                  </a:cubicBezTo>
                  <a:lnTo>
                    <a:pt x="735" y="447"/>
                  </a:lnTo>
                  <a:cubicBezTo>
                    <a:pt x="701" y="447"/>
                    <a:pt x="668" y="480"/>
                    <a:pt x="635" y="513"/>
                  </a:cubicBezTo>
                  <a:cubicBezTo>
                    <a:pt x="601" y="580"/>
                    <a:pt x="568" y="647"/>
                    <a:pt x="535" y="714"/>
                  </a:cubicBezTo>
                  <a:lnTo>
                    <a:pt x="34" y="2014"/>
                  </a:lnTo>
                  <a:cubicBezTo>
                    <a:pt x="1" y="2048"/>
                    <a:pt x="1" y="2081"/>
                    <a:pt x="1" y="2148"/>
                  </a:cubicBezTo>
                  <a:cubicBezTo>
                    <a:pt x="1" y="2197"/>
                    <a:pt x="19" y="2228"/>
                    <a:pt x="55" y="2228"/>
                  </a:cubicBezTo>
                  <a:cubicBezTo>
                    <a:pt x="68" y="2228"/>
                    <a:pt x="83" y="2224"/>
                    <a:pt x="101" y="2215"/>
                  </a:cubicBezTo>
                  <a:lnTo>
                    <a:pt x="568" y="1948"/>
                  </a:lnTo>
                  <a:cubicBezTo>
                    <a:pt x="635" y="1914"/>
                    <a:pt x="668" y="1848"/>
                    <a:pt x="735" y="1814"/>
                  </a:cubicBezTo>
                  <a:cubicBezTo>
                    <a:pt x="768" y="1748"/>
                    <a:pt x="802" y="1714"/>
                    <a:pt x="802" y="1648"/>
                  </a:cubicBezTo>
                  <a:lnTo>
                    <a:pt x="1569" y="247"/>
                  </a:lnTo>
                  <a:cubicBezTo>
                    <a:pt x="1602" y="213"/>
                    <a:pt x="1602" y="180"/>
                    <a:pt x="1602" y="113"/>
                  </a:cubicBezTo>
                  <a:cubicBezTo>
                    <a:pt x="1602" y="38"/>
                    <a:pt x="1583" y="1"/>
                    <a:pt x="15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73"/>
            <p:cNvSpPr/>
            <p:nvPr/>
          </p:nvSpPr>
          <p:spPr>
            <a:xfrm>
              <a:off x="7405096" y="1131824"/>
              <a:ext cx="56954" cy="102293"/>
            </a:xfrm>
            <a:custGeom>
              <a:avLst/>
              <a:gdLst/>
              <a:ahLst/>
              <a:cxnLst/>
              <a:rect l="l" t="t" r="r" b="b"/>
              <a:pathLst>
                <a:path w="2836" h="5107" extrusionOk="0">
                  <a:moveTo>
                    <a:pt x="2068" y="1"/>
                  </a:moveTo>
                  <a:cubicBezTo>
                    <a:pt x="2012" y="1"/>
                    <a:pt x="1957" y="9"/>
                    <a:pt x="1902" y="22"/>
                  </a:cubicBezTo>
                  <a:cubicBezTo>
                    <a:pt x="1702" y="56"/>
                    <a:pt x="1502" y="123"/>
                    <a:pt x="1368" y="223"/>
                  </a:cubicBezTo>
                  <a:cubicBezTo>
                    <a:pt x="1168" y="323"/>
                    <a:pt x="968" y="456"/>
                    <a:pt x="801" y="623"/>
                  </a:cubicBezTo>
                  <a:cubicBezTo>
                    <a:pt x="634" y="790"/>
                    <a:pt x="501" y="990"/>
                    <a:pt x="401" y="1157"/>
                  </a:cubicBezTo>
                  <a:cubicBezTo>
                    <a:pt x="267" y="1357"/>
                    <a:pt x="201" y="1557"/>
                    <a:pt x="134" y="1757"/>
                  </a:cubicBezTo>
                  <a:cubicBezTo>
                    <a:pt x="67" y="1957"/>
                    <a:pt x="34" y="2157"/>
                    <a:pt x="34" y="2357"/>
                  </a:cubicBezTo>
                  <a:cubicBezTo>
                    <a:pt x="0" y="2658"/>
                    <a:pt x="67" y="2958"/>
                    <a:pt x="267" y="3191"/>
                  </a:cubicBezTo>
                  <a:cubicBezTo>
                    <a:pt x="372" y="3296"/>
                    <a:pt x="515" y="3348"/>
                    <a:pt x="665" y="3348"/>
                  </a:cubicBezTo>
                  <a:cubicBezTo>
                    <a:pt x="755" y="3348"/>
                    <a:pt x="847" y="3329"/>
                    <a:pt x="934" y="3291"/>
                  </a:cubicBezTo>
                  <a:cubicBezTo>
                    <a:pt x="1101" y="3258"/>
                    <a:pt x="1235" y="3225"/>
                    <a:pt x="1335" y="3158"/>
                  </a:cubicBezTo>
                  <a:cubicBezTo>
                    <a:pt x="1435" y="3125"/>
                    <a:pt x="1502" y="3091"/>
                    <a:pt x="1602" y="3091"/>
                  </a:cubicBezTo>
                  <a:cubicBezTo>
                    <a:pt x="1618" y="3075"/>
                    <a:pt x="1643" y="3066"/>
                    <a:pt x="1668" y="3066"/>
                  </a:cubicBezTo>
                  <a:cubicBezTo>
                    <a:pt x="1693" y="3066"/>
                    <a:pt x="1718" y="3075"/>
                    <a:pt x="1735" y="3091"/>
                  </a:cubicBezTo>
                  <a:cubicBezTo>
                    <a:pt x="1768" y="3125"/>
                    <a:pt x="1802" y="3158"/>
                    <a:pt x="1802" y="3225"/>
                  </a:cubicBezTo>
                  <a:cubicBezTo>
                    <a:pt x="1768" y="3291"/>
                    <a:pt x="1735" y="3392"/>
                    <a:pt x="1668" y="3458"/>
                  </a:cubicBezTo>
                  <a:cubicBezTo>
                    <a:pt x="1602" y="3558"/>
                    <a:pt x="1502" y="3625"/>
                    <a:pt x="1401" y="3692"/>
                  </a:cubicBezTo>
                  <a:cubicBezTo>
                    <a:pt x="1301" y="3725"/>
                    <a:pt x="1235" y="3758"/>
                    <a:pt x="1135" y="3792"/>
                  </a:cubicBezTo>
                  <a:cubicBezTo>
                    <a:pt x="1101" y="3792"/>
                    <a:pt x="1035" y="3792"/>
                    <a:pt x="1001" y="3758"/>
                  </a:cubicBezTo>
                  <a:cubicBezTo>
                    <a:pt x="968" y="3758"/>
                    <a:pt x="968" y="3725"/>
                    <a:pt x="934" y="3692"/>
                  </a:cubicBezTo>
                  <a:lnTo>
                    <a:pt x="834" y="3692"/>
                  </a:lnTo>
                  <a:lnTo>
                    <a:pt x="134" y="4125"/>
                  </a:lnTo>
                  <a:cubicBezTo>
                    <a:pt x="101" y="4159"/>
                    <a:pt x="67" y="4192"/>
                    <a:pt x="34" y="4259"/>
                  </a:cubicBezTo>
                  <a:cubicBezTo>
                    <a:pt x="0" y="4292"/>
                    <a:pt x="0" y="4359"/>
                    <a:pt x="0" y="4426"/>
                  </a:cubicBezTo>
                  <a:cubicBezTo>
                    <a:pt x="0" y="4559"/>
                    <a:pt x="34" y="4692"/>
                    <a:pt x="101" y="4793"/>
                  </a:cubicBezTo>
                  <a:cubicBezTo>
                    <a:pt x="167" y="4926"/>
                    <a:pt x="267" y="4993"/>
                    <a:pt x="367" y="5059"/>
                  </a:cubicBezTo>
                  <a:cubicBezTo>
                    <a:pt x="462" y="5083"/>
                    <a:pt x="556" y="5107"/>
                    <a:pt x="662" y="5107"/>
                  </a:cubicBezTo>
                  <a:cubicBezTo>
                    <a:pt x="706" y="5107"/>
                    <a:pt x="752" y="5103"/>
                    <a:pt x="801" y="5093"/>
                  </a:cubicBezTo>
                  <a:cubicBezTo>
                    <a:pt x="1001" y="5059"/>
                    <a:pt x="1201" y="4993"/>
                    <a:pt x="1368" y="4859"/>
                  </a:cubicBezTo>
                  <a:cubicBezTo>
                    <a:pt x="1602" y="4759"/>
                    <a:pt x="1802" y="4592"/>
                    <a:pt x="1969" y="4426"/>
                  </a:cubicBezTo>
                  <a:cubicBezTo>
                    <a:pt x="2169" y="4225"/>
                    <a:pt x="2302" y="4059"/>
                    <a:pt x="2436" y="3859"/>
                  </a:cubicBezTo>
                  <a:cubicBezTo>
                    <a:pt x="2536" y="3658"/>
                    <a:pt x="2636" y="3458"/>
                    <a:pt x="2702" y="3225"/>
                  </a:cubicBezTo>
                  <a:cubicBezTo>
                    <a:pt x="2769" y="3025"/>
                    <a:pt x="2802" y="2824"/>
                    <a:pt x="2802" y="2624"/>
                  </a:cubicBezTo>
                  <a:cubicBezTo>
                    <a:pt x="2836" y="2357"/>
                    <a:pt x="2736" y="2057"/>
                    <a:pt x="2569" y="1857"/>
                  </a:cubicBezTo>
                  <a:cubicBezTo>
                    <a:pt x="2483" y="1729"/>
                    <a:pt x="2343" y="1669"/>
                    <a:pt x="2165" y="1669"/>
                  </a:cubicBezTo>
                  <a:cubicBezTo>
                    <a:pt x="2066" y="1669"/>
                    <a:pt x="1955" y="1688"/>
                    <a:pt x="1835" y="1724"/>
                  </a:cubicBezTo>
                  <a:lnTo>
                    <a:pt x="1401" y="1890"/>
                  </a:lnTo>
                  <a:lnTo>
                    <a:pt x="1168" y="1957"/>
                  </a:lnTo>
                  <a:cubicBezTo>
                    <a:pt x="1157" y="1968"/>
                    <a:pt x="1142" y="1972"/>
                    <a:pt x="1127" y="1972"/>
                  </a:cubicBezTo>
                  <a:cubicBezTo>
                    <a:pt x="1098" y="1972"/>
                    <a:pt x="1068" y="1957"/>
                    <a:pt x="1068" y="1957"/>
                  </a:cubicBezTo>
                  <a:cubicBezTo>
                    <a:pt x="1035" y="1890"/>
                    <a:pt x="1035" y="1857"/>
                    <a:pt x="1035" y="1824"/>
                  </a:cubicBezTo>
                  <a:cubicBezTo>
                    <a:pt x="1035" y="1724"/>
                    <a:pt x="1068" y="1657"/>
                    <a:pt x="1135" y="1590"/>
                  </a:cubicBezTo>
                  <a:cubicBezTo>
                    <a:pt x="1168" y="1490"/>
                    <a:pt x="1268" y="1457"/>
                    <a:pt x="1335" y="1390"/>
                  </a:cubicBezTo>
                  <a:cubicBezTo>
                    <a:pt x="1401" y="1357"/>
                    <a:pt x="1468" y="1323"/>
                    <a:pt x="1568" y="1323"/>
                  </a:cubicBezTo>
                  <a:cubicBezTo>
                    <a:pt x="1585" y="1307"/>
                    <a:pt x="1610" y="1298"/>
                    <a:pt x="1635" y="1298"/>
                  </a:cubicBezTo>
                  <a:cubicBezTo>
                    <a:pt x="1660" y="1298"/>
                    <a:pt x="1685" y="1307"/>
                    <a:pt x="1702" y="1323"/>
                  </a:cubicBezTo>
                  <a:lnTo>
                    <a:pt x="1802" y="1357"/>
                  </a:lnTo>
                  <a:cubicBezTo>
                    <a:pt x="1802" y="1373"/>
                    <a:pt x="1810" y="1382"/>
                    <a:pt x="1827" y="1382"/>
                  </a:cubicBezTo>
                  <a:cubicBezTo>
                    <a:pt x="1843" y="1382"/>
                    <a:pt x="1868" y="1373"/>
                    <a:pt x="1902" y="1357"/>
                  </a:cubicBezTo>
                  <a:lnTo>
                    <a:pt x="2569" y="956"/>
                  </a:lnTo>
                  <a:cubicBezTo>
                    <a:pt x="2602" y="923"/>
                    <a:pt x="2636" y="890"/>
                    <a:pt x="2669" y="823"/>
                  </a:cubicBezTo>
                  <a:cubicBezTo>
                    <a:pt x="2702" y="756"/>
                    <a:pt x="2702" y="690"/>
                    <a:pt x="2702" y="656"/>
                  </a:cubicBezTo>
                  <a:cubicBezTo>
                    <a:pt x="2702" y="523"/>
                    <a:pt x="2669" y="389"/>
                    <a:pt x="2602" y="256"/>
                  </a:cubicBezTo>
                  <a:cubicBezTo>
                    <a:pt x="2536" y="156"/>
                    <a:pt x="2436" y="89"/>
                    <a:pt x="2302" y="56"/>
                  </a:cubicBezTo>
                  <a:cubicBezTo>
                    <a:pt x="2224" y="17"/>
                    <a:pt x="2146" y="1"/>
                    <a:pt x="206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73"/>
            <p:cNvSpPr/>
            <p:nvPr/>
          </p:nvSpPr>
          <p:spPr>
            <a:xfrm>
              <a:off x="7492856" y="1069631"/>
              <a:ext cx="60970" cy="149504"/>
            </a:xfrm>
            <a:custGeom>
              <a:avLst/>
              <a:gdLst/>
              <a:ahLst/>
              <a:cxnLst/>
              <a:rect l="l" t="t" r="r" b="b"/>
              <a:pathLst>
                <a:path w="3036" h="7464" extrusionOk="0">
                  <a:moveTo>
                    <a:pt x="1726" y="1977"/>
                  </a:moveTo>
                  <a:cubicBezTo>
                    <a:pt x="1785" y="1977"/>
                    <a:pt x="1835" y="1993"/>
                    <a:pt x="1868" y="2027"/>
                  </a:cubicBezTo>
                  <a:cubicBezTo>
                    <a:pt x="1968" y="2127"/>
                    <a:pt x="2002" y="2260"/>
                    <a:pt x="2035" y="2394"/>
                  </a:cubicBezTo>
                  <a:cubicBezTo>
                    <a:pt x="2035" y="2560"/>
                    <a:pt x="2035" y="2761"/>
                    <a:pt x="2035" y="2927"/>
                  </a:cubicBezTo>
                  <a:cubicBezTo>
                    <a:pt x="2002" y="3127"/>
                    <a:pt x="1935" y="3294"/>
                    <a:pt x="1868" y="3461"/>
                  </a:cubicBezTo>
                  <a:cubicBezTo>
                    <a:pt x="1802" y="3628"/>
                    <a:pt x="1668" y="3795"/>
                    <a:pt x="1535" y="3895"/>
                  </a:cubicBezTo>
                  <a:cubicBezTo>
                    <a:pt x="1451" y="3928"/>
                    <a:pt x="1376" y="3945"/>
                    <a:pt x="1314" y="3945"/>
                  </a:cubicBezTo>
                  <a:cubicBezTo>
                    <a:pt x="1251" y="3945"/>
                    <a:pt x="1201" y="3928"/>
                    <a:pt x="1168" y="3895"/>
                  </a:cubicBezTo>
                  <a:cubicBezTo>
                    <a:pt x="1068" y="3761"/>
                    <a:pt x="1001" y="3628"/>
                    <a:pt x="1001" y="3461"/>
                  </a:cubicBezTo>
                  <a:cubicBezTo>
                    <a:pt x="1001" y="3394"/>
                    <a:pt x="1001" y="3328"/>
                    <a:pt x="1001" y="3261"/>
                  </a:cubicBezTo>
                  <a:lnTo>
                    <a:pt x="1001" y="3027"/>
                  </a:lnTo>
                  <a:cubicBezTo>
                    <a:pt x="1034" y="2827"/>
                    <a:pt x="1068" y="2627"/>
                    <a:pt x="1168" y="2460"/>
                  </a:cubicBezTo>
                  <a:cubicBezTo>
                    <a:pt x="1234" y="2260"/>
                    <a:pt x="1368" y="2127"/>
                    <a:pt x="1535" y="2027"/>
                  </a:cubicBezTo>
                  <a:cubicBezTo>
                    <a:pt x="1601" y="1993"/>
                    <a:pt x="1668" y="1977"/>
                    <a:pt x="1726" y="1977"/>
                  </a:cubicBezTo>
                  <a:close/>
                  <a:moveTo>
                    <a:pt x="2936" y="0"/>
                  </a:moveTo>
                  <a:cubicBezTo>
                    <a:pt x="2911" y="0"/>
                    <a:pt x="2886" y="9"/>
                    <a:pt x="2869" y="25"/>
                  </a:cubicBezTo>
                  <a:lnTo>
                    <a:pt x="2235" y="392"/>
                  </a:lnTo>
                  <a:cubicBezTo>
                    <a:pt x="2168" y="426"/>
                    <a:pt x="2135" y="459"/>
                    <a:pt x="2135" y="526"/>
                  </a:cubicBezTo>
                  <a:cubicBezTo>
                    <a:pt x="2102" y="592"/>
                    <a:pt x="2068" y="659"/>
                    <a:pt x="2068" y="726"/>
                  </a:cubicBezTo>
                  <a:lnTo>
                    <a:pt x="2068" y="893"/>
                  </a:lnTo>
                  <a:cubicBezTo>
                    <a:pt x="2035" y="859"/>
                    <a:pt x="2002" y="792"/>
                    <a:pt x="1968" y="759"/>
                  </a:cubicBezTo>
                  <a:cubicBezTo>
                    <a:pt x="1935" y="726"/>
                    <a:pt x="1868" y="692"/>
                    <a:pt x="1802" y="692"/>
                  </a:cubicBezTo>
                  <a:lnTo>
                    <a:pt x="1601" y="692"/>
                  </a:lnTo>
                  <a:cubicBezTo>
                    <a:pt x="1468" y="726"/>
                    <a:pt x="1368" y="759"/>
                    <a:pt x="1268" y="826"/>
                  </a:cubicBezTo>
                  <a:cubicBezTo>
                    <a:pt x="1101" y="926"/>
                    <a:pt x="934" y="1093"/>
                    <a:pt x="801" y="1226"/>
                  </a:cubicBezTo>
                  <a:cubicBezTo>
                    <a:pt x="634" y="1426"/>
                    <a:pt x="501" y="1626"/>
                    <a:pt x="401" y="1827"/>
                  </a:cubicBezTo>
                  <a:cubicBezTo>
                    <a:pt x="267" y="2060"/>
                    <a:pt x="200" y="2327"/>
                    <a:pt x="134" y="2594"/>
                  </a:cubicBezTo>
                  <a:cubicBezTo>
                    <a:pt x="34" y="2894"/>
                    <a:pt x="0" y="3194"/>
                    <a:pt x="0" y="3528"/>
                  </a:cubicBezTo>
                  <a:lnTo>
                    <a:pt x="0" y="3828"/>
                  </a:lnTo>
                  <a:lnTo>
                    <a:pt x="0" y="4128"/>
                  </a:lnTo>
                  <a:cubicBezTo>
                    <a:pt x="0" y="4395"/>
                    <a:pt x="34" y="4662"/>
                    <a:pt x="134" y="4929"/>
                  </a:cubicBezTo>
                  <a:cubicBezTo>
                    <a:pt x="167" y="5096"/>
                    <a:pt x="267" y="5262"/>
                    <a:pt x="401" y="5396"/>
                  </a:cubicBezTo>
                  <a:cubicBezTo>
                    <a:pt x="482" y="5450"/>
                    <a:pt x="586" y="5505"/>
                    <a:pt x="712" y="5505"/>
                  </a:cubicBezTo>
                  <a:cubicBezTo>
                    <a:pt x="741" y="5505"/>
                    <a:pt x="770" y="5502"/>
                    <a:pt x="801" y="5496"/>
                  </a:cubicBezTo>
                  <a:cubicBezTo>
                    <a:pt x="968" y="5496"/>
                    <a:pt x="1134" y="5429"/>
                    <a:pt x="1268" y="5362"/>
                  </a:cubicBezTo>
                  <a:cubicBezTo>
                    <a:pt x="1368" y="5296"/>
                    <a:pt x="1501" y="5196"/>
                    <a:pt x="1568" y="5129"/>
                  </a:cubicBezTo>
                  <a:cubicBezTo>
                    <a:pt x="1668" y="5062"/>
                    <a:pt x="1735" y="4962"/>
                    <a:pt x="1802" y="4862"/>
                  </a:cubicBezTo>
                  <a:cubicBezTo>
                    <a:pt x="1835" y="4795"/>
                    <a:pt x="1902" y="4729"/>
                    <a:pt x="1935" y="4629"/>
                  </a:cubicBezTo>
                  <a:cubicBezTo>
                    <a:pt x="1968" y="4562"/>
                    <a:pt x="2002" y="4462"/>
                    <a:pt x="2035" y="4395"/>
                  </a:cubicBezTo>
                  <a:lnTo>
                    <a:pt x="2035" y="4995"/>
                  </a:lnTo>
                  <a:cubicBezTo>
                    <a:pt x="2035" y="5196"/>
                    <a:pt x="2002" y="5396"/>
                    <a:pt x="1868" y="5563"/>
                  </a:cubicBezTo>
                  <a:cubicBezTo>
                    <a:pt x="1802" y="5696"/>
                    <a:pt x="1668" y="5829"/>
                    <a:pt x="1501" y="5929"/>
                  </a:cubicBezTo>
                  <a:cubicBezTo>
                    <a:pt x="1368" y="5996"/>
                    <a:pt x="1301" y="5996"/>
                    <a:pt x="1268" y="5996"/>
                  </a:cubicBezTo>
                  <a:cubicBezTo>
                    <a:pt x="1201" y="5963"/>
                    <a:pt x="1168" y="5929"/>
                    <a:pt x="1134" y="5863"/>
                  </a:cubicBezTo>
                  <a:cubicBezTo>
                    <a:pt x="1113" y="5798"/>
                    <a:pt x="1091" y="5761"/>
                    <a:pt x="1052" y="5761"/>
                  </a:cubicBezTo>
                  <a:cubicBezTo>
                    <a:pt x="1030" y="5761"/>
                    <a:pt x="1003" y="5772"/>
                    <a:pt x="968" y="5796"/>
                  </a:cubicBezTo>
                  <a:lnTo>
                    <a:pt x="234" y="6196"/>
                  </a:lnTo>
                  <a:cubicBezTo>
                    <a:pt x="200" y="6230"/>
                    <a:pt x="167" y="6296"/>
                    <a:pt x="134" y="6330"/>
                  </a:cubicBezTo>
                  <a:cubicBezTo>
                    <a:pt x="100" y="6396"/>
                    <a:pt x="100" y="6463"/>
                    <a:pt x="100" y="6530"/>
                  </a:cubicBezTo>
                  <a:cubicBezTo>
                    <a:pt x="100" y="6663"/>
                    <a:pt x="134" y="6797"/>
                    <a:pt x="167" y="6930"/>
                  </a:cubicBezTo>
                  <a:cubicBezTo>
                    <a:pt x="200" y="7097"/>
                    <a:pt x="267" y="7197"/>
                    <a:pt x="367" y="7330"/>
                  </a:cubicBezTo>
                  <a:cubicBezTo>
                    <a:pt x="501" y="7397"/>
                    <a:pt x="634" y="7464"/>
                    <a:pt x="801" y="7464"/>
                  </a:cubicBezTo>
                  <a:cubicBezTo>
                    <a:pt x="1068" y="7464"/>
                    <a:pt x="1301" y="7364"/>
                    <a:pt x="1501" y="7230"/>
                  </a:cubicBezTo>
                  <a:cubicBezTo>
                    <a:pt x="1735" y="7097"/>
                    <a:pt x="1935" y="6930"/>
                    <a:pt x="2135" y="6730"/>
                  </a:cubicBezTo>
                  <a:cubicBezTo>
                    <a:pt x="2335" y="6563"/>
                    <a:pt x="2502" y="6330"/>
                    <a:pt x="2602" y="6096"/>
                  </a:cubicBezTo>
                  <a:cubicBezTo>
                    <a:pt x="2902" y="5563"/>
                    <a:pt x="3036" y="4962"/>
                    <a:pt x="3036" y="4395"/>
                  </a:cubicBezTo>
                  <a:lnTo>
                    <a:pt x="3036" y="159"/>
                  </a:lnTo>
                  <a:cubicBezTo>
                    <a:pt x="3036" y="92"/>
                    <a:pt x="3036" y="59"/>
                    <a:pt x="3002" y="25"/>
                  </a:cubicBezTo>
                  <a:cubicBezTo>
                    <a:pt x="2986" y="9"/>
                    <a:pt x="2961" y="0"/>
                    <a:pt x="293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73"/>
            <p:cNvSpPr/>
            <p:nvPr/>
          </p:nvSpPr>
          <p:spPr>
            <a:xfrm>
              <a:off x="7563868" y="1038725"/>
              <a:ext cx="62316" cy="102253"/>
            </a:xfrm>
            <a:custGeom>
              <a:avLst/>
              <a:gdLst/>
              <a:ahLst/>
              <a:cxnLst/>
              <a:rect l="l" t="t" r="r" b="b"/>
              <a:pathLst>
                <a:path w="3103" h="5105" extrusionOk="0">
                  <a:moveTo>
                    <a:pt x="1777" y="1455"/>
                  </a:moveTo>
                  <a:cubicBezTo>
                    <a:pt x="1828" y="1455"/>
                    <a:pt x="1871" y="1472"/>
                    <a:pt x="1901" y="1502"/>
                  </a:cubicBezTo>
                  <a:cubicBezTo>
                    <a:pt x="2035" y="1602"/>
                    <a:pt x="2068" y="1768"/>
                    <a:pt x="2068" y="1935"/>
                  </a:cubicBezTo>
                  <a:lnTo>
                    <a:pt x="2068" y="2202"/>
                  </a:lnTo>
                  <a:lnTo>
                    <a:pt x="2068" y="2502"/>
                  </a:lnTo>
                  <a:cubicBezTo>
                    <a:pt x="2068" y="2736"/>
                    <a:pt x="2002" y="2936"/>
                    <a:pt x="1901" y="3103"/>
                  </a:cubicBezTo>
                  <a:cubicBezTo>
                    <a:pt x="1835" y="3303"/>
                    <a:pt x="1701" y="3436"/>
                    <a:pt x="1568" y="3536"/>
                  </a:cubicBezTo>
                  <a:cubicBezTo>
                    <a:pt x="1465" y="3578"/>
                    <a:pt x="1374" y="3606"/>
                    <a:pt x="1305" y="3606"/>
                  </a:cubicBezTo>
                  <a:cubicBezTo>
                    <a:pt x="1262" y="3606"/>
                    <a:pt x="1226" y="3595"/>
                    <a:pt x="1201" y="3570"/>
                  </a:cubicBezTo>
                  <a:cubicBezTo>
                    <a:pt x="1101" y="3436"/>
                    <a:pt x="1034" y="3303"/>
                    <a:pt x="1034" y="3136"/>
                  </a:cubicBezTo>
                  <a:cubicBezTo>
                    <a:pt x="1034" y="3036"/>
                    <a:pt x="1034" y="2936"/>
                    <a:pt x="1034" y="2836"/>
                  </a:cubicBezTo>
                  <a:lnTo>
                    <a:pt x="1034" y="2536"/>
                  </a:lnTo>
                  <a:cubicBezTo>
                    <a:pt x="1034" y="2302"/>
                    <a:pt x="1101" y="2102"/>
                    <a:pt x="1201" y="1935"/>
                  </a:cubicBezTo>
                  <a:cubicBezTo>
                    <a:pt x="1268" y="1768"/>
                    <a:pt x="1401" y="1635"/>
                    <a:pt x="1568" y="1535"/>
                  </a:cubicBezTo>
                  <a:cubicBezTo>
                    <a:pt x="1641" y="1480"/>
                    <a:pt x="1715" y="1455"/>
                    <a:pt x="1777" y="1455"/>
                  </a:cubicBezTo>
                  <a:close/>
                  <a:moveTo>
                    <a:pt x="2168" y="0"/>
                  </a:moveTo>
                  <a:cubicBezTo>
                    <a:pt x="1935" y="0"/>
                    <a:pt x="1735" y="67"/>
                    <a:pt x="1535" y="201"/>
                  </a:cubicBezTo>
                  <a:cubicBezTo>
                    <a:pt x="1301" y="334"/>
                    <a:pt x="1101" y="501"/>
                    <a:pt x="934" y="701"/>
                  </a:cubicBezTo>
                  <a:cubicBezTo>
                    <a:pt x="734" y="934"/>
                    <a:pt x="567" y="1168"/>
                    <a:pt x="434" y="1435"/>
                  </a:cubicBezTo>
                  <a:cubicBezTo>
                    <a:pt x="300" y="1702"/>
                    <a:pt x="200" y="1969"/>
                    <a:pt x="134" y="2269"/>
                  </a:cubicBezTo>
                  <a:cubicBezTo>
                    <a:pt x="67" y="2536"/>
                    <a:pt x="0" y="2802"/>
                    <a:pt x="0" y="3103"/>
                  </a:cubicBezTo>
                  <a:lnTo>
                    <a:pt x="0" y="3436"/>
                  </a:lnTo>
                  <a:lnTo>
                    <a:pt x="0" y="3770"/>
                  </a:lnTo>
                  <a:cubicBezTo>
                    <a:pt x="0" y="4003"/>
                    <a:pt x="67" y="4237"/>
                    <a:pt x="134" y="4470"/>
                  </a:cubicBezTo>
                  <a:cubicBezTo>
                    <a:pt x="200" y="4637"/>
                    <a:pt x="300" y="4804"/>
                    <a:pt x="434" y="4937"/>
                  </a:cubicBezTo>
                  <a:cubicBezTo>
                    <a:pt x="567" y="5037"/>
                    <a:pt x="734" y="5104"/>
                    <a:pt x="934" y="5104"/>
                  </a:cubicBezTo>
                  <a:cubicBezTo>
                    <a:pt x="1134" y="5071"/>
                    <a:pt x="1368" y="5004"/>
                    <a:pt x="1568" y="4871"/>
                  </a:cubicBezTo>
                  <a:cubicBezTo>
                    <a:pt x="1801" y="4737"/>
                    <a:pt x="2002" y="4570"/>
                    <a:pt x="2168" y="4370"/>
                  </a:cubicBezTo>
                  <a:cubicBezTo>
                    <a:pt x="2368" y="4170"/>
                    <a:pt x="2535" y="3937"/>
                    <a:pt x="2669" y="3670"/>
                  </a:cubicBezTo>
                  <a:cubicBezTo>
                    <a:pt x="2802" y="3403"/>
                    <a:pt x="2902" y="3136"/>
                    <a:pt x="2969" y="2836"/>
                  </a:cubicBezTo>
                  <a:cubicBezTo>
                    <a:pt x="3036" y="2569"/>
                    <a:pt x="3069" y="2269"/>
                    <a:pt x="3102" y="2002"/>
                  </a:cubicBezTo>
                  <a:lnTo>
                    <a:pt x="3102" y="1668"/>
                  </a:lnTo>
                  <a:lnTo>
                    <a:pt x="3102" y="1335"/>
                  </a:lnTo>
                  <a:cubicBezTo>
                    <a:pt x="3069" y="1101"/>
                    <a:pt x="3036" y="834"/>
                    <a:pt x="2936" y="601"/>
                  </a:cubicBezTo>
                  <a:cubicBezTo>
                    <a:pt x="2902" y="434"/>
                    <a:pt x="2769" y="267"/>
                    <a:pt x="2635" y="167"/>
                  </a:cubicBezTo>
                  <a:cubicBezTo>
                    <a:pt x="2502" y="34"/>
                    <a:pt x="2335" y="0"/>
                    <a:pt x="216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73"/>
            <p:cNvSpPr/>
            <p:nvPr/>
          </p:nvSpPr>
          <p:spPr>
            <a:xfrm>
              <a:off x="7636888" y="978755"/>
              <a:ext cx="20103" cy="130816"/>
            </a:xfrm>
            <a:custGeom>
              <a:avLst/>
              <a:gdLst/>
              <a:ahLst/>
              <a:cxnLst/>
              <a:rect l="l" t="t" r="r" b="b"/>
              <a:pathLst>
                <a:path w="1001" h="6531" extrusionOk="0">
                  <a:moveTo>
                    <a:pt x="917" y="1"/>
                  </a:moveTo>
                  <a:cubicBezTo>
                    <a:pt x="901" y="1"/>
                    <a:pt x="884" y="9"/>
                    <a:pt x="867" y="26"/>
                  </a:cubicBezTo>
                  <a:lnTo>
                    <a:pt x="167" y="426"/>
                  </a:lnTo>
                  <a:cubicBezTo>
                    <a:pt x="100" y="459"/>
                    <a:pt x="67" y="526"/>
                    <a:pt x="33" y="559"/>
                  </a:cubicBezTo>
                  <a:cubicBezTo>
                    <a:pt x="0" y="626"/>
                    <a:pt x="0" y="693"/>
                    <a:pt x="0" y="760"/>
                  </a:cubicBezTo>
                  <a:lnTo>
                    <a:pt x="0" y="4496"/>
                  </a:lnTo>
                  <a:cubicBezTo>
                    <a:pt x="0" y="4562"/>
                    <a:pt x="0" y="4596"/>
                    <a:pt x="33" y="4662"/>
                  </a:cubicBezTo>
                  <a:lnTo>
                    <a:pt x="167" y="4662"/>
                  </a:lnTo>
                  <a:lnTo>
                    <a:pt x="867" y="4229"/>
                  </a:lnTo>
                  <a:cubicBezTo>
                    <a:pt x="901" y="4195"/>
                    <a:pt x="934" y="4162"/>
                    <a:pt x="967" y="4095"/>
                  </a:cubicBezTo>
                  <a:cubicBezTo>
                    <a:pt x="1001" y="4029"/>
                    <a:pt x="1001" y="3962"/>
                    <a:pt x="1001" y="3928"/>
                  </a:cubicBezTo>
                  <a:lnTo>
                    <a:pt x="1001" y="159"/>
                  </a:lnTo>
                  <a:cubicBezTo>
                    <a:pt x="1001" y="92"/>
                    <a:pt x="1001" y="59"/>
                    <a:pt x="967" y="26"/>
                  </a:cubicBezTo>
                  <a:cubicBezTo>
                    <a:pt x="951" y="9"/>
                    <a:pt x="934" y="1"/>
                    <a:pt x="917" y="1"/>
                  </a:cubicBezTo>
                  <a:close/>
                  <a:moveTo>
                    <a:pt x="917" y="4737"/>
                  </a:moveTo>
                  <a:cubicBezTo>
                    <a:pt x="901" y="4737"/>
                    <a:pt x="884" y="4746"/>
                    <a:pt x="867" y="4762"/>
                  </a:cubicBezTo>
                  <a:lnTo>
                    <a:pt x="167" y="5196"/>
                  </a:lnTo>
                  <a:cubicBezTo>
                    <a:pt x="100" y="5196"/>
                    <a:pt x="67" y="5263"/>
                    <a:pt x="33" y="5296"/>
                  </a:cubicBezTo>
                  <a:cubicBezTo>
                    <a:pt x="0" y="5363"/>
                    <a:pt x="0" y="5430"/>
                    <a:pt x="0" y="5496"/>
                  </a:cubicBezTo>
                  <a:lnTo>
                    <a:pt x="0" y="6364"/>
                  </a:lnTo>
                  <a:cubicBezTo>
                    <a:pt x="0" y="6430"/>
                    <a:pt x="0" y="6464"/>
                    <a:pt x="33" y="6530"/>
                  </a:cubicBezTo>
                  <a:lnTo>
                    <a:pt x="167" y="6530"/>
                  </a:lnTo>
                  <a:lnTo>
                    <a:pt x="867" y="6097"/>
                  </a:lnTo>
                  <a:cubicBezTo>
                    <a:pt x="901" y="6063"/>
                    <a:pt x="934" y="6030"/>
                    <a:pt x="967" y="5963"/>
                  </a:cubicBezTo>
                  <a:cubicBezTo>
                    <a:pt x="1001" y="5897"/>
                    <a:pt x="1001" y="5830"/>
                    <a:pt x="1001" y="5763"/>
                  </a:cubicBezTo>
                  <a:lnTo>
                    <a:pt x="1001" y="4896"/>
                  </a:lnTo>
                  <a:cubicBezTo>
                    <a:pt x="1001" y="4862"/>
                    <a:pt x="1001" y="4796"/>
                    <a:pt x="967" y="4762"/>
                  </a:cubicBezTo>
                  <a:cubicBezTo>
                    <a:pt x="951" y="4746"/>
                    <a:pt x="934" y="4737"/>
                    <a:pt x="917" y="4737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Chord 4">
            <a:extLst>
              <a:ext uri="{FF2B5EF4-FFF2-40B4-BE49-F238E27FC236}">
                <a16:creationId xmlns:a16="http://schemas.microsoft.com/office/drawing/2014/main" id="{AA68DF97-7909-D031-0018-5B2EF13BEE65}"/>
              </a:ext>
            </a:extLst>
          </p:cNvPr>
          <p:cNvSpPr/>
          <p:nvPr/>
        </p:nvSpPr>
        <p:spPr>
          <a:xfrm rot="4717710">
            <a:off x="1212142" y="2153923"/>
            <a:ext cx="2632701" cy="4487873"/>
          </a:xfrm>
          <a:prstGeom prst="chor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43732"/>
      </p:ext>
    </p:extLst>
  </p:cSld>
  <p:clrMapOvr>
    <a:masterClrMapping/>
  </p:clrMapOvr>
</p:sld>
</file>

<file path=ppt/theme/theme1.xml><?xml version="1.0" encoding="utf-8"?>
<a:theme xmlns:a="http://schemas.openxmlformats.org/drawingml/2006/main" name="Isometric SEO Strategy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FFC100"/>
      </a:accent1>
      <a:accent2>
        <a:srgbClr val="000000"/>
      </a:accent2>
      <a:accent3>
        <a:srgbClr val="434343"/>
      </a:accent3>
      <a:accent4>
        <a:srgbClr val="F3F3F3"/>
      </a:accent4>
      <a:accent5>
        <a:srgbClr val="FFC100"/>
      </a:accent5>
      <a:accent6>
        <a:srgbClr val="00000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911</Words>
  <Application>Microsoft Office PowerPoint</Application>
  <PresentationFormat>On-screen Show (16:9)</PresentationFormat>
  <Paragraphs>153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Be Vietnam</vt:lpstr>
      <vt:lpstr>Oswald Medium</vt:lpstr>
      <vt:lpstr>Montserrat Medium</vt:lpstr>
      <vt:lpstr>Barlow Semi Condensed Medium</vt:lpstr>
      <vt:lpstr>Arial</vt:lpstr>
      <vt:lpstr>Roboto</vt:lpstr>
      <vt:lpstr>Libre Franklin Medium</vt:lpstr>
      <vt:lpstr>Libre Franklin</vt:lpstr>
      <vt:lpstr>Isometric SEO Strategy by Slidesgo</vt:lpstr>
      <vt:lpstr>Consumer Goods Ad-hoc Insights</vt:lpstr>
      <vt:lpstr>AGENDA</vt:lpstr>
      <vt:lpstr>01</vt:lpstr>
      <vt:lpstr>About Project</vt:lpstr>
      <vt:lpstr>02</vt:lpstr>
      <vt:lpstr>Atliq's Products</vt:lpstr>
      <vt:lpstr>Atliq’s Network</vt:lpstr>
      <vt:lpstr>03</vt:lpstr>
      <vt:lpstr>Input Dataset</vt:lpstr>
      <vt:lpstr>04</vt:lpstr>
      <vt:lpstr>Request 1:</vt:lpstr>
      <vt:lpstr>Insights</vt:lpstr>
      <vt:lpstr>Request 2:</vt:lpstr>
      <vt:lpstr>Insights</vt:lpstr>
      <vt:lpstr>Request 3:</vt:lpstr>
      <vt:lpstr>Insights</vt:lpstr>
      <vt:lpstr>Request 4:</vt:lpstr>
      <vt:lpstr>Insights</vt:lpstr>
      <vt:lpstr>Request 5:</vt:lpstr>
      <vt:lpstr>Insights</vt:lpstr>
      <vt:lpstr>Request 6:</vt:lpstr>
      <vt:lpstr>Insights</vt:lpstr>
      <vt:lpstr>Request 7:</vt:lpstr>
      <vt:lpstr>Insights</vt:lpstr>
      <vt:lpstr>Request 8:</vt:lpstr>
      <vt:lpstr>Insights</vt:lpstr>
      <vt:lpstr>Request 9:</vt:lpstr>
      <vt:lpstr>Insights</vt:lpstr>
      <vt:lpstr>Request 10:</vt:lpstr>
      <vt:lpstr>Insights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Goods Ad-hoc Insights</dc:title>
  <dc:creator>Abhishek M R</dc:creator>
  <cp:lastModifiedBy>M R Sudeep</cp:lastModifiedBy>
  <cp:revision>6</cp:revision>
  <dcterms:modified xsi:type="dcterms:W3CDTF">2023-02-23T14:39:39Z</dcterms:modified>
</cp:coreProperties>
</file>